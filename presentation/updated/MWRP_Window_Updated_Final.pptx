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s>
</file>

<file path=ppt/charts/_rels/chart8.xml.rels><?xml version="1.0" encoding="UTF-8" standalone="yes"?>
<Relationships xmlns="http://schemas.openxmlformats.org/package/2006/relationships"><Relationship Id="rId1" Type="http://schemas.openxmlformats.org/officeDocument/2006/relationships/package" Target="../embeddings/Workbook8.xlsx"/></Relationships>
</file>

<file path=ppt/charts/_rels/chart9.xml.rels><?xml version="1.0" encoding="UTF-8" standalone="yes"?>
<Relationships xmlns="http://schemas.openxmlformats.org/package/2006/relationships"><Relationship Id="rId1" Type="http://schemas.openxmlformats.org/officeDocument/2006/relationships/package" Target="../embeddings/Workbook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Workbook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Workbook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Workbook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Workbook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Workbook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Workbook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Workbook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Workbook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Workbook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Workbook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Workbook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Workbook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Workbook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Workbook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Workbook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Workbook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Workbook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Workbook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Workbook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Workbook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Workbook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Workbook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Workbook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Workbook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Workbook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Workbook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Workbook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Workbook3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marker"/>
        <c:varyColors val="0"/>
        <c:ser>
          <c:idx val="0"/>
          <c:order val="0"/>
          <c:tx>
            <c:strRef>
              <c:f>EWMA Risk Parity</c:f>
              <c:strCache>
                <c:ptCount val="1"/>
                <c:pt idx="0">
                  <c:v>EWMA Risk Parity</c:v>
                </c:pt>
              </c:strCache>
            </c:strRef>
          </c:tx>
          <c:spPr>
            <a:ln w="0" cap="rnd">
              <a:noFill/>
              <a:prstDash val="solid"/>
              <a:round/>
            </a:ln>
          </c:spPr>
          <c:marker>
            <c:symbol val="circle"/>
            <c:size val="4"/>
            <c:spPr>
              <a:solidFill>
                <a:srgbClr val="81749D"/>
              </a:solidFill>
            </c:spPr>
          </c:marker>
          <c:dLbls>
            <c:delete val="1"/>
          </c:dLbls>
          <c:xVal>
            <c:numRef>
              <c:f>'Chart Data'!$A$2:$A$81</c:f>
              <c:numCache>
                <c:formatCode>General</c:formatCode>
                <c:ptCount val="80"/>
                <c:pt idx="0">
                  <c:v>0.0408519522296</c:v>
                </c:pt>
                <c:pt idx="1">
                  <c:v>0.0387644823516</c:v>
                </c:pt>
                <c:pt idx="2">
                  <c:v>0.0615351172424</c:v>
                </c:pt>
                <c:pt idx="3">
                  <c:v>0.252430499027</c:v>
                </c:pt>
                <c:pt idx="4">
                  <c:v>0.173115453256</c:v>
                </c:pt>
                <c:pt idx="5">
                  <c:v>0.114638163409</c:v>
                </c:pt>
                <c:pt idx="6">
                  <c:v>0.0881260714881</c:v>
                </c:pt>
                <c:pt idx="7">
                  <c:v>0.0623517252853</c:v>
                </c:pt>
                <c:pt idx="8">
                  <c:v>0.0865843068795</c:v>
                </c:pt>
                <c:pt idx="9">
                  <c:v>0.0744612245074</c:v>
                </c:pt>
                <c:pt idx="10">
                  <c:v>0.0798856211545</c:v>
                </c:pt>
                <c:pt idx="11">
                  <c:v>0.0898694970929</c:v>
                </c:pt>
                <c:pt idx="12">
                  <c:v>0.0582722274437</c:v>
                </c:pt>
                <c:pt idx="13">
                  <c:v>0.0751062561248</c:v>
                </c:pt>
                <c:pt idx="14">
                  <c:v>0.0721737247613</c:v>
                </c:pt>
                <c:pt idx="15">
                  <c:v>0.0871110972754</c:v>
                </c:pt>
                <c:pt idx="16">
                  <c:v>0.0658775020356</c:v>
                </c:pt>
                <c:pt idx="17">
                  <c:v>0.0787600907758</c:v>
                </c:pt>
                <c:pt idx="18">
                  <c:v>0.0658542112727</c:v>
                </c:pt>
                <c:pt idx="19">
                  <c:v>0.0571492979954</c:v>
                </c:pt>
                <c:pt idx="20">
                  <c:v>0.0579644365337</c:v>
                </c:pt>
                <c:pt idx="21">
                  <c:v>0.0737491286488</c:v>
                </c:pt>
                <c:pt idx="22">
                  <c:v>0.0621552585419</c:v>
                </c:pt>
                <c:pt idx="23">
                  <c:v>0.0706581297039</c:v>
                </c:pt>
                <c:pt idx="24">
                  <c:v>0.0569042917503</c:v>
                </c:pt>
                <c:pt idx="25">
                  <c:v>0.0697412210373</c:v>
                </c:pt>
                <c:pt idx="26">
                  <c:v>0.0748759012871</c:v>
                </c:pt>
                <c:pt idx="27">
                  <c:v>0.0923721467876</c:v>
                </c:pt>
                <c:pt idx="28">
                  <c:v>0.0922382657034</c:v>
                </c:pt>
                <c:pt idx="29">
                  <c:v>0.088005974851</c:v>
                </c:pt>
                <c:pt idx="30">
                  <c:v>0.0850258115105</c:v>
                </c:pt>
                <c:pt idx="31">
                  <c:v>0.0723868238029</c:v>
                </c:pt>
                <c:pt idx="32">
                  <c:v>0.073419464767</c:v>
                </c:pt>
                <c:pt idx="33">
                  <c:v>0.0849790515172</c:v>
                </c:pt>
                <c:pt idx="34">
                  <c:v>0.0954834797808</c:v>
                </c:pt>
                <c:pt idx="35">
                  <c:v>0.114516303708</c:v>
                </c:pt>
                <c:pt idx="36">
                  <c:v>0.0857602448043</c:v>
                </c:pt>
                <c:pt idx="37">
                  <c:v>0.0832204374315</c:v>
                </c:pt>
                <c:pt idx="38">
                  <c:v>0.0738368813363</c:v>
                </c:pt>
                <c:pt idx="39">
                  <c:v>0.0739198250858</c:v>
                </c:pt>
                <c:pt idx="40">
                  <c:v>0.0677944186541</c:v>
                </c:pt>
                <c:pt idx="41">
                  <c:v>0.0667487573242</c:v>
                </c:pt>
                <c:pt idx="42">
                  <c:v>0.0706845498855</c:v>
                </c:pt>
                <c:pt idx="43">
                  <c:v>0.0777845737045</c:v>
                </c:pt>
                <c:pt idx="44">
                  <c:v>0.0763655458892</c:v>
                </c:pt>
                <c:pt idx="45">
                  <c:v>0.0709585877606</c:v>
                </c:pt>
                <c:pt idx="46">
                  <c:v>0.066836792868</c:v>
                </c:pt>
                <c:pt idx="47">
                  <c:v>0.0597983939128</c:v>
                </c:pt>
                <c:pt idx="48">
                  <c:v>0.0711837847748</c:v>
                </c:pt>
                <c:pt idx="49">
                  <c:v>0.0546990189273</c:v>
                </c:pt>
                <c:pt idx="50">
                  <c:v>0.0550697053902</c:v>
                </c:pt>
                <c:pt idx="51">
                  <c:v>0.0494198944281</c:v>
                </c:pt>
                <c:pt idx="52">
                  <c:v>0.06558826281</c:v>
                </c:pt>
                <c:pt idx="53">
                  <c:v>0.0584533970469</c:v>
                </c:pt>
                <c:pt idx="54">
                  <c:v>0.0514594655596</c:v>
                </c:pt>
                <c:pt idx="55">
                  <c:v>0.0862167822095</c:v>
                </c:pt>
                <c:pt idx="56">
                  <c:v>0.101203190744</c:v>
                </c:pt>
                <c:pt idx="57">
                  <c:v>0.104827619407</c:v>
                </c:pt>
                <c:pt idx="58">
                  <c:v>0.0769167726046</c:v>
                </c:pt>
                <c:pt idx="59">
                  <c:v>0.0870695173003</c:v>
                </c:pt>
                <c:pt idx="60">
                  <c:v>0.0702421071981</c:v>
                </c:pt>
                <c:pt idx="61">
                  <c:v>0.0640372068196</c:v>
                </c:pt>
                <c:pt idx="62">
                  <c:v>0.0615489216975</c:v>
                </c:pt>
                <c:pt idx="63">
                  <c:v>0.0644019875841</c:v>
                </c:pt>
                <c:pt idx="64">
                  <c:v>0.138099954386</c:v>
                </c:pt>
                <c:pt idx="65">
                  <c:v>0.0998369302829</c:v>
                </c:pt>
                <c:pt idx="66">
                  <c:v>0.0663760205255</c:v>
                </c:pt>
                <c:pt idx="67">
                  <c:v>0.0552471960204</c:v>
                </c:pt>
                <c:pt idx="68">
                  <c:v>0.0551002750343</c:v>
                </c:pt>
                <c:pt idx="69">
                  <c:v>0.0497033131336</c:v>
                </c:pt>
                <c:pt idx="70">
                  <c:v>0.0564184926121</c:v>
                </c:pt>
                <c:pt idx="71">
                  <c:v>0.0614265717205</c:v>
                </c:pt>
                <c:pt idx="72">
                  <c:v>0.0601556441955</c:v>
                </c:pt>
                <c:pt idx="73">
                  <c:v>0.0792127567711</c:v>
                </c:pt>
                <c:pt idx="74">
                  <c:v>0.063330769285</c:v>
                </c:pt>
                <c:pt idx="75">
                  <c:v>0.0887152466027</c:v>
                </c:pt>
                <c:pt idx="76">
                  <c:v>0.0708482402068</c:v>
                </c:pt>
                <c:pt idx="77">
                  <c:v>0.0577905951244</c:v>
                </c:pt>
                <c:pt idx="78">
                  <c:v>0.082552543901</c:v>
                </c:pt>
                <c:pt idx="79">
                  <c:v>0.0675104765136</c:v>
                </c:pt>
              </c:numCache>
            </c:numRef>
          </c:xVal>
          <c:yVal>
            <c:numRef>
              <c:f>'Chart Data'!$B$2:$B$81</c:f>
              <c:numCache>
                <c:formatCode>0%</c:formatCode>
                <c:ptCount val="80"/>
                <c:pt idx="0">
                  <c:v>0.0467982781362</c:v>
                </c:pt>
                <c:pt idx="1">
                  <c:v>0.10605982856</c:v>
                </c:pt>
                <c:pt idx="2">
                  <c:v>0.316290630209</c:v>
                </c:pt>
                <c:pt idx="3">
                  <c:v>0.132737899769</c:v>
                </c:pt>
                <c:pt idx="4">
                  <c:v>0.0887989684377</c:v>
                </c:pt>
                <c:pt idx="5">
                  <c:v>0.0973407286941</c:v>
                </c:pt>
                <c:pt idx="6">
                  <c:v>0.0672258265459</c:v>
                </c:pt>
                <c:pt idx="7">
                  <c:v>0.101322474781</c:v>
                </c:pt>
                <c:pt idx="8">
                  <c:v>0.0829086987044</c:v>
                </c:pt>
                <c:pt idx="9">
                  <c:v>0.0790215337986</c:v>
                </c:pt>
                <c:pt idx="10">
                  <c:v>0.098807910731</c:v>
                </c:pt>
                <c:pt idx="11">
                  <c:v>0.0531374332682</c:v>
                </c:pt>
                <c:pt idx="12">
                  <c:v>0.0964044360243</c:v>
                </c:pt>
                <c:pt idx="13">
                  <c:v>0.0663154547131</c:v>
                </c:pt>
                <c:pt idx="14">
                  <c:v>0.113615298789</c:v>
                </c:pt>
                <c:pt idx="15">
                  <c:v>0.0510516536411</c:v>
                </c:pt>
                <c:pt idx="16">
                  <c:v>0.0886954171733</c:v>
                </c:pt>
                <c:pt idx="17">
                  <c:v>0.0705956825645</c:v>
                </c:pt>
                <c:pt idx="18">
                  <c:v>0.0645347261363</c:v>
                </c:pt>
                <c:pt idx="19">
                  <c:v>0.0618627011337</c:v>
                </c:pt>
                <c:pt idx="20">
                  <c:v>0.0674853107637</c:v>
                </c:pt>
                <c:pt idx="21">
                  <c:v>0.0590125730148</c:v>
                </c:pt>
                <c:pt idx="22">
                  <c:v>0.0807075364871</c:v>
                </c:pt>
                <c:pt idx="23">
                  <c:v>0.067183542433</c:v>
                </c:pt>
                <c:pt idx="24">
                  <c:v>0.0729027346366</c:v>
                </c:pt>
                <c:pt idx="25">
                  <c:v>0.0868206859942</c:v>
                </c:pt>
                <c:pt idx="26">
                  <c:v>0.126946142526</c:v>
                </c:pt>
                <c:pt idx="27">
                  <c:v>0.116207547724</c:v>
                </c:pt>
                <c:pt idx="28">
                  <c:v>0.096889238113</c:v>
                </c:pt>
                <c:pt idx="29">
                  <c:v>0.0894319911</c:v>
                </c:pt>
                <c:pt idx="30">
                  <c:v>0.0745464320251</c:v>
                </c:pt>
                <c:pt idx="31">
                  <c:v>0.0828892568565</c:v>
                </c:pt>
                <c:pt idx="32">
                  <c:v>0.106118928732</c:v>
                </c:pt>
                <c:pt idx="33">
                  <c:v>0.0903933540236</c:v>
                </c:pt>
                <c:pt idx="34">
                  <c:v>0.13199219575</c:v>
                </c:pt>
                <c:pt idx="35">
                  <c:v>0.0819961174872</c:v>
                </c:pt>
                <c:pt idx="36">
                  <c:v>0.0809468389428</c:v>
                </c:pt>
                <c:pt idx="37">
                  <c:v>0.0733933767705</c:v>
                </c:pt>
                <c:pt idx="38">
                  <c:v>0.0848993444125</c:v>
                </c:pt>
                <c:pt idx="39">
                  <c:v>0.0652343918891</c:v>
                </c:pt>
                <c:pt idx="40">
                  <c:v>0.067941706972</c:v>
                </c:pt>
                <c:pt idx="41">
                  <c:v>0.0719633424691</c:v>
                </c:pt>
                <c:pt idx="42">
                  <c:v>0.0932596398227</c:v>
                </c:pt>
                <c:pt idx="43">
                  <c:v>0.0652270515276</c:v>
                </c:pt>
                <c:pt idx="44">
                  <c:v>0.0657823361268</c:v>
                </c:pt>
                <c:pt idx="45">
                  <c:v>0.0815090799039</c:v>
                </c:pt>
                <c:pt idx="46">
                  <c:v>0.0778712297006</c:v>
                </c:pt>
                <c:pt idx="47">
                  <c:v>0.0711719851687</c:v>
                </c:pt>
                <c:pt idx="48">
                  <c:v>0.0506470090352</c:v>
                </c:pt>
                <c:pt idx="49">
                  <c:v>0.0624776112265</c:v>
                </c:pt>
                <c:pt idx="50">
                  <c:v>0.0467794149653</c:v>
                </c:pt>
                <c:pt idx="51">
                  <c:v>0.066967972157</c:v>
                </c:pt>
                <c:pt idx="52">
                  <c:v>0.0626807182567</c:v>
                </c:pt>
                <c:pt idx="53">
                  <c:v>0.0674125816663</c:v>
                </c:pt>
                <c:pt idx="54">
                  <c:v>0.0950677145369</c:v>
                </c:pt>
                <c:pt idx="55">
                  <c:v>0.124784168666</c:v>
                </c:pt>
                <c:pt idx="56">
                  <c:v>0.108682630922</c:v>
                </c:pt>
                <c:pt idx="57">
                  <c:v>0.0742118459283</c:v>
                </c:pt>
                <c:pt idx="58">
                  <c:v>0.108629674507</c:v>
                </c:pt>
                <c:pt idx="59">
                  <c:v>0.0745322763349</c:v>
                </c:pt>
                <c:pt idx="60">
                  <c:v>0.0646073745445</c:v>
                </c:pt>
                <c:pt idx="61">
                  <c:v>0.0727159307536</c:v>
                </c:pt>
                <c:pt idx="62">
                  <c:v>0.0614387883963</c:v>
                </c:pt>
                <c:pt idx="63">
                  <c:v>0.195774356275</c:v>
                </c:pt>
                <c:pt idx="64">
                  <c:v>0.0835190925138</c:v>
                </c:pt>
                <c:pt idx="65">
                  <c:v>0.0514265748083</c:v>
                </c:pt>
                <c:pt idx="66">
                  <c:v>0.0447049503431</c:v>
                </c:pt>
                <c:pt idx="67">
                  <c:v>0.0583307410364</c:v>
                </c:pt>
                <c:pt idx="68">
                  <c:v>0.0504423982572</c:v>
                </c:pt>
                <c:pt idx="69">
                  <c:v>0.0835670385748</c:v>
                </c:pt>
                <c:pt idx="70">
                  <c:v>0.0630713326263</c:v>
                </c:pt>
                <c:pt idx="71">
                  <c:v>0.0679050874653</c:v>
                </c:pt>
                <c:pt idx="72">
                  <c:v>0.0982963986177</c:v>
                </c:pt>
                <c:pt idx="73">
                  <c:v>0.0669756224783</c:v>
                </c:pt>
                <c:pt idx="74">
                  <c:v>0.0958118753345</c:v>
                </c:pt>
                <c:pt idx="75">
                  <c:v>0.0615149935753</c:v>
                </c:pt>
                <c:pt idx="76">
                  <c:v>0.0572575434852</c:v>
                </c:pt>
                <c:pt idx="77">
                  <c:v>0.105264584695</c:v>
                </c:pt>
                <c:pt idx="78">
                  <c:v>0.0648465085635</c:v>
                </c:pt>
                <c:pt idx="79">
                  <c:v>0.070409022953</c:v>
                </c:pt>
              </c:numCache>
            </c:numRef>
          </c:yVal>
          <c:smooth val="1"/>
        </c:ser>
        <c:dLbls>
          <c:showLegendKey val="0"/>
          <c:showVal val="0"/>
          <c:showCatName val="0"/>
          <c:showSerName val="0"/>
          <c:showPercent val="0"/>
          <c:showBubbleSize val="0"/>
        </c:dLbls>
        <c:axId val="48650112"/>
        <c:axId val="48672768"/>
      </c:scatterChart>
      <c:valAx>
        <c:axId val="48650112"/>
        <c:scaling>
          <c:orientation val="minMax"/>
          <c:max val="0.45"/>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Forecast volatility</a:t>
                </a:r>
                <a:endParaRPr>
                  <a:latin typeface="Arial" panose="020B0704020202020204"/>
                  <a:ea typeface="Arial" panose="020B0704020202020204"/>
                  <a:cs typeface="Arial" panose="020B070402020202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crossBetween val="midCat"/>
      </c:valAx>
      <c:valAx>
        <c:axId val="48672768"/>
        <c:scaling>
          <c:orientation val="minMax"/>
          <c:max val="0.45"/>
          <c:min val="0"/>
        </c:scaling>
        <c:delete val="0"/>
        <c:axPos val="l"/>
        <c:majorGridlines>
          <c:spPr>
            <a:ln w="5715">
              <a:solidFill>
                <a:srgbClr val="E2E8EE"/>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Realized volatility</a:t>
                </a:r>
                <a:endParaRPr>
                  <a:latin typeface="Arial" panose="020B0704020202020204"/>
                  <a:ea typeface="Arial" panose="020B0704020202020204"/>
                  <a:cs typeface="Arial" panose="020B0704020202020204"/>
                </a:endParaRPr>
              </a:p>
            </c:rich>
          </c:tx>
          <c:layout/>
          <c:overlay val="0"/>
        </c:title>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29a9cea2-04d8-4ecd-b016-6274ba1245c9}"/>
      </c:ext>
    </c:extLst>
  </c:chart>
  <c:spPr>
    <a:solidFill>
      <a:srgbClr val="F5F7F9"/>
    </a:solidFill>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marker"/>
        <c:varyColors val="0"/>
        <c:ser>
          <c:idx val="0"/>
          <c:order val="0"/>
          <c:tx>
            <c:strRef>
              <c:f>MGRP</c:f>
              <c:strCache>
                <c:ptCount val="1"/>
                <c:pt idx="0">
                  <c:v>MGRP</c:v>
                </c:pt>
              </c:strCache>
            </c:strRef>
          </c:tx>
          <c:spPr>
            <a:ln w="0" cap="rnd">
              <a:noFill/>
              <a:prstDash val="solid"/>
              <a:round/>
            </a:ln>
          </c:spPr>
          <c:marker>
            <c:symbol val="circle"/>
            <c:size val="4"/>
            <c:spPr>
              <a:solidFill>
                <a:srgbClr val="72B5C0"/>
              </a:solidFill>
            </c:spPr>
          </c:marker>
          <c:dLbls>
            <c:delete val="1"/>
          </c:dLbls>
          <c:xVal>
            <c:numRef>
              <c:f>'Chart Data'!$A$2:$A$81</c:f>
              <c:numCache>
                <c:formatCode>General</c:formatCode>
                <c:ptCount val="80"/>
                <c:pt idx="0">
                  <c:v>0.0477579283212</c:v>
                </c:pt>
                <c:pt idx="1">
                  <c:v>0.0447823473224</c:v>
                </c:pt>
                <c:pt idx="2">
                  <c:v>0.0751524960681</c:v>
                </c:pt>
                <c:pt idx="3">
                  <c:v>0.316442704367</c:v>
                </c:pt>
                <c:pt idx="4">
                  <c:v>0.227341566374</c:v>
                </c:pt>
                <c:pt idx="5">
                  <c:v>0.168005713222</c:v>
                </c:pt>
                <c:pt idx="6">
                  <c:v>0.127048123544</c:v>
                </c:pt>
                <c:pt idx="7">
                  <c:v>0.0673463592675</c:v>
                </c:pt>
                <c:pt idx="8">
                  <c:v>0.102536520278</c:v>
                </c:pt>
                <c:pt idx="9">
                  <c:v>0.103004066895</c:v>
                </c:pt>
                <c:pt idx="10">
                  <c:v>0.133826554719</c:v>
                </c:pt>
                <c:pt idx="11">
                  <c:v>0.110113966228</c:v>
                </c:pt>
                <c:pt idx="12">
                  <c:v>0.0816807541003</c:v>
                </c:pt>
                <c:pt idx="13">
                  <c:v>0.112095258492</c:v>
                </c:pt>
                <c:pt idx="14">
                  <c:v>0.0976917032621</c:v>
                </c:pt>
                <c:pt idx="15">
                  <c:v>0.107198113771</c:v>
                </c:pt>
                <c:pt idx="16">
                  <c:v>0.0807392008651</c:v>
                </c:pt>
                <c:pt idx="17">
                  <c:v>0.0852484347113</c:v>
                </c:pt>
                <c:pt idx="18">
                  <c:v>0.0683920250518</c:v>
                </c:pt>
                <c:pt idx="19">
                  <c:v>0.094828757507</c:v>
                </c:pt>
                <c:pt idx="20">
                  <c:v>0.0560832719836</c:v>
                </c:pt>
                <c:pt idx="21">
                  <c:v>0.0907602418123</c:v>
                </c:pt>
                <c:pt idx="22">
                  <c:v>0.058728018681</c:v>
                </c:pt>
                <c:pt idx="23">
                  <c:v>0.0833232846643</c:v>
                </c:pt>
                <c:pt idx="24">
                  <c:v>0.0557970899089</c:v>
                </c:pt>
                <c:pt idx="25">
                  <c:v>0.0868834771591</c:v>
                </c:pt>
                <c:pt idx="26">
                  <c:v>0.0873455784409</c:v>
                </c:pt>
                <c:pt idx="27">
                  <c:v>0.0912432777827</c:v>
                </c:pt>
                <c:pt idx="28">
                  <c:v>0.0892254205217</c:v>
                </c:pt>
                <c:pt idx="29">
                  <c:v>0.0856267736192</c:v>
                </c:pt>
                <c:pt idx="30">
                  <c:v>0.243661636102</c:v>
                </c:pt>
                <c:pt idx="31">
                  <c:v>0.281569919464</c:v>
                </c:pt>
                <c:pt idx="32">
                  <c:v>0.245611543816</c:v>
                </c:pt>
                <c:pt idx="33">
                  <c:v>0.0570423920134</c:v>
                </c:pt>
                <c:pt idx="34">
                  <c:v>0.0623700826095</c:v>
                </c:pt>
                <c:pt idx="35">
                  <c:v>0.115377641938</c:v>
                </c:pt>
                <c:pt idx="36">
                  <c:v>0.0831202410218</c:v>
                </c:pt>
                <c:pt idx="37">
                  <c:v>0.0838360756373</c:v>
                </c:pt>
                <c:pt idx="38">
                  <c:v>0.075665978971</c:v>
                </c:pt>
                <c:pt idx="39">
                  <c:v>0.0726577462078</c:v>
                </c:pt>
                <c:pt idx="40">
                  <c:v>0.065064333175</c:v>
                </c:pt>
                <c:pt idx="41">
                  <c:v>0.0947291666171</c:v>
                </c:pt>
                <c:pt idx="42">
                  <c:v>0.0933935506813</c:v>
                </c:pt>
                <c:pt idx="43">
                  <c:v>0.119391535984</c:v>
                </c:pt>
                <c:pt idx="44">
                  <c:v>0.0729017671875</c:v>
                </c:pt>
                <c:pt idx="45">
                  <c:v>0.0939066158067</c:v>
                </c:pt>
                <c:pt idx="46">
                  <c:v>0.170307830216</c:v>
                </c:pt>
                <c:pt idx="47">
                  <c:v>0.0789926759322</c:v>
                </c:pt>
                <c:pt idx="48">
                  <c:v>0.0763128470764</c:v>
                </c:pt>
                <c:pt idx="49">
                  <c:v>0.0891393223026</c:v>
                </c:pt>
                <c:pt idx="50">
                  <c:v>0.0893975187319</c:v>
                </c:pt>
                <c:pt idx="51">
                  <c:v>0.081491600539</c:v>
                </c:pt>
                <c:pt idx="52">
                  <c:v>0.0741096935775</c:v>
                </c:pt>
                <c:pt idx="53">
                  <c:v>0.0629180014608</c:v>
                </c:pt>
                <c:pt idx="54">
                  <c:v>0.0895487338001</c:v>
                </c:pt>
                <c:pt idx="55">
                  <c:v>0.0934641526174</c:v>
                </c:pt>
                <c:pt idx="56">
                  <c:v>0.104013228955</c:v>
                </c:pt>
                <c:pt idx="57">
                  <c:v>0.106589672065</c:v>
                </c:pt>
                <c:pt idx="58">
                  <c:v>0.0803000236173</c:v>
                </c:pt>
                <c:pt idx="59">
                  <c:v>0.0868236823928</c:v>
                </c:pt>
                <c:pt idx="60">
                  <c:v>0.0728287686491</c:v>
                </c:pt>
                <c:pt idx="61">
                  <c:v>0.0776943386492</c:v>
                </c:pt>
                <c:pt idx="62">
                  <c:v>0.0757960910903</c:v>
                </c:pt>
                <c:pt idx="63">
                  <c:v>0.0713903043025</c:v>
                </c:pt>
                <c:pt idx="64">
                  <c:v>0.193809575801</c:v>
                </c:pt>
                <c:pt idx="65">
                  <c:v>0.12005802063</c:v>
                </c:pt>
                <c:pt idx="66">
                  <c:v>0.0709736099616</c:v>
                </c:pt>
                <c:pt idx="67">
                  <c:v>0.0598890820552</c:v>
                </c:pt>
                <c:pt idx="68">
                  <c:v>0.0659813148895</c:v>
                </c:pt>
                <c:pt idx="69">
                  <c:v>0.0578315705057</c:v>
                </c:pt>
                <c:pt idx="70">
                  <c:v>0.0564184926121</c:v>
                </c:pt>
                <c:pt idx="71">
                  <c:v>0.0614265717205</c:v>
                </c:pt>
                <c:pt idx="72">
                  <c:v>0.0727059225269</c:v>
                </c:pt>
                <c:pt idx="73">
                  <c:v>0.0792127567711</c:v>
                </c:pt>
                <c:pt idx="74">
                  <c:v>0.063330769285</c:v>
                </c:pt>
                <c:pt idx="75">
                  <c:v>0.125805620185</c:v>
                </c:pt>
                <c:pt idx="76">
                  <c:v>0.0902221915494</c:v>
                </c:pt>
                <c:pt idx="77">
                  <c:v>0.068984409121</c:v>
                </c:pt>
                <c:pt idx="78">
                  <c:v>0.103652819011</c:v>
                </c:pt>
                <c:pt idx="79">
                  <c:v>0.0880680374381</c:v>
                </c:pt>
              </c:numCache>
            </c:numRef>
          </c:xVal>
          <c:yVal>
            <c:numRef>
              <c:f>'Chart Data'!$B$2:$B$81</c:f>
              <c:numCache>
                <c:formatCode>0%</c:formatCode>
                <c:ptCount val="80"/>
                <c:pt idx="0">
                  <c:v>0.0485460010322</c:v>
                </c:pt>
                <c:pt idx="1">
                  <c:v>0.116770352238</c:v>
                </c:pt>
                <c:pt idx="2">
                  <c:v>0.358614976707</c:v>
                </c:pt>
                <c:pt idx="3">
                  <c:v>0.174171323769</c:v>
                </c:pt>
                <c:pt idx="4">
                  <c:v>0.154914798157</c:v>
                </c:pt>
                <c:pt idx="5">
                  <c:v>0.128778770382</c:v>
                </c:pt>
                <c:pt idx="6">
                  <c:v>0.0777830862941</c:v>
                </c:pt>
                <c:pt idx="7">
                  <c:v>0.1236402202</c:v>
                </c:pt>
                <c:pt idx="8">
                  <c:v>0.106928709308</c:v>
                </c:pt>
                <c:pt idx="9">
                  <c:v>0.112167595704</c:v>
                </c:pt>
                <c:pt idx="10">
                  <c:v>0.11432400026</c:v>
                </c:pt>
                <c:pt idx="11">
                  <c:v>0.0729887885579</c:v>
                </c:pt>
                <c:pt idx="12">
                  <c:v>0.119581213796</c:v>
                </c:pt>
                <c:pt idx="13">
                  <c:v>0.0848137663372</c:v>
                </c:pt>
                <c:pt idx="14">
                  <c:v>0.129622187975</c:v>
                </c:pt>
                <c:pt idx="15">
                  <c:v>0.0594643008383</c:v>
                </c:pt>
                <c:pt idx="16">
                  <c:v>0.104170332361</c:v>
                </c:pt>
                <c:pt idx="17">
                  <c:v>0.0784361654139</c:v>
                </c:pt>
                <c:pt idx="18">
                  <c:v>0.110233887819</c:v>
                </c:pt>
                <c:pt idx="19">
                  <c:v>0.0673406995629</c:v>
                </c:pt>
                <c:pt idx="20">
                  <c:v>0.0653158760797</c:v>
                </c:pt>
                <c:pt idx="21">
                  <c:v>0.064068479642</c:v>
                </c:pt>
                <c:pt idx="22">
                  <c:v>0.0821300671663</c:v>
                </c:pt>
                <c:pt idx="23">
                  <c:v>0.0856303799701</c:v>
                </c:pt>
                <c:pt idx="24">
                  <c:v>0.0614591153615</c:v>
                </c:pt>
                <c:pt idx="25">
                  <c:v>0.0858490150453</c:v>
                </c:pt>
                <c:pt idx="26">
                  <c:v>0.180607454201</c:v>
                </c:pt>
                <c:pt idx="27">
                  <c:v>0.103527024938</c:v>
                </c:pt>
                <c:pt idx="28">
                  <c:v>0.0968962306249</c:v>
                </c:pt>
                <c:pt idx="29">
                  <c:v>0.0986869439349</c:v>
                </c:pt>
                <c:pt idx="30">
                  <c:v>0.279566923008</c:v>
                </c:pt>
                <c:pt idx="31">
                  <c:v>0.217618877503</c:v>
                </c:pt>
                <c:pt idx="32">
                  <c:v>0.275462401288</c:v>
                </c:pt>
                <c:pt idx="33">
                  <c:v>0.0601770110891</c:v>
                </c:pt>
                <c:pt idx="34">
                  <c:v>0.0764170572077</c:v>
                </c:pt>
                <c:pt idx="35">
                  <c:v>0.0724730447059</c:v>
                </c:pt>
                <c:pt idx="36">
                  <c:v>0.0931251336532</c:v>
                </c:pt>
                <c:pt idx="37">
                  <c:v>0.0713997626112</c:v>
                </c:pt>
                <c:pt idx="38">
                  <c:v>0.108131715157</c:v>
                </c:pt>
                <c:pt idx="39">
                  <c:v>0.0661704329665</c:v>
                </c:pt>
                <c:pt idx="40">
                  <c:v>0.0611077310142</c:v>
                </c:pt>
                <c:pt idx="41">
                  <c:v>0.0864737790438</c:v>
                </c:pt>
                <c:pt idx="42">
                  <c:v>0.119488810066</c:v>
                </c:pt>
                <c:pt idx="43">
                  <c:v>0.105125873877</c:v>
                </c:pt>
                <c:pt idx="44">
                  <c:v>0.0630816226958</c:v>
                </c:pt>
                <c:pt idx="45">
                  <c:v>0.116638388341</c:v>
                </c:pt>
                <c:pt idx="46">
                  <c:v>0.163891727444</c:v>
                </c:pt>
                <c:pt idx="47">
                  <c:v>0.107515770587</c:v>
                </c:pt>
                <c:pt idx="48">
                  <c:v>0.0600047752963</c:v>
                </c:pt>
                <c:pt idx="49">
                  <c:v>0.0923851235088</c:v>
                </c:pt>
                <c:pt idx="50">
                  <c:v>0.0785492558654</c:v>
                </c:pt>
                <c:pt idx="51">
                  <c:v>0.11283674642</c:v>
                </c:pt>
                <c:pt idx="52">
                  <c:v>0.0655438669181</c:v>
                </c:pt>
                <c:pt idx="53">
                  <c:v>0.0584602198219</c:v>
                </c:pt>
                <c:pt idx="54">
                  <c:v>0.129459780129</c:v>
                </c:pt>
                <c:pt idx="55">
                  <c:v>0.160267815402</c:v>
                </c:pt>
                <c:pt idx="56">
                  <c:v>0.107808576183</c:v>
                </c:pt>
                <c:pt idx="57">
                  <c:v>0.0727129678642</c:v>
                </c:pt>
                <c:pt idx="58">
                  <c:v>0.106812743725</c:v>
                </c:pt>
                <c:pt idx="59">
                  <c:v>0.0785472418788</c:v>
                </c:pt>
                <c:pt idx="60">
                  <c:v>0.0751302616045</c:v>
                </c:pt>
                <c:pt idx="61">
                  <c:v>0.0839921735113</c:v>
                </c:pt>
                <c:pt idx="62">
                  <c:v>0.073263954067</c:v>
                </c:pt>
                <c:pt idx="63">
                  <c:v>0.229933174451</c:v>
                </c:pt>
                <c:pt idx="64">
                  <c:v>0.143219347538</c:v>
                </c:pt>
                <c:pt idx="65">
                  <c:v>0.0578920619253</c:v>
                </c:pt>
                <c:pt idx="66">
                  <c:v>0.0466891160497</c:v>
                </c:pt>
                <c:pt idx="67">
                  <c:v>0.0701622411258</c:v>
                </c:pt>
                <c:pt idx="68">
                  <c:v>0.0575915372529</c:v>
                </c:pt>
                <c:pt idx="69">
                  <c:v>0.100912629017</c:v>
                </c:pt>
                <c:pt idx="70">
                  <c:v>0.0630713326263</c:v>
                </c:pt>
                <c:pt idx="71">
                  <c:v>0.0679050874653</c:v>
                </c:pt>
                <c:pt idx="72">
                  <c:v>0.119926151429</c:v>
                </c:pt>
                <c:pt idx="73">
                  <c:v>0.0669756224783</c:v>
                </c:pt>
                <c:pt idx="74">
                  <c:v>0.0958118753345</c:v>
                </c:pt>
                <c:pt idx="75">
                  <c:v>0.078185269777</c:v>
                </c:pt>
                <c:pt idx="76">
                  <c:v>0.065694499307</c:v>
                </c:pt>
                <c:pt idx="77">
                  <c:v>0.136526464855</c:v>
                </c:pt>
                <c:pt idx="78">
                  <c:v>0.0860305832241</c:v>
                </c:pt>
                <c:pt idx="79">
                  <c:v>0.0723966383358</c:v>
                </c:pt>
              </c:numCache>
            </c:numRef>
          </c:yVal>
          <c:smooth val="1"/>
        </c:ser>
        <c:dLbls>
          <c:showLegendKey val="0"/>
          <c:showVal val="0"/>
          <c:showCatName val="0"/>
          <c:showSerName val="0"/>
          <c:showPercent val="0"/>
          <c:showBubbleSize val="0"/>
        </c:dLbls>
        <c:axId val="48650112"/>
        <c:axId val="48672768"/>
      </c:scatterChart>
      <c:valAx>
        <c:axId val="48650112"/>
        <c:scaling>
          <c:orientation val="minMax"/>
          <c:max val="0.45"/>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Forecast volatility</a:t>
                </a:r>
                <a:endParaRPr>
                  <a:latin typeface="Arial" panose="020B0704020202020204"/>
                  <a:ea typeface="Arial" panose="020B0704020202020204"/>
                  <a:cs typeface="Arial" panose="020B070402020202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crossBetween val="midCat"/>
      </c:valAx>
      <c:valAx>
        <c:axId val="48672768"/>
        <c:scaling>
          <c:orientation val="minMax"/>
          <c:max val="0.45"/>
          <c:min val="0"/>
        </c:scaling>
        <c:delete val="0"/>
        <c:axPos val="l"/>
        <c:majorGridlines>
          <c:spPr>
            <a:ln w="5715">
              <a:solidFill>
                <a:srgbClr val="E2E8EE"/>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Realized volatility</a:t>
                </a:r>
                <a:endParaRPr>
                  <a:latin typeface="Arial" panose="020B0704020202020204"/>
                  <a:ea typeface="Arial" panose="020B0704020202020204"/>
                  <a:cs typeface="Arial" panose="020B0704020202020204"/>
                </a:endParaRPr>
              </a:p>
            </c:rich>
          </c:tx>
          <c:layout/>
          <c:overlay val="0"/>
        </c:title>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a4436d63-13d0-4fc0-a64f-785ab48ecc98}"/>
      </c:ext>
    </c:extLst>
  </c:chart>
  <c:spPr>
    <a:solidFill>
      <a:srgbClr val="F5F7F9"/>
    </a:solidFill>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marker"/>
        <c:varyColors val="0"/>
        <c:ser>
          <c:idx val="0"/>
          <c:order val="0"/>
          <c:tx>
            <c:strRef>
              <c:f>MWRP</c:f>
              <c:strCache>
                <c:ptCount val="1"/>
                <c:pt idx="0">
                  <c:v>MWRP</c:v>
                </c:pt>
              </c:strCache>
            </c:strRef>
          </c:tx>
          <c:spPr>
            <a:ln w="0" cap="rnd">
              <a:noFill/>
              <a:prstDash val="solid"/>
              <a:round/>
            </a:ln>
          </c:spPr>
          <c:marker>
            <c:symbol val="circle"/>
            <c:size val="4"/>
            <c:spPr>
              <a:solidFill>
                <a:srgbClr val="12838D"/>
              </a:solidFill>
            </c:spPr>
          </c:marker>
          <c:dLbls>
            <c:delete val="1"/>
          </c:dLbls>
          <c:xVal>
            <c:numRef>
              <c:f>'Chart Data'!$A$2:$A$81</c:f>
              <c:numCache>
                <c:formatCode>General</c:formatCode>
                <c:ptCount val="80"/>
                <c:pt idx="0">
                  <c:v>0.0458639317819</c:v>
                </c:pt>
                <c:pt idx="1">
                  <c:v>0.0438982310099</c:v>
                </c:pt>
                <c:pt idx="2">
                  <c:v>0.0706247096098</c:v>
                </c:pt>
                <c:pt idx="3">
                  <c:v>0.332322455103</c:v>
                </c:pt>
                <c:pt idx="4">
                  <c:v>0.233710899283</c:v>
                </c:pt>
                <c:pt idx="5">
                  <c:v>0.167691763596</c:v>
                </c:pt>
                <c:pt idx="6">
                  <c:v>0.130792324673</c:v>
                </c:pt>
                <c:pt idx="7">
                  <c:v>0.0695829665982</c:v>
                </c:pt>
                <c:pt idx="8">
                  <c:v>0.111725709282</c:v>
                </c:pt>
                <c:pt idx="9">
                  <c:v>0.121183402175</c:v>
                </c:pt>
                <c:pt idx="10">
                  <c:v>0.141079149072</c:v>
                </c:pt>
                <c:pt idx="11">
                  <c:v>0.120245217871</c:v>
                </c:pt>
                <c:pt idx="12">
                  <c:v>0.0865943960287</c:v>
                </c:pt>
                <c:pt idx="13">
                  <c:v>0.117680516675</c:v>
                </c:pt>
                <c:pt idx="14">
                  <c:v>0.102446528972</c:v>
                </c:pt>
                <c:pt idx="15">
                  <c:v>0.102151408911</c:v>
                </c:pt>
                <c:pt idx="16">
                  <c:v>0.0798238225163</c:v>
                </c:pt>
                <c:pt idx="17">
                  <c:v>0.0879623774059</c:v>
                </c:pt>
                <c:pt idx="18">
                  <c:v>0.0695443879962</c:v>
                </c:pt>
                <c:pt idx="19">
                  <c:v>0.106939749277</c:v>
                </c:pt>
                <c:pt idx="20">
                  <c:v>0.057498032233</c:v>
                </c:pt>
                <c:pt idx="21">
                  <c:v>0.0921918732134</c:v>
                </c:pt>
                <c:pt idx="22">
                  <c:v>0.0635699150081</c:v>
                </c:pt>
                <c:pt idx="23">
                  <c:v>0.0808458566579</c:v>
                </c:pt>
                <c:pt idx="24">
                  <c:v>0.0624770168366</c:v>
                </c:pt>
                <c:pt idx="25">
                  <c:v>0.0867046076715</c:v>
                </c:pt>
                <c:pt idx="26">
                  <c:v>0.0875024245903</c:v>
                </c:pt>
                <c:pt idx="27">
                  <c:v>0.0968581671448</c:v>
                </c:pt>
                <c:pt idx="28">
                  <c:v>0.0996364122375</c:v>
                </c:pt>
                <c:pt idx="29">
                  <c:v>0.0915374930422</c:v>
                </c:pt>
                <c:pt idx="30">
                  <c:v>0.243661636102</c:v>
                </c:pt>
                <c:pt idx="31">
                  <c:v>0.281569919464</c:v>
                </c:pt>
                <c:pt idx="32">
                  <c:v>0.245611543816</c:v>
                </c:pt>
                <c:pt idx="33">
                  <c:v>0.0570423920134</c:v>
                </c:pt>
                <c:pt idx="34">
                  <c:v>0.0623700826095</c:v>
                </c:pt>
                <c:pt idx="35">
                  <c:v>0.115377641938</c:v>
                </c:pt>
                <c:pt idx="36">
                  <c:v>0.0791748924801</c:v>
                </c:pt>
                <c:pt idx="37">
                  <c:v>0.0787233828472</c:v>
                </c:pt>
                <c:pt idx="38">
                  <c:v>0.0793304400715</c:v>
                </c:pt>
                <c:pt idx="39">
                  <c:v>0.0741026394097</c:v>
                </c:pt>
                <c:pt idx="40">
                  <c:v>0.0686859895147</c:v>
                </c:pt>
                <c:pt idx="41">
                  <c:v>0.0956677620235</c:v>
                </c:pt>
                <c:pt idx="42">
                  <c:v>0.0941654710431</c:v>
                </c:pt>
                <c:pt idx="43">
                  <c:v>0.111287680453</c:v>
                </c:pt>
                <c:pt idx="44">
                  <c:v>0.0796890491092</c:v>
                </c:pt>
                <c:pt idx="45">
                  <c:v>0.0968514618818</c:v>
                </c:pt>
                <c:pt idx="46">
                  <c:v>0.170307830216</c:v>
                </c:pt>
                <c:pt idx="47">
                  <c:v>0.0816222839598</c:v>
                </c:pt>
                <c:pt idx="48">
                  <c:v>0.0748367369084</c:v>
                </c:pt>
                <c:pt idx="49">
                  <c:v>0.0914275336774</c:v>
                </c:pt>
                <c:pt idx="50">
                  <c:v>0.0874646484038</c:v>
                </c:pt>
                <c:pt idx="51">
                  <c:v>0.0828081325</c:v>
                </c:pt>
                <c:pt idx="52">
                  <c:v>0.0806259050718</c:v>
                </c:pt>
                <c:pt idx="53">
                  <c:v>0.0627656647658</c:v>
                </c:pt>
                <c:pt idx="54">
                  <c:v>0.0866211898515</c:v>
                </c:pt>
                <c:pt idx="55">
                  <c:v>0.106639502053</c:v>
                </c:pt>
                <c:pt idx="56">
                  <c:v>0.110822377292</c:v>
                </c:pt>
                <c:pt idx="57">
                  <c:v>0.112913154854</c:v>
                </c:pt>
                <c:pt idx="58">
                  <c:v>0.081245110995</c:v>
                </c:pt>
                <c:pt idx="59">
                  <c:v>0.080382612327</c:v>
                </c:pt>
                <c:pt idx="60">
                  <c:v>0.0683705914413</c:v>
                </c:pt>
                <c:pt idx="61">
                  <c:v>0.0788954563209</c:v>
                </c:pt>
                <c:pt idx="62">
                  <c:v>0.0747176326915</c:v>
                </c:pt>
                <c:pt idx="63">
                  <c:v>0.0744890790249</c:v>
                </c:pt>
                <c:pt idx="64">
                  <c:v>0.195741711438</c:v>
                </c:pt>
                <c:pt idx="65">
                  <c:v>0.12480517378</c:v>
                </c:pt>
                <c:pt idx="66">
                  <c:v>0.0734152802187</c:v>
                </c:pt>
                <c:pt idx="67">
                  <c:v>0.0623777708382</c:v>
                </c:pt>
                <c:pt idx="68">
                  <c:v>0.0663722578786</c:v>
                </c:pt>
                <c:pt idx="69">
                  <c:v>0.0662922885192</c:v>
                </c:pt>
                <c:pt idx="70">
                  <c:v>0.0635794580133</c:v>
                </c:pt>
                <c:pt idx="71">
                  <c:v>0.0712095406541</c:v>
                </c:pt>
                <c:pt idx="72">
                  <c:v>0.0730495763664</c:v>
                </c:pt>
                <c:pt idx="73">
                  <c:v>0.0905619843285</c:v>
                </c:pt>
                <c:pt idx="74">
                  <c:v>0.0732870694136</c:v>
                </c:pt>
                <c:pt idx="75">
                  <c:v>0.137582082108</c:v>
                </c:pt>
                <c:pt idx="76">
                  <c:v>0.0984022796788</c:v>
                </c:pt>
                <c:pt idx="77">
                  <c:v>0.0694600399127</c:v>
                </c:pt>
                <c:pt idx="78">
                  <c:v>0.114784036032</c:v>
                </c:pt>
                <c:pt idx="79">
                  <c:v>0.0845799324446</c:v>
                </c:pt>
              </c:numCache>
            </c:numRef>
          </c:xVal>
          <c:yVal>
            <c:numRef>
              <c:f>'Chart Data'!$B$2:$B$81</c:f>
              <c:numCache>
                <c:formatCode>0%</c:formatCode>
                <c:ptCount val="80"/>
                <c:pt idx="0">
                  <c:v>0.0515803020126</c:v>
                </c:pt>
                <c:pt idx="1">
                  <c:v>0.123989466827</c:v>
                </c:pt>
                <c:pt idx="2">
                  <c:v>0.365722476609</c:v>
                </c:pt>
                <c:pt idx="3">
                  <c:v>0.167492609918</c:v>
                </c:pt>
                <c:pt idx="4">
                  <c:v>0.157353671102</c:v>
                </c:pt>
                <c:pt idx="5">
                  <c:v>0.130067156502</c:v>
                </c:pt>
                <c:pt idx="6">
                  <c:v>0.0733161407556</c:v>
                </c:pt>
                <c:pt idx="7">
                  <c:v>0.135444989412</c:v>
                </c:pt>
                <c:pt idx="8">
                  <c:v>0.119014544701</c:v>
                </c:pt>
                <c:pt idx="9">
                  <c:v>0.121907920544</c:v>
                </c:pt>
                <c:pt idx="10">
                  <c:v>0.114834505498</c:v>
                </c:pt>
                <c:pt idx="11">
                  <c:v>0.073313132379</c:v>
                </c:pt>
                <c:pt idx="12">
                  <c:v>0.14159001291</c:v>
                </c:pt>
                <c:pt idx="13">
                  <c:v>0.0850948051865</c:v>
                </c:pt>
                <c:pt idx="14">
                  <c:v>0.146844184035</c:v>
                </c:pt>
                <c:pt idx="15">
                  <c:v>0.0633384186903</c:v>
                </c:pt>
                <c:pt idx="16">
                  <c:v>0.101161934925</c:v>
                </c:pt>
                <c:pt idx="17">
                  <c:v>0.0704152657115</c:v>
                </c:pt>
                <c:pt idx="18">
                  <c:v>0.114509358841</c:v>
                </c:pt>
                <c:pt idx="19">
                  <c:v>0.0790570900374</c:v>
                </c:pt>
                <c:pt idx="20">
                  <c:v>0.0659821223861</c:v>
                </c:pt>
                <c:pt idx="21">
                  <c:v>0.0648074033847</c:v>
                </c:pt>
                <c:pt idx="22">
                  <c:v>0.0927307838501</c:v>
                </c:pt>
                <c:pt idx="23">
                  <c:v>0.0856850955619</c:v>
                </c:pt>
                <c:pt idx="24">
                  <c:v>0.0741237948587</c:v>
                </c:pt>
                <c:pt idx="25">
                  <c:v>0.0920749179381</c:v>
                </c:pt>
                <c:pt idx="26">
                  <c:v>0.204766748723</c:v>
                </c:pt>
                <c:pt idx="27">
                  <c:v>0.0905745967484</c:v>
                </c:pt>
                <c:pt idx="28">
                  <c:v>0.106507177545</c:v>
                </c:pt>
                <c:pt idx="29">
                  <c:v>0.10908213565</c:v>
                </c:pt>
                <c:pt idx="30">
                  <c:v>0.279566923008</c:v>
                </c:pt>
                <c:pt idx="31">
                  <c:v>0.217618877503</c:v>
                </c:pt>
                <c:pt idx="32">
                  <c:v>0.275462401288</c:v>
                </c:pt>
                <c:pt idx="33">
                  <c:v>0.0601770110891</c:v>
                </c:pt>
                <c:pt idx="34">
                  <c:v>0.0764170572077</c:v>
                </c:pt>
                <c:pt idx="35">
                  <c:v>0.0724730447059</c:v>
                </c:pt>
                <c:pt idx="36">
                  <c:v>0.0957964040292</c:v>
                </c:pt>
                <c:pt idx="37">
                  <c:v>0.0691279292042</c:v>
                </c:pt>
                <c:pt idx="38">
                  <c:v>0.11616861063</c:v>
                </c:pt>
                <c:pt idx="39">
                  <c:v>0.0701236023265</c:v>
                </c:pt>
                <c:pt idx="40">
                  <c:v>0.0651146154027</c:v>
                </c:pt>
                <c:pt idx="41">
                  <c:v>0.0880583583527</c:v>
                </c:pt>
                <c:pt idx="42">
                  <c:v>0.117479151271</c:v>
                </c:pt>
                <c:pt idx="43">
                  <c:v>0.106101449943</c:v>
                </c:pt>
                <c:pt idx="44">
                  <c:v>0.0680487817696</c:v>
                </c:pt>
                <c:pt idx="45">
                  <c:v>0.107085424902</c:v>
                </c:pt>
                <c:pt idx="46">
                  <c:v>0.163891727444</c:v>
                </c:pt>
                <c:pt idx="47">
                  <c:v>0.106718762315</c:v>
                </c:pt>
                <c:pt idx="48">
                  <c:v>0.0590344514109</c:v>
                </c:pt>
                <c:pt idx="49">
                  <c:v>0.0946497119573</c:v>
                </c:pt>
                <c:pt idx="50">
                  <c:v>0.0757729422979</c:v>
                </c:pt>
                <c:pt idx="51">
                  <c:v>0.120543965824</c:v>
                </c:pt>
                <c:pt idx="52">
                  <c:v>0.068665616339</c:v>
                </c:pt>
                <c:pt idx="53">
                  <c:v>0.0585102790013</c:v>
                </c:pt>
                <c:pt idx="54">
                  <c:v>0.136562147933</c:v>
                </c:pt>
                <c:pt idx="55">
                  <c:v>0.160994934995</c:v>
                </c:pt>
                <c:pt idx="56">
                  <c:v>0.109555809223</c:v>
                </c:pt>
                <c:pt idx="57">
                  <c:v>0.0668246173328</c:v>
                </c:pt>
                <c:pt idx="58">
                  <c:v>0.104741082094</c:v>
                </c:pt>
                <c:pt idx="59">
                  <c:v>0.0745555400717</c:v>
                </c:pt>
                <c:pt idx="60">
                  <c:v>0.0776840245236</c:v>
                </c:pt>
                <c:pt idx="61">
                  <c:v>0.0882766568823</c:v>
                </c:pt>
                <c:pt idx="62">
                  <c:v>0.0713136464538</c:v>
                </c:pt>
                <c:pt idx="63">
                  <c:v>0.239547826282</c:v>
                </c:pt>
                <c:pt idx="64">
                  <c:v>0.167600559891</c:v>
                </c:pt>
                <c:pt idx="65">
                  <c:v>0.0551586623453</c:v>
                </c:pt>
                <c:pt idx="66">
                  <c:v>0.0495217287472</c:v>
                </c:pt>
                <c:pt idx="67">
                  <c:v>0.0690102081974</c:v>
                </c:pt>
                <c:pt idx="68">
                  <c:v>0.0626851052915</c:v>
                </c:pt>
                <c:pt idx="69">
                  <c:v>0.126967889068</c:v>
                </c:pt>
                <c:pt idx="70">
                  <c:v>0.0674442450511</c:v>
                </c:pt>
                <c:pt idx="71">
                  <c:v>0.0726228329519</c:v>
                </c:pt>
                <c:pt idx="72">
                  <c:v>0.133448020459</c:v>
                </c:pt>
                <c:pt idx="73">
                  <c:v>0.0808547800426</c:v>
                </c:pt>
                <c:pt idx="74">
                  <c:v>0.104046269067</c:v>
                </c:pt>
                <c:pt idx="75">
                  <c:v>0.0730867855134</c:v>
                </c:pt>
                <c:pt idx="76">
                  <c:v>0.0757895282229</c:v>
                </c:pt>
                <c:pt idx="77">
                  <c:v>0.14012358968</c:v>
                </c:pt>
                <c:pt idx="78">
                  <c:v>0.101664083263</c:v>
                </c:pt>
                <c:pt idx="79">
                  <c:v>0.0697553440807</c:v>
                </c:pt>
              </c:numCache>
            </c:numRef>
          </c:yVal>
          <c:smooth val="1"/>
        </c:ser>
        <c:dLbls>
          <c:showLegendKey val="0"/>
          <c:showVal val="0"/>
          <c:showCatName val="0"/>
          <c:showSerName val="0"/>
          <c:showPercent val="0"/>
          <c:showBubbleSize val="0"/>
        </c:dLbls>
        <c:axId val="48650112"/>
        <c:axId val="48672768"/>
      </c:scatterChart>
      <c:valAx>
        <c:axId val="48650112"/>
        <c:scaling>
          <c:orientation val="minMax"/>
          <c:max val="0.45"/>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Forecast volatility</a:t>
                </a:r>
                <a:endParaRPr>
                  <a:latin typeface="Arial" panose="020B0704020202020204"/>
                  <a:ea typeface="Arial" panose="020B0704020202020204"/>
                  <a:cs typeface="Arial" panose="020B070402020202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crossBetween val="midCat"/>
      </c:valAx>
      <c:valAx>
        <c:axId val="48672768"/>
        <c:scaling>
          <c:orientation val="minMax"/>
          <c:max val="0.45"/>
          <c:min val="0"/>
        </c:scaling>
        <c:delete val="0"/>
        <c:axPos val="l"/>
        <c:majorGridlines>
          <c:spPr>
            <a:ln w="5715">
              <a:solidFill>
                <a:srgbClr val="E2E8EE"/>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Realized volatility</a:t>
                </a:r>
                <a:endParaRPr>
                  <a:latin typeface="Arial" panose="020B0704020202020204"/>
                  <a:ea typeface="Arial" panose="020B0704020202020204"/>
                  <a:cs typeface="Arial" panose="020B0704020202020204"/>
                </a:endParaRPr>
              </a:p>
            </c:rich>
          </c:tx>
          <c:layout/>
          <c:overlay val="0"/>
        </c:title>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875af3cb-f8d1-4f73-98bb-c245da197085}"/>
      </c:ext>
    </c:extLst>
  </c:chart>
  <c:spPr>
    <a:solidFill>
      <a:srgbClr val="F5F7F9"/>
    </a:solidFill>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EWMA forecast</c:f>
              <c:strCache>
                <c:ptCount val="1"/>
                <c:pt idx="0">
                  <c:v>EWMA forecast</c:v>
                </c:pt>
              </c:strCache>
            </c:strRef>
          </c:tx>
          <c:spPr>
            <a:ln w="16193" cap="rnd">
              <a:solidFill>
                <a:srgbClr val="12838D"/>
              </a:solidFill>
              <a:prstDash val="solid"/>
              <a:round/>
            </a:ln>
          </c:spPr>
          <c:marker>
            <c:symbol val="none"/>
          </c:marker>
          <c:dLbls>
            <c:delete val="1"/>
          </c:dLbls>
          <c:cat>
            <c:strRef>
              <c:f>'Chart Data'!$A$2:$A$81</c:f>
              <c:strCache>
                <c:ptCount val="80"/>
                <c:pt idx="0">
                  <c:v>2020-01-03</c:v>
                </c:pt>
                <c:pt idx="1">
                  <c:v>2020-02-04</c:v>
                </c:pt>
                <c:pt idx="2">
                  <c:v>2020-03-03</c:v>
                </c:pt>
                <c:pt idx="3">
                  <c:v>2020-04-02</c:v>
                </c:pt>
                <c:pt idx="4">
                  <c:v>2020-05-05</c:v>
                </c:pt>
                <c:pt idx="5">
                  <c:v>2020-06-02</c:v>
                </c:pt>
                <c:pt idx="6">
                  <c:v>2020-07-02</c:v>
                </c:pt>
                <c:pt idx="7">
                  <c:v>2020-08-04</c:v>
                </c:pt>
                <c:pt idx="8">
                  <c:v>2020-09-02</c:v>
                </c:pt>
                <c:pt idx="9">
                  <c:v>2020-10-02</c:v>
                </c:pt>
                <c:pt idx="10">
                  <c:v>2020-11-03</c:v>
                </c:pt>
                <c:pt idx="11">
                  <c:v>2020-12-02</c:v>
                </c:pt>
                <c:pt idx="12">
                  <c:v>2021-01-05</c:v>
                </c:pt>
                <c:pt idx="13">
                  <c:v>2021-02-02</c:v>
                </c:pt>
                <c:pt idx="14">
                  <c:v>2021-03-02</c:v>
                </c:pt>
                <c:pt idx="15">
                  <c:v>2021-04-05</c:v>
                </c:pt>
                <c:pt idx="16">
                  <c:v>2021-05-04</c:v>
                </c:pt>
                <c:pt idx="17">
                  <c:v>2021-06-02</c:v>
                </c:pt>
                <c:pt idx="18">
                  <c:v>2021-07-02</c:v>
                </c:pt>
                <c:pt idx="19">
                  <c:v>2021-08-03</c:v>
                </c:pt>
                <c:pt idx="20">
                  <c:v>2021-09-02</c:v>
                </c:pt>
                <c:pt idx="21">
                  <c:v>2021-10-04</c:v>
                </c:pt>
                <c:pt idx="22">
                  <c:v>2021-11-02</c:v>
                </c:pt>
                <c:pt idx="23">
                  <c:v>2021-12-02</c:v>
                </c:pt>
                <c:pt idx="24">
                  <c:v>2022-01-04</c:v>
                </c:pt>
                <c:pt idx="25">
                  <c:v>2022-02-04</c:v>
                </c:pt>
                <c:pt idx="26">
                  <c:v>2022-03-02</c:v>
                </c:pt>
                <c:pt idx="27">
                  <c:v>2022-04-04</c:v>
                </c:pt>
                <c:pt idx="28">
                  <c:v>2022-05-05</c:v>
                </c:pt>
                <c:pt idx="29">
                  <c:v>2022-06-02</c:v>
                </c:pt>
                <c:pt idx="30">
                  <c:v>2022-07-05</c:v>
                </c:pt>
                <c:pt idx="31">
                  <c:v>2022-08-02</c:v>
                </c:pt>
                <c:pt idx="32">
                  <c:v>2022-09-02</c:v>
                </c:pt>
                <c:pt idx="33">
                  <c:v>2022-10-04</c:v>
                </c:pt>
                <c:pt idx="34">
                  <c:v>2022-11-02</c:v>
                </c:pt>
                <c:pt idx="35">
                  <c:v>2022-12-02</c:v>
                </c:pt>
                <c:pt idx="36">
                  <c:v>2023-01-04</c:v>
                </c:pt>
                <c:pt idx="37">
                  <c:v>2023-02-02</c:v>
                </c:pt>
                <c:pt idx="38">
                  <c:v>2023-03-02</c:v>
                </c:pt>
                <c:pt idx="39">
                  <c:v>2023-04-04</c:v>
                </c:pt>
                <c:pt idx="40">
                  <c:v>2023-05-03</c:v>
                </c:pt>
                <c:pt idx="41">
                  <c:v>2023-06-05</c:v>
                </c:pt>
                <c:pt idx="42">
                  <c:v>2023-07-05</c:v>
                </c:pt>
                <c:pt idx="43">
                  <c:v>2023-08-02</c:v>
                </c:pt>
                <c:pt idx="44">
                  <c:v>2023-09-06</c:v>
                </c:pt>
                <c:pt idx="45">
                  <c:v>2023-10-03</c:v>
                </c:pt>
                <c:pt idx="46">
                  <c:v>2023-11-02</c:v>
                </c:pt>
                <c:pt idx="47">
                  <c:v>2023-12-04</c:v>
                </c:pt>
                <c:pt idx="48">
                  <c:v>2024-01-03</c:v>
                </c:pt>
                <c:pt idx="49">
                  <c:v>2024-02-02</c:v>
                </c:pt>
                <c:pt idx="50">
                  <c:v>2024-03-04</c:v>
                </c:pt>
                <c:pt idx="51">
                  <c:v>2024-04-02</c:v>
                </c:pt>
                <c:pt idx="52">
                  <c:v>2024-05-03</c:v>
                </c:pt>
                <c:pt idx="53">
                  <c:v>2024-06-04</c:v>
                </c:pt>
                <c:pt idx="54">
                  <c:v>2024-07-02</c:v>
                </c:pt>
                <c:pt idx="55">
                  <c:v>2024-08-02</c:v>
                </c:pt>
                <c:pt idx="56">
                  <c:v>2024-09-04</c:v>
                </c:pt>
                <c:pt idx="57">
                  <c:v>2024-10-02</c:v>
                </c:pt>
                <c:pt idx="58">
                  <c:v>2024-11-04</c:v>
                </c:pt>
                <c:pt idx="59">
                  <c:v>2024-12-03</c:v>
                </c:pt>
                <c:pt idx="60">
                  <c:v>2025-01-03</c:v>
                </c:pt>
                <c:pt idx="61">
                  <c:v>2025-02-04</c:v>
                </c:pt>
                <c:pt idx="62">
                  <c:v>2025-03-04</c:v>
                </c:pt>
                <c:pt idx="63">
                  <c:v>2025-04-02</c:v>
                </c:pt>
                <c:pt idx="64">
                  <c:v>2025-05-05</c:v>
                </c:pt>
                <c:pt idx="65">
                  <c:v>2025-06-03</c:v>
                </c:pt>
                <c:pt idx="66">
                  <c:v>2025-07-02</c:v>
                </c:pt>
                <c:pt idx="67">
                  <c:v>2025-08-04</c:v>
                </c:pt>
                <c:pt idx="68">
                  <c:v>2025-09-03</c:v>
                </c:pt>
                <c:pt idx="69">
                  <c:v>2025-10-02</c:v>
                </c:pt>
                <c:pt idx="70">
                  <c:v>2025-11-04</c:v>
                </c:pt>
                <c:pt idx="71">
                  <c:v>2025-12-02</c:v>
                </c:pt>
                <c:pt idx="72">
                  <c:v>2026-01-05</c:v>
                </c:pt>
                <c:pt idx="73">
                  <c:v>2026-02-03</c:v>
                </c:pt>
                <c:pt idx="74">
                  <c:v>2026-03-03</c:v>
                </c:pt>
                <c:pt idx="75">
                  <c:v>2026-04-02</c:v>
                </c:pt>
                <c:pt idx="76">
                  <c:v>2026-05-05</c:v>
                </c:pt>
                <c:pt idx="77">
                  <c:v>2026-06-03</c:v>
                </c:pt>
                <c:pt idx="78">
                  <c:v>2026-07-02</c:v>
                </c:pt>
                <c:pt idx="79">
                  <c:v>2026-08-04</c:v>
                </c:pt>
              </c:strCache>
            </c:strRef>
          </c:cat>
          <c:val>
            <c:numRef>
              <c:f>'Chart Data'!$B$2:$B$81</c:f>
              <c:numCache>
                <c:formatCode>0%</c:formatCode>
                <c:ptCount val="80"/>
                <c:pt idx="0">
                  <c:v>0.0458639317819</c:v>
                </c:pt>
                <c:pt idx="1">
                  <c:v>0.0438982310099</c:v>
                </c:pt>
                <c:pt idx="2">
                  <c:v>0.0706247096098</c:v>
                </c:pt>
                <c:pt idx="3">
                  <c:v>0.332322455103</c:v>
                </c:pt>
                <c:pt idx="4">
                  <c:v>0.233710899283</c:v>
                </c:pt>
                <c:pt idx="5">
                  <c:v>0.167691763596</c:v>
                </c:pt>
                <c:pt idx="6">
                  <c:v>0.130792324673</c:v>
                </c:pt>
                <c:pt idx="7">
                  <c:v>0.0695829665982</c:v>
                </c:pt>
                <c:pt idx="8">
                  <c:v>0.111725709282</c:v>
                </c:pt>
                <c:pt idx="9">
                  <c:v>0.121183402175</c:v>
                </c:pt>
                <c:pt idx="10">
                  <c:v>0.141079149072</c:v>
                </c:pt>
                <c:pt idx="11">
                  <c:v>0.120245217871</c:v>
                </c:pt>
                <c:pt idx="12">
                  <c:v>0.0865943960287</c:v>
                </c:pt>
                <c:pt idx="13">
                  <c:v>0.117680516675</c:v>
                </c:pt>
                <c:pt idx="14">
                  <c:v>0.102446528972</c:v>
                </c:pt>
                <c:pt idx="15">
                  <c:v>0.102151408911</c:v>
                </c:pt>
                <c:pt idx="16">
                  <c:v>0.0798238225163</c:v>
                </c:pt>
                <c:pt idx="17">
                  <c:v>0.0879623774059</c:v>
                </c:pt>
                <c:pt idx="18">
                  <c:v>0.0695443879962</c:v>
                </c:pt>
                <c:pt idx="19">
                  <c:v>0.106939749277</c:v>
                </c:pt>
                <c:pt idx="20">
                  <c:v>0.057498032233</c:v>
                </c:pt>
                <c:pt idx="21">
                  <c:v>0.0921918732134</c:v>
                </c:pt>
                <c:pt idx="22">
                  <c:v>0.0635699150081</c:v>
                </c:pt>
                <c:pt idx="23">
                  <c:v>0.0808458566579</c:v>
                </c:pt>
                <c:pt idx="24">
                  <c:v>0.0624770168366</c:v>
                </c:pt>
                <c:pt idx="25">
                  <c:v>0.0867046076715</c:v>
                </c:pt>
                <c:pt idx="26">
                  <c:v>0.0875024245903</c:v>
                </c:pt>
                <c:pt idx="27">
                  <c:v>0.0968581671448</c:v>
                </c:pt>
                <c:pt idx="28">
                  <c:v>0.0996364122375</c:v>
                </c:pt>
                <c:pt idx="29">
                  <c:v>0.0915374930422</c:v>
                </c:pt>
                <c:pt idx="30">
                  <c:v>0.243661636102</c:v>
                </c:pt>
                <c:pt idx="31">
                  <c:v>0.281569919464</c:v>
                </c:pt>
                <c:pt idx="32">
                  <c:v>0.245611543816</c:v>
                </c:pt>
                <c:pt idx="33">
                  <c:v>0.0570423920134</c:v>
                </c:pt>
                <c:pt idx="34">
                  <c:v>0.0623700826095</c:v>
                </c:pt>
                <c:pt idx="35">
                  <c:v>0.115377641938</c:v>
                </c:pt>
                <c:pt idx="36">
                  <c:v>0.0791748924801</c:v>
                </c:pt>
                <c:pt idx="37">
                  <c:v>0.0787233828472</c:v>
                </c:pt>
                <c:pt idx="38">
                  <c:v>0.0793304400715</c:v>
                </c:pt>
                <c:pt idx="39">
                  <c:v>0.0741026394097</c:v>
                </c:pt>
                <c:pt idx="40">
                  <c:v>0.0686859895147</c:v>
                </c:pt>
                <c:pt idx="41">
                  <c:v>0.0956677620235</c:v>
                </c:pt>
                <c:pt idx="42">
                  <c:v>0.0941654710431</c:v>
                </c:pt>
                <c:pt idx="43">
                  <c:v>0.111287680453</c:v>
                </c:pt>
                <c:pt idx="44">
                  <c:v>0.0796890491092</c:v>
                </c:pt>
                <c:pt idx="45">
                  <c:v>0.0968514618818</c:v>
                </c:pt>
                <c:pt idx="46">
                  <c:v>0.170307830216</c:v>
                </c:pt>
                <c:pt idx="47">
                  <c:v>0.0816222839598</c:v>
                </c:pt>
                <c:pt idx="48">
                  <c:v>0.0748367369084</c:v>
                </c:pt>
                <c:pt idx="49">
                  <c:v>0.0914275336774</c:v>
                </c:pt>
                <c:pt idx="50">
                  <c:v>0.0874646484038</c:v>
                </c:pt>
                <c:pt idx="51">
                  <c:v>0.0828081325</c:v>
                </c:pt>
                <c:pt idx="52">
                  <c:v>0.0806259050718</c:v>
                </c:pt>
                <c:pt idx="53">
                  <c:v>0.0627656647658</c:v>
                </c:pt>
                <c:pt idx="54">
                  <c:v>0.0866211898515</c:v>
                </c:pt>
                <c:pt idx="55">
                  <c:v>0.106639502053</c:v>
                </c:pt>
                <c:pt idx="56">
                  <c:v>0.110822377292</c:v>
                </c:pt>
                <c:pt idx="57">
                  <c:v>0.112913154854</c:v>
                </c:pt>
                <c:pt idx="58">
                  <c:v>0.081245110995</c:v>
                </c:pt>
                <c:pt idx="59">
                  <c:v>0.080382612327</c:v>
                </c:pt>
                <c:pt idx="60">
                  <c:v>0.0683705914413</c:v>
                </c:pt>
                <c:pt idx="61">
                  <c:v>0.0788954563209</c:v>
                </c:pt>
                <c:pt idx="62">
                  <c:v>0.0747176326915</c:v>
                </c:pt>
                <c:pt idx="63">
                  <c:v>0.0744890790249</c:v>
                </c:pt>
                <c:pt idx="64">
                  <c:v>0.195741711438</c:v>
                </c:pt>
                <c:pt idx="65">
                  <c:v>0.12480517378</c:v>
                </c:pt>
                <c:pt idx="66">
                  <c:v>0.0734152802187</c:v>
                </c:pt>
                <c:pt idx="67">
                  <c:v>0.0623777708382</c:v>
                </c:pt>
                <c:pt idx="68">
                  <c:v>0.0663722578786</c:v>
                </c:pt>
                <c:pt idx="69">
                  <c:v>0.0662922885192</c:v>
                </c:pt>
                <c:pt idx="70">
                  <c:v>0.0635794580133</c:v>
                </c:pt>
                <c:pt idx="71">
                  <c:v>0.0712095406541</c:v>
                </c:pt>
                <c:pt idx="72">
                  <c:v>0.0730495763664</c:v>
                </c:pt>
                <c:pt idx="73">
                  <c:v>0.0905619843285</c:v>
                </c:pt>
                <c:pt idx="74">
                  <c:v>0.0732870694136</c:v>
                </c:pt>
                <c:pt idx="75">
                  <c:v>0.137582082108</c:v>
                </c:pt>
                <c:pt idx="76">
                  <c:v>0.0984022796788</c:v>
                </c:pt>
                <c:pt idx="77">
                  <c:v>0.0694600399127</c:v>
                </c:pt>
                <c:pt idx="78">
                  <c:v>0.114784036032</c:v>
                </c:pt>
                <c:pt idx="79">
                  <c:v>0.0845799324446</c:v>
                </c:pt>
              </c:numCache>
            </c:numRef>
          </c:val>
          <c:smooth val="0"/>
        </c:ser>
        <c:ser>
          <c:idx val="1"/>
          <c:order val="1"/>
          <c:tx>
            <c:strRef>
              <c:f>Realized over holding cycle</c:f>
              <c:strCache>
                <c:ptCount val="1"/>
                <c:pt idx="0">
                  <c:v>Realized over holding cycle</c:v>
                </c:pt>
              </c:strCache>
            </c:strRef>
          </c:tx>
          <c:spPr>
            <a:ln w="16193" cap="rnd">
              <a:solidFill>
                <a:srgbClr val="8196B0"/>
              </a:solidFill>
              <a:prstDash val="solid"/>
              <a:round/>
            </a:ln>
          </c:spPr>
          <c:marker>
            <c:symbol val="none"/>
          </c:marker>
          <c:dLbls>
            <c:delete val="1"/>
          </c:dLbls>
          <c:cat>
            <c:strRef>
              <c:f>'Chart Data'!$C$2:$C$81</c:f>
              <c:strCache>
                <c:ptCount val="80"/>
                <c:pt idx="0">
                  <c:v>2020-01-03</c:v>
                </c:pt>
                <c:pt idx="1">
                  <c:v>2020-02-04</c:v>
                </c:pt>
                <c:pt idx="2">
                  <c:v>2020-03-03</c:v>
                </c:pt>
                <c:pt idx="3">
                  <c:v>2020-04-02</c:v>
                </c:pt>
                <c:pt idx="4">
                  <c:v>2020-05-05</c:v>
                </c:pt>
                <c:pt idx="5">
                  <c:v>2020-06-02</c:v>
                </c:pt>
                <c:pt idx="6">
                  <c:v>2020-07-02</c:v>
                </c:pt>
                <c:pt idx="7">
                  <c:v>2020-08-04</c:v>
                </c:pt>
                <c:pt idx="8">
                  <c:v>2020-09-02</c:v>
                </c:pt>
                <c:pt idx="9">
                  <c:v>2020-10-02</c:v>
                </c:pt>
                <c:pt idx="10">
                  <c:v>2020-11-03</c:v>
                </c:pt>
                <c:pt idx="11">
                  <c:v>2020-12-02</c:v>
                </c:pt>
                <c:pt idx="12">
                  <c:v>2021-01-05</c:v>
                </c:pt>
                <c:pt idx="13">
                  <c:v>2021-02-02</c:v>
                </c:pt>
                <c:pt idx="14">
                  <c:v>2021-03-02</c:v>
                </c:pt>
                <c:pt idx="15">
                  <c:v>2021-04-05</c:v>
                </c:pt>
                <c:pt idx="16">
                  <c:v>2021-05-04</c:v>
                </c:pt>
                <c:pt idx="17">
                  <c:v>2021-06-02</c:v>
                </c:pt>
                <c:pt idx="18">
                  <c:v>2021-07-02</c:v>
                </c:pt>
                <c:pt idx="19">
                  <c:v>2021-08-03</c:v>
                </c:pt>
                <c:pt idx="20">
                  <c:v>2021-09-02</c:v>
                </c:pt>
                <c:pt idx="21">
                  <c:v>2021-10-04</c:v>
                </c:pt>
                <c:pt idx="22">
                  <c:v>2021-11-02</c:v>
                </c:pt>
                <c:pt idx="23">
                  <c:v>2021-12-02</c:v>
                </c:pt>
                <c:pt idx="24">
                  <c:v>2022-01-04</c:v>
                </c:pt>
                <c:pt idx="25">
                  <c:v>2022-02-04</c:v>
                </c:pt>
                <c:pt idx="26">
                  <c:v>2022-03-02</c:v>
                </c:pt>
                <c:pt idx="27">
                  <c:v>2022-04-04</c:v>
                </c:pt>
                <c:pt idx="28">
                  <c:v>2022-05-05</c:v>
                </c:pt>
                <c:pt idx="29">
                  <c:v>2022-06-02</c:v>
                </c:pt>
                <c:pt idx="30">
                  <c:v>2022-07-05</c:v>
                </c:pt>
                <c:pt idx="31">
                  <c:v>2022-08-02</c:v>
                </c:pt>
                <c:pt idx="32">
                  <c:v>2022-09-02</c:v>
                </c:pt>
                <c:pt idx="33">
                  <c:v>2022-10-04</c:v>
                </c:pt>
                <c:pt idx="34">
                  <c:v>2022-11-02</c:v>
                </c:pt>
                <c:pt idx="35">
                  <c:v>2022-12-02</c:v>
                </c:pt>
                <c:pt idx="36">
                  <c:v>2023-01-04</c:v>
                </c:pt>
                <c:pt idx="37">
                  <c:v>2023-02-02</c:v>
                </c:pt>
                <c:pt idx="38">
                  <c:v>2023-03-02</c:v>
                </c:pt>
                <c:pt idx="39">
                  <c:v>2023-04-04</c:v>
                </c:pt>
                <c:pt idx="40">
                  <c:v>2023-05-03</c:v>
                </c:pt>
                <c:pt idx="41">
                  <c:v>2023-06-05</c:v>
                </c:pt>
                <c:pt idx="42">
                  <c:v>2023-07-05</c:v>
                </c:pt>
                <c:pt idx="43">
                  <c:v>2023-08-02</c:v>
                </c:pt>
                <c:pt idx="44">
                  <c:v>2023-09-06</c:v>
                </c:pt>
                <c:pt idx="45">
                  <c:v>2023-10-03</c:v>
                </c:pt>
                <c:pt idx="46">
                  <c:v>2023-11-02</c:v>
                </c:pt>
                <c:pt idx="47">
                  <c:v>2023-12-04</c:v>
                </c:pt>
                <c:pt idx="48">
                  <c:v>2024-01-03</c:v>
                </c:pt>
                <c:pt idx="49">
                  <c:v>2024-02-02</c:v>
                </c:pt>
                <c:pt idx="50">
                  <c:v>2024-03-04</c:v>
                </c:pt>
                <c:pt idx="51">
                  <c:v>2024-04-02</c:v>
                </c:pt>
                <c:pt idx="52">
                  <c:v>2024-05-03</c:v>
                </c:pt>
                <c:pt idx="53">
                  <c:v>2024-06-04</c:v>
                </c:pt>
                <c:pt idx="54">
                  <c:v>2024-07-02</c:v>
                </c:pt>
                <c:pt idx="55">
                  <c:v>2024-08-02</c:v>
                </c:pt>
                <c:pt idx="56">
                  <c:v>2024-09-04</c:v>
                </c:pt>
                <c:pt idx="57">
                  <c:v>2024-10-02</c:v>
                </c:pt>
                <c:pt idx="58">
                  <c:v>2024-11-04</c:v>
                </c:pt>
                <c:pt idx="59">
                  <c:v>2024-12-03</c:v>
                </c:pt>
                <c:pt idx="60">
                  <c:v>2025-01-03</c:v>
                </c:pt>
                <c:pt idx="61">
                  <c:v>2025-02-04</c:v>
                </c:pt>
                <c:pt idx="62">
                  <c:v>2025-03-04</c:v>
                </c:pt>
                <c:pt idx="63">
                  <c:v>2025-04-02</c:v>
                </c:pt>
                <c:pt idx="64">
                  <c:v>2025-05-05</c:v>
                </c:pt>
                <c:pt idx="65">
                  <c:v>2025-06-03</c:v>
                </c:pt>
                <c:pt idx="66">
                  <c:v>2025-07-02</c:v>
                </c:pt>
                <c:pt idx="67">
                  <c:v>2025-08-04</c:v>
                </c:pt>
                <c:pt idx="68">
                  <c:v>2025-09-03</c:v>
                </c:pt>
                <c:pt idx="69">
                  <c:v>2025-10-02</c:v>
                </c:pt>
                <c:pt idx="70">
                  <c:v>2025-11-04</c:v>
                </c:pt>
                <c:pt idx="71">
                  <c:v>2025-12-02</c:v>
                </c:pt>
                <c:pt idx="72">
                  <c:v>2026-01-05</c:v>
                </c:pt>
                <c:pt idx="73">
                  <c:v>2026-02-03</c:v>
                </c:pt>
                <c:pt idx="74">
                  <c:v>2026-03-03</c:v>
                </c:pt>
                <c:pt idx="75">
                  <c:v>2026-04-02</c:v>
                </c:pt>
                <c:pt idx="76">
                  <c:v>2026-05-05</c:v>
                </c:pt>
                <c:pt idx="77">
                  <c:v>2026-06-03</c:v>
                </c:pt>
                <c:pt idx="78">
                  <c:v>2026-07-02</c:v>
                </c:pt>
                <c:pt idx="79">
                  <c:v>2026-08-04</c:v>
                </c:pt>
              </c:strCache>
            </c:strRef>
          </c:cat>
          <c:val>
            <c:numRef>
              <c:f>'Chart Data'!$D$2:$D$81</c:f>
              <c:numCache>
                <c:formatCode>0%</c:formatCode>
                <c:ptCount val="80"/>
                <c:pt idx="0">
                  <c:v>0.0515803020126</c:v>
                </c:pt>
                <c:pt idx="1">
                  <c:v>0.123989466827</c:v>
                </c:pt>
                <c:pt idx="2">
                  <c:v>0.365722476609</c:v>
                </c:pt>
                <c:pt idx="3">
                  <c:v>0.167492609918</c:v>
                </c:pt>
                <c:pt idx="4">
                  <c:v>0.157353671102</c:v>
                </c:pt>
                <c:pt idx="5">
                  <c:v>0.130067156502</c:v>
                </c:pt>
                <c:pt idx="6">
                  <c:v>0.0733161407556</c:v>
                </c:pt>
                <c:pt idx="7">
                  <c:v>0.135444989412</c:v>
                </c:pt>
                <c:pt idx="8">
                  <c:v>0.119014544701</c:v>
                </c:pt>
                <c:pt idx="9">
                  <c:v>0.121907920544</c:v>
                </c:pt>
                <c:pt idx="10">
                  <c:v>0.114834505498</c:v>
                </c:pt>
                <c:pt idx="11">
                  <c:v>0.073313132379</c:v>
                </c:pt>
                <c:pt idx="12">
                  <c:v>0.14159001291</c:v>
                </c:pt>
                <c:pt idx="13">
                  <c:v>0.0850948051865</c:v>
                </c:pt>
                <c:pt idx="14">
                  <c:v>0.146844184035</c:v>
                </c:pt>
                <c:pt idx="15">
                  <c:v>0.0633384186903</c:v>
                </c:pt>
                <c:pt idx="16">
                  <c:v>0.101161934925</c:v>
                </c:pt>
                <c:pt idx="17">
                  <c:v>0.0704152657115</c:v>
                </c:pt>
                <c:pt idx="18">
                  <c:v>0.114509358841</c:v>
                </c:pt>
                <c:pt idx="19">
                  <c:v>0.0790570900374</c:v>
                </c:pt>
                <c:pt idx="20">
                  <c:v>0.0659821223861</c:v>
                </c:pt>
                <c:pt idx="21">
                  <c:v>0.0648074033847</c:v>
                </c:pt>
                <c:pt idx="22">
                  <c:v>0.0927307838501</c:v>
                </c:pt>
                <c:pt idx="23">
                  <c:v>0.0856850955619</c:v>
                </c:pt>
                <c:pt idx="24">
                  <c:v>0.0741237948587</c:v>
                </c:pt>
                <c:pt idx="25">
                  <c:v>0.0920749179381</c:v>
                </c:pt>
                <c:pt idx="26">
                  <c:v>0.204766748723</c:v>
                </c:pt>
                <c:pt idx="27">
                  <c:v>0.0905745967484</c:v>
                </c:pt>
                <c:pt idx="28">
                  <c:v>0.106507177545</c:v>
                </c:pt>
                <c:pt idx="29">
                  <c:v>0.10908213565</c:v>
                </c:pt>
                <c:pt idx="30">
                  <c:v>0.279566923008</c:v>
                </c:pt>
                <c:pt idx="31">
                  <c:v>0.217618877503</c:v>
                </c:pt>
                <c:pt idx="32">
                  <c:v>0.275462401288</c:v>
                </c:pt>
                <c:pt idx="33">
                  <c:v>0.0601770110891</c:v>
                </c:pt>
                <c:pt idx="34">
                  <c:v>0.0764170572077</c:v>
                </c:pt>
                <c:pt idx="35">
                  <c:v>0.0724730447059</c:v>
                </c:pt>
                <c:pt idx="36">
                  <c:v>0.0957964040292</c:v>
                </c:pt>
                <c:pt idx="37">
                  <c:v>0.0691279292042</c:v>
                </c:pt>
                <c:pt idx="38">
                  <c:v>0.11616861063</c:v>
                </c:pt>
                <c:pt idx="39">
                  <c:v>0.0701236023265</c:v>
                </c:pt>
                <c:pt idx="40">
                  <c:v>0.0651146154027</c:v>
                </c:pt>
                <c:pt idx="41">
                  <c:v>0.0880583583527</c:v>
                </c:pt>
                <c:pt idx="42">
                  <c:v>0.117479151271</c:v>
                </c:pt>
                <c:pt idx="43">
                  <c:v>0.106101449943</c:v>
                </c:pt>
                <c:pt idx="44">
                  <c:v>0.0680487817696</c:v>
                </c:pt>
                <c:pt idx="45">
                  <c:v>0.107085424902</c:v>
                </c:pt>
                <c:pt idx="46">
                  <c:v>0.163891727444</c:v>
                </c:pt>
                <c:pt idx="47">
                  <c:v>0.106718762315</c:v>
                </c:pt>
                <c:pt idx="48">
                  <c:v>0.0590344514109</c:v>
                </c:pt>
                <c:pt idx="49">
                  <c:v>0.0946497119573</c:v>
                </c:pt>
                <c:pt idx="50">
                  <c:v>0.0757729422979</c:v>
                </c:pt>
                <c:pt idx="51">
                  <c:v>0.120543965824</c:v>
                </c:pt>
                <c:pt idx="52">
                  <c:v>0.068665616339</c:v>
                </c:pt>
                <c:pt idx="53">
                  <c:v>0.0585102790013</c:v>
                </c:pt>
                <c:pt idx="54">
                  <c:v>0.136562147933</c:v>
                </c:pt>
                <c:pt idx="55">
                  <c:v>0.160994934995</c:v>
                </c:pt>
                <c:pt idx="56">
                  <c:v>0.109555809223</c:v>
                </c:pt>
                <c:pt idx="57">
                  <c:v>0.0668246173328</c:v>
                </c:pt>
                <c:pt idx="58">
                  <c:v>0.104741082094</c:v>
                </c:pt>
                <c:pt idx="59">
                  <c:v>0.0745555400717</c:v>
                </c:pt>
                <c:pt idx="60">
                  <c:v>0.0776840245236</c:v>
                </c:pt>
                <c:pt idx="61">
                  <c:v>0.0882766568823</c:v>
                </c:pt>
                <c:pt idx="62">
                  <c:v>0.0713136464538</c:v>
                </c:pt>
                <c:pt idx="63">
                  <c:v>0.239547826282</c:v>
                </c:pt>
                <c:pt idx="64">
                  <c:v>0.167600559891</c:v>
                </c:pt>
                <c:pt idx="65">
                  <c:v>0.0551586623453</c:v>
                </c:pt>
                <c:pt idx="66">
                  <c:v>0.0495217287472</c:v>
                </c:pt>
                <c:pt idx="67">
                  <c:v>0.0690102081974</c:v>
                </c:pt>
                <c:pt idx="68">
                  <c:v>0.0626851052915</c:v>
                </c:pt>
                <c:pt idx="69">
                  <c:v>0.126967889068</c:v>
                </c:pt>
                <c:pt idx="70">
                  <c:v>0.0674442450511</c:v>
                </c:pt>
                <c:pt idx="71">
                  <c:v>0.0726228329519</c:v>
                </c:pt>
                <c:pt idx="72">
                  <c:v>0.133448020459</c:v>
                </c:pt>
                <c:pt idx="73">
                  <c:v>0.0808547800426</c:v>
                </c:pt>
                <c:pt idx="74">
                  <c:v>0.104046269067</c:v>
                </c:pt>
                <c:pt idx="75">
                  <c:v>0.0730867855134</c:v>
                </c:pt>
                <c:pt idx="76">
                  <c:v>0.0757895282229</c:v>
                </c:pt>
                <c:pt idx="77">
                  <c:v>0.14012358968</c:v>
                </c:pt>
                <c:pt idx="78">
                  <c:v>0.101664083263</c:v>
                </c:pt>
                <c:pt idx="79">
                  <c:v>0.0697553440807</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legend>
      <c:legendPos val="t"/>
      <c:layout/>
      <c:overlay val="0"/>
      <c:txPr>
        <a:bodyPr rot="0" spcFirstLastPara="0" vertOverflow="ellipsis" vert="horz" wrap="square" anchor="ctr" anchorCtr="1"/>
        <a:lstStyle/>
        <a:p>
          <a:pPr>
            <a:defRPr lang="zh-CN" sz="1125" b="0" i="0" u="none" strike="noStrike" kern="1200" baseline="0">
              <a:solidFill>
                <a:srgbClr val="132A43"/>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79c04332-d14a-451c-8327-cc59998cb059}"/>
      </c:ext>
    </c:extLst>
  </c:chart>
  <c:spPr>
    <a:solidFill>
      <a:srgbClr val="F5F7F9"/>
    </a:solidFill>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marker"/>
        <c:varyColors val="0"/>
        <c:ser>
          <c:idx val="0"/>
          <c:order val="0"/>
          <c:tx>
            <c:strRef>
              <c:f>Equal Weight</c:f>
              <c:strCache>
                <c:ptCount val="1"/>
                <c:pt idx="0">
                  <c:v>Equal Weight</c:v>
                </c:pt>
              </c:strCache>
            </c:strRef>
          </c:tx>
          <c:spPr>
            <a:ln w="0" cap="rnd">
              <a:noFill/>
              <a:prstDash val="solid"/>
              <a:round/>
            </a:ln>
          </c:spPr>
          <c:marker>
            <c:symbol val="circle"/>
            <c:size val="8"/>
            <c:spPr>
              <a:solidFill>
                <a:srgbClr val="657582"/>
              </a:solidFill>
            </c:spPr>
          </c:marker>
          <c:dLbls>
            <c:spPr>
              <a:noFill/>
              <a:ln>
                <a:noFill/>
              </a:ln>
              <a:effectLst/>
            </c:spPr>
            <c:txPr>
              <a:bodyPr rot="0" spcFirstLastPara="0" vertOverflow="ellipsis" vert="horz" wrap="square" lIns="38100" tIns="19050" rIns="38100" bIns="19050" anchor="ctr" anchorCtr="1"/>
              <a:lstStyle/>
              <a:p>
                <a:pPr>
                  <a:defRPr lang="zh-CN" sz="1425" b="0" i="0" u="none" strike="noStrike" kern="1200" baseline="0">
                    <a:solidFill>
                      <a:schemeClr val="tx1"/>
                    </a:solidFill>
                    <a:latin typeface="Arial" panose="020B0704020202020204"/>
                    <a:ea typeface="Arial" panose="020B0704020202020204"/>
                    <a:cs typeface="Arial" panose="020B0704020202020204"/>
                  </a:defRPr>
                </a:pPr>
              </a:p>
            </c:txPr>
            <c:dLblPos val="r"/>
            <c:showLegendKey val="0"/>
            <c:showVal val="0"/>
            <c:showCatName val="0"/>
            <c:showSerName val="1"/>
            <c:showPercent val="0"/>
            <c:showBubbleSize val="0"/>
            <c:showLeaderLines val="0"/>
            <c:extLst>
              <c:ext xmlns:c15="http://schemas.microsoft.com/office/drawing/2012/chart" uri="{CE6537A1-D6FC-4f65-9D91-7224C49458BB}">
                <c15:layout/>
                <c15:showLeaderLines val="0"/>
                <c15:leaderLines/>
              </c:ext>
            </c:extLst>
          </c:dLbls>
          <c:xVal>
            <c:numRef>
              <c:f>'Chart Data'!$A$2:$A$2</c:f>
              <c:numCache>
                <c:formatCode>General</c:formatCode>
                <c:ptCount val="1"/>
                <c:pt idx="0">
                  <c:v>0.09991079995</c:v>
                </c:pt>
              </c:numCache>
            </c:numRef>
          </c:xVal>
          <c:yVal>
            <c:numRef>
              <c:f>'Chart Data'!$B$2:$B$2</c:f>
              <c:numCache>
                <c:formatCode>0%</c:formatCode>
                <c:ptCount val="1"/>
                <c:pt idx="0">
                  <c:v>0.187121651739</c:v>
                </c:pt>
              </c:numCache>
            </c:numRef>
          </c:yVal>
          <c:smooth val="1"/>
        </c:ser>
        <c:ser>
          <c:idx val="1"/>
          <c:order val="1"/>
          <c:tx>
            <c:strRef>
              <c:f>EWMA Risk Parity</c:f>
              <c:strCache>
                <c:ptCount val="1"/>
                <c:pt idx="0">
                  <c:v>EWMA Risk Parity</c:v>
                </c:pt>
              </c:strCache>
            </c:strRef>
          </c:tx>
          <c:spPr>
            <a:ln w="0" cap="rnd">
              <a:noFill/>
              <a:prstDash val="solid"/>
              <a:round/>
            </a:ln>
          </c:spPr>
          <c:marker>
            <c:symbol val="circle"/>
            <c:size val="8"/>
            <c:spPr>
              <a:solidFill>
                <a:srgbClr val="81749D"/>
              </a:solidFill>
            </c:spPr>
          </c:marker>
          <c:dLbls>
            <c:spPr>
              <a:noFill/>
              <a:ln>
                <a:noFill/>
              </a:ln>
              <a:effectLst/>
            </c:spPr>
            <c:txPr>
              <a:bodyPr rot="0" spcFirstLastPara="0" vertOverflow="ellipsis" vert="horz" wrap="square" lIns="38100" tIns="19050" rIns="38100" bIns="19050" anchor="ctr" anchorCtr="1"/>
              <a:lstStyle/>
              <a:p>
                <a:pPr>
                  <a:defRPr lang="zh-CN" sz="1425" b="0" i="0" u="none" strike="noStrike" kern="1200" baseline="0">
                    <a:solidFill>
                      <a:schemeClr val="tx1"/>
                    </a:solidFill>
                    <a:latin typeface="Arial" panose="020B0704020202020204"/>
                    <a:ea typeface="Arial" panose="020B0704020202020204"/>
                    <a:cs typeface="Arial" panose="020B0704020202020204"/>
                  </a:defRPr>
                </a:pPr>
              </a:p>
            </c:txPr>
            <c:dLblPos val="r"/>
            <c:showLegendKey val="0"/>
            <c:showVal val="0"/>
            <c:showCatName val="0"/>
            <c:showSerName val="1"/>
            <c:showPercent val="0"/>
            <c:showBubbleSize val="0"/>
            <c:showLeaderLines val="0"/>
            <c:extLst>
              <c:ext xmlns:c15="http://schemas.microsoft.com/office/drawing/2012/chart" uri="{CE6537A1-D6FC-4f65-9D91-7224C49458BB}">
                <c15:layout/>
                <c15:showLeaderLines val="0"/>
                <c15:leaderLines/>
              </c:ext>
            </c:extLst>
          </c:dLbls>
          <c:xVal>
            <c:numRef>
              <c:f>'Chart Data'!$C$2:$C$2</c:f>
              <c:numCache>
                <c:formatCode>General</c:formatCode>
                <c:ptCount val="1"/>
                <c:pt idx="0">
                  <c:v>0.0810939127792</c:v>
                </c:pt>
              </c:numCache>
            </c:numRef>
          </c:xVal>
          <c:yVal>
            <c:numRef>
              <c:f>'Chart Data'!$D$2:$D$2</c:f>
              <c:numCache>
                <c:formatCode>0%</c:formatCode>
                <c:ptCount val="1"/>
                <c:pt idx="0">
                  <c:v>0.165879525364</c:v>
                </c:pt>
              </c:numCache>
            </c:numRef>
          </c:yVal>
          <c:smooth val="1"/>
        </c:ser>
        <c:ser>
          <c:idx val="2"/>
          <c:order val="2"/>
          <c:tx>
            <c:strRef>
              <c:f>Dual Momentum</c:f>
              <c:strCache>
                <c:ptCount val="1"/>
                <c:pt idx="0">
                  <c:v>Dual Momentum</c:v>
                </c:pt>
              </c:strCache>
            </c:strRef>
          </c:tx>
          <c:spPr>
            <a:ln w="0" cap="rnd">
              <a:noFill/>
              <a:prstDash val="solid"/>
              <a:round/>
            </a:ln>
          </c:spPr>
          <c:marker>
            <c:symbol val="circle"/>
            <c:size val="8"/>
            <c:spPr>
              <a:solidFill>
                <a:srgbClr val="8196B0"/>
              </a:solidFill>
            </c:spPr>
          </c:marker>
          <c:dLbls>
            <c:spPr>
              <a:noFill/>
              <a:ln>
                <a:noFill/>
              </a:ln>
              <a:effectLst/>
            </c:spPr>
            <c:txPr>
              <a:bodyPr rot="0" spcFirstLastPara="0" vertOverflow="ellipsis" vert="horz" wrap="square" lIns="38100" tIns="19050" rIns="38100" bIns="19050" anchor="ctr" anchorCtr="1"/>
              <a:lstStyle/>
              <a:p>
                <a:pPr>
                  <a:defRPr lang="zh-CN" sz="1425" b="0" i="0" u="none" strike="noStrike" kern="1200" baseline="0">
                    <a:solidFill>
                      <a:schemeClr val="tx1"/>
                    </a:solidFill>
                    <a:latin typeface="Arial" panose="020B0704020202020204"/>
                    <a:ea typeface="Arial" panose="020B0704020202020204"/>
                    <a:cs typeface="Arial" panose="020B0704020202020204"/>
                  </a:defRPr>
                </a:pPr>
              </a:p>
            </c:txPr>
            <c:dLblPos val="r"/>
            <c:showLegendKey val="0"/>
            <c:showVal val="0"/>
            <c:showCatName val="0"/>
            <c:showSerName val="1"/>
            <c:showPercent val="0"/>
            <c:showBubbleSize val="0"/>
            <c:showLeaderLines val="0"/>
            <c:extLst>
              <c:ext xmlns:c15="http://schemas.microsoft.com/office/drawing/2012/chart" uri="{CE6537A1-D6FC-4f65-9D91-7224C49458BB}">
                <c15:layout/>
                <c15:showLeaderLines val="0"/>
                <c15:leaderLines/>
              </c:ext>
            </c:extLst>
          </c:dLbls>
          <c:xVal>
            <c:numRef>
              <c:f>'Chart Data'!$E$2:$E$2</c:f>
              <c:numCache>
                <c:formatCode>General</c:formatCode>
                <c:ptCount val="1"/>
                <c:pt idx="0">
                  <c:v>0.147590535016</c:v>
                </c:pt>
              </c:numCache>
            </c:numRef>
          </c:xVal>
          <c:yVal>
            <c:numRef>
              <c:f>'Chart Data'!$F$2:$F$2</c:f>
              <c:numCache>
                <c:formatCode>0%</c:formatCode>
                <c:ptCount val="1"/>
                <c:pt idx="0">
                  <c:v>0.272558939611</c:v>
                </c:pt>
              </c:numCache>
            </c:numRef>
          </c:yVal>
          <c:smooth val="1"/>
        </c:ser>
        <c:ser>
          <c:idx val="3"/>
          <c:order val="3"/>
          <c:tx>
            <c:strRef>
              <c:f>MGRP</c:f>
              <c:strCache>
                <c:ptCount val="1"/>
                <c:pt idx="0">
                  <c:v>MGRP</c:v>
                </c:pt>
              </c:strCache>
            </c:strRef>
          </c:tx>
          <c:spPr>
            <a:ln w="0" cap="rnd">
              <a:noFill/>
              <a:prstDash val="solid"/>
              <a:round/>
            </a:ln>
          </c:spPr>
          <c:marker>
            <c:symbol val="circle"/>
            <c:size val="8"/>
            <c:spPr>
              <a:solidFill>
                <a:srgbClr val="72B5C0"/>
              </a:solidFill>
            </c:spPr>
          </c:marker>
          <c:dLbls>
            <c:spPr>
              <a:noFill/>
              <a:ln>
                <a:noFill/>
              </a:ln>
              <a:effectLst/>
            </c:spPr>
            <c:txPr>
              <a:bodyPr rot="0" spcFirstLastPara="0" vertOverflow="ellipsis" vert="horz" wrap="square" lIns="38100" tIns="19050" rIns="38100" bIns="19050" anchor="ctr" anchorCtr="1"/>
              <a:lstStyle/>
              <a:p>
                <a:pPr>
                  <a:defRPr lang="zh-CN" sz="1425" b="0" i="0" u="none" strike="noStrike" kern="1200" baseline="0">
                    <a:solidFill>
                      <a:schemeClr val="tx1"/>
                    </a:solidFill>
                    <a:latin typeface="Arial" panose="020B0704020202020204"/>
                    <a:ea typeface="Arial" panose="020B0704020202020204"/>
                    <a:cs typeface="Arial" panose="020B0704020202020204"/>
                  </a:defRPr>
                </a:pPr>
              </a:p>
            </c:txPr>
            <c:dLblPos val="l"/>
            <c:showLegendKey val="0"/>
            <c:showVal val="0"/>
            <c:showCatName val="0"/>
            <c:showSerName val="1"/>
            <c:showPercent val="0"/>
            <c:showBubbleSize val="0"/>
            <c:showLeaderLines val="0"/>
            <c:extLst>
              <c:ext xmlns:c15="http://schemas.microsoft.com/office/drawing/2012/chart" uri="{CE6537A1-D6FC-4f65-9D91-7224C49458BB}">
                <c15:layout/>
                <c15:showLeaderLines val="0"/>
                <c15:leaderLines/>
              </c:ext>
            </c:extLst>
          </c:dLbls>
          <c:xVal>
            <c:numRef>
              <c:f>'Chart Data'!$G$2:$G$2</c:f>
              <c:numCache>
                <c:formatCode>General</c:formatCode>
                <c:ptCount val="1"/>
                <c:pt idx="0">
                  <c:v>0.0974280946839</c:v>
                </c:pt>
              </c:numCache>
            </c:numRef>
          </c:xVal>
          <c:yVal>
            <c:numRef>
              <c:f>'Chart Data'!$H$2:$H$2</c:f>
              <c:numCache>
                <c:formatCode>0%</c:formatCode>
                <c:ptCount val="1"/>
                <c:pt idx="0">
                  <c:v>0.21253578609</c:v>
                </c:pt>
              </c:numCache>
            </c:numRef>
          </c:yVal>
          <c:smooth val="1"/>
        </c:ser>
        <c:ser>
          <c:idx val="4"/>
          <c:order val="4"/>
          <c:tx>
            <c:strRef>
              <c:f>MWRP</c:f>
              <c:strCache>
                <c:ptCount val="1"/>
                <c:pt idx="0">
                  <c:v>MWRP</c:v>
                </c:pt>
              </c:strCache>
            </c:strRef>
          </c:tx>
          <c:spPr>
            <a:ln w="0" cap="rnd">
              <a:noFill/>
              <a:prstDash val="solid"/>
              <a:round/>
            </a:ln>
          </c:spPr>
          <c:marker>
            <c:symbol val="diamond"/>
            <c:size val="11"/>
            <c:spPr>
              <a:solidFill>
                <a:srgbClr val="12838D"/>
              </a:solidFill>
            </c:spPr>
          </c:marker>
          <c:dLbls>
            <c:spPr>
              <a:noFill/>
              <a:ln>
                <a:noFill/>
              </a:ln>
              <a:effectLst/>
            </c:spPr>
            <c:txPr>
              <a:bodyPr rot="0" spcFirstLastPara="0" vertOverflow="ellipsis" vert="horz" wrap="square" lIns="38100" tIns="19050" rIns="38100" bIns="19050" anchor="ctr" anchorCtr="1"/>
              <a:lstStyle/>
              <a:p>
                <a:pPr>
                  <a:defRPr lang="zh-CN" sz="1425" b="0" i="0" u="none" strike="noStrike" kern="1200" baseline="0">
                    <a:solidFill>
                      <a:schemeClr val="tx1"/>
                    </a:solidFill>
                    <a:latin typeface="Arial" panose="020B0704020202020204"/>
                    <a:ea typeface="Arial" panose="020B0704020202020204"/>
                    <a:cs typeface="Arial" panose="020B0704020202020204"/>
                  </a:defRPr>
                </a:pPr>
              </a:p>
            </c:txPr>
            <c:dLblPos val="r"/>
            <c:showLegendKey val="0"/>
            <c:showVal val="0"/>
            <c:showCatName val="0"/>
            <c:showSerName val="1"/>
            <c:showPercent val="0"/>
            <c:showBubbleSize val="0"/>
            <c:showLeaderLines val="0"/>
            <c:extLst>
              <c:ext xmlns:c15="http://schemas.microsoft.com/office/drawing/2012/chart" uri="{CE6537A1-D6FC-4f65-9D91-7224C49458BB}">
                <c15:layout/>
                <c15:showLeaderLines val="0"/>
                <c15:leaderLines/>
              </c:ext>
            </c:extLst>
          </c:dLbls>
          <c:xVal>
            <c:numRef>
              <c:f>'Chart Data'!$I$2:$I$2</c:f>
              <c:numCache>
                <c:formatCode>General</c:formatCode>
                <c:ptCount val="1"/>
                <c:pt idx="0">
                  <c:v>0.10235747441</c:v>
                </c:pt>
              </c:numCache>
            </c:numRef>
          </c:xVal>
          <c:yVal>
            <c:numRef>
              <c:f>'Chart Data'!$J$2:$J$2</c:f>
              <c:numCache>
                <c:formatCode>0%</c:formatCode>
                <c:ptCount val="1"/>
                <c:pt idx="0">
                  <c:v>0.237527694128</c:v>
                </c:pt>
              </c:numCache>
            </c:numRef>
          </c:yVal>
          <c:smooth val="1"/>
        </c:ser>
        <c:dLbls>
          <c:showLegendKey val="0"/>
          <c:showVal val="0"/>
          <c:showCatName val="0"/>
          <c:showSerName val="0"/>
          <c:showPercent val="0"/>
          <c:showBubbleSize val="0"/>
        </c:dLbls>
        <c:axId val="48650112"/>
        <c:axId val="48672768"/>
      </c:scatterChart>
      <c:valAx>
        <c:axId val="48650112"/>
        <c:scaling>
          <c:orientation val="minMax"/>
          <c:max val="0.21"/>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Annualized volatility</a:t>
                </a:r>
                <a:endParaRPr>
                  <a:latin typeface="Arial" panose="020B0704020202020204"/>
                  <a:ea typeface="Arial" panose="020B0704020202020204"/>
                  <a:cs typeface="Arial" panose="020B070402020202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crossBetween val="midCat"/>
      </c:valAx>
      <c:valAx>
        <c:axId val="48672768"/>
        <c:scaling>
          <c:orientation val="minMax"/>
          <c:max val="0.34"/>
          <c:min val="0"/>
        </c:scaling>
        <c:delete val="0"/>
        <c:axPos val="l"/>
        <c:majorGridlines>
          <c:spPr>
            <a:ln w="5715">
              <a:solidFill>
                <a:srgbClr val="E2E8EE"/>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Net CAGR</a:t>
                </a:r>
                <a:endParaRPr>
                  <a:latin typeface="Arial" panose="020B0704020202020204"/>
                  <a:ea typeface="Arial" panose="020B0704020202020204"/>
                  <a:cs typeface="Arial" panose="020B0704020202020204"/>
                </a:endParaRPr>
              </a:p>
            </c:rich>
          </c:tx>
          <c:layout/>
          <c:overlay val="0"/>
        </c:title>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a6e76ce0-4982-4ab1-9746-cc862da89207}"/>
      </c:ext>
    </c:extLst>
  </c:chart>
  <c:spPr>
    <a:solidFill>
      <a:srgbClr val="F5F7F9"/>
    </a:solidFill>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Net CAGR</c:f>
              <c:strCache>
                <c:ptCount val="1"/>
                <c:pt idx="0">
                  <c:v>Net CAGR</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c:formatCode>
                <c:ptCount val="5"/>
                <c:pt idx="0">
                  <c:v>0.237527694128</c:v>
                </c:pt>
                <c:pt idx="1">
                  <c:v>0.21253578609</c:v>
                </c:pt>
                <c:pt idx="2">
                  <c:v>0.272558939611</c:v>
                </c:pt>
                <c:pt idx="3">
                  <c:v>0.165879525364</c:v>
                </c:pt>
                <c:pt idx="4">
                  <c:v>0.187121651739</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39092c45-6d42-4fc0-84cc-3b127d80b58d}"/>
      </c:ext>
    </c:extLst>
  </c:chart>
  <c:spPr>
    <a:solidFill>
      <a:srgbClr val="F5F7F9"/>
    </a:solidFill>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Sharpe ratio</c:f>
              <c:strCache>
                <c:ptCount val="1"/>
                <c:pt idx="0">
                  <c:v>Sharpe ratio</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0.000</c:formatCode>
                <c:ptCount val="5"/>
                <c:pt idx="0">
                  <c:v>2.08205130036</c:v>
                </c:pt>
                <c:pt idx="1">
                  <c:v>1.97804415543</c:v>
                </c:pt>
                <c:pt idx="2">
                  <c:v>1.66695582275</c:v>
                </c:pt>
                <c:pt idx="3">
                  <c:v>1.88633936235</c:v>
                </c:pt>
                <c:pt idx="4">
                  <c:v>1.72435866796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350dbde9-a25b-46e0-bc52-25ecd0031815}"/>
      </c:ext>
    </c:extLst>
  </c:chart>
  <c:spPr>
    <a:solidFill>
      <a:srgbClr val="F5F7F9"/>
    </a:solidFill>
  </c:spPr>
  <c:txPr>
    <a:bodyPr/>
    <a:lstStyle/>
    <a:p>
      <a:pPr>
        <a:defRPr lang="zh-CN"/>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Annualized volatility</c:f>
              <c:strCache>
                <c:ptCount val="1"/>
                <c:pt idx="0">
                  <c:v>Annualized volatility</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c:formatCode>
                <c:ptCount val="5"/>
                <c:pt idx="0">
                  <c:v>0.10235747441</c:v>
                </c:pt>
                <c:pt idx="1">
                  <c:v>0.0974280946839</c:v>
                </c:pt>
                <c:pt idx="2">
                  <c:v>0.147590535016</c:v>
                </c:pt>
                <c:pt idx="3">
                  <c:v>0.0810939127792</c:v>
                </c:pt>
                <c:pt idx="4">
                  <c:v>0.09991079995</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95ab6c0a-49be-498f-b814-e7b608faaf08}"/>
      </c:ext>
    </c:extLst>
  </c:chart>
  <c:spPr>
    <a:solidFill>
      <a:srgbClr val="F5F7F9"/>
    </a:solidFill>
  </c:spPr>
  <c:txPr>
    <a:bodyPr/>
    <a:lstStyle/>
    <a:p>
      <a:pPr>
        <a:defRPr lang="zh-CN"/>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Maximum drawdown</c:f>
              <c:strCache>
                <c:ptCount val="1"/>
                <c:pt idx="0">
                  <c:v>Maximum drawdown</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c:formatCode>
                <c:ptCount val="5"/>
                <c:pt idx="0">
                  <c:v>-0.0915136664456</c:v>
                </c:pt>
                <c:pt idx="1">
                  <c:v>-0.0965625082773</c:v>
                </c:pt>
                <c:pt idx="2">
                  <c:v>-0.124738415746</c:v>
                </c:pt>
                <c:pt idx="3">
                  <c:v>-0.0878896263591</c:v>
                </c:pt>
                <c:pt idx="4">
                  <c:v>-0.0868016525976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1e-10"/>
          <c:min val="-0.15"/>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513015e7-a3cb-4e04-b720-a254e39e101a}"/>
      </c:ext>
    </c:extLst>
  </c:chart>
  <c:spPr>
    <a:solidFill>
      <a:srgbClr val="F5F7F9"/>
    </a:solidFill>
  </c:spPr>
  <c:txPr>
    <a:bodyPr/>
    <a:lstStyle/>
    <a:p>
      <a:pPr>
        <a:defRPr lang="zh-CN"/>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One-way turnover per rebalance</c:f>
              <c:strCache>
                <c:ptCount val="1"/>
                <c:pt idx="0">
                  <c:v>One-way turnover per rebalance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c:formatCode>
                <c:ptCount val="5"/>
                <c:pt idx="0">
                  <c:v>0.209036282295</c:v>
                </c:pt>
                <c:pt idx="1">
                  <c:v>0.233479231835</c:v>
                </c:pt>
                <c:pt idx="2">
                  <c:v>0.219244544441</c:v>
                </c:pt>
                <c:pt idx="3">
                  <c:v>0.0865647331629</c:v>
                </c:pt>
                <c:pt idx="4">
                  <c:v>0.0131449583645</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9a14d66f-d73e-4020-af37-8ddecef21720}"/>
      </c:ext>
    </c:extLst>
  </c:chart>
  <c:spPr>
    <a:solidFill>
      <a:srgbClr val="F5F7F9"/>
    </a:solidFill>
  </c:spPr>
  <c:txPr>
    <a:bodyPr/>
    <a:lstStyle/>
    <a:p>
      <a:pPr>
        <a:defRPr lang="zh-CN"/>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Mean effective holdings</c:f>
              <c:strCache>
                <c:ptCount val="1"/>
                <c:pt idx="0">
                  <c:v>Mean effective holdings</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0.00</c:formatCode>
                <c:ptCount val="5"/>
                <c:pt idx="0">
                  <c:v>3.44682706778</c:v>
                </c:pt>
                <c:pt idx="1">
                  <c:v>3.64749665971</c:v>
                </c:pt>
                <c:pt idx="2">
                  <c:v>1.999035107</c:v>
                </c:pt>
                <c:pt idx="3">
                  <c:v>4.93016640653</c:v>
                </c:pt>
                <c:pt idx="4">
                  <c:v>5.99611360864</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25171b57-62f2-4f43-8c96-771dc287889a}"/>
      </c:ext>
    </c:extLst>
  </c:chart>
  <c:spPr>
    <a:solidFill>
      <a:srgbClr val="F5F7F9"/>
    </a:solidFill>
  </c:spPr>
  <c:txPr>
    <a:bodyPr/>
    <a:lstStyle/>
    <a:p>
      <a:pPr>
        <a:defRPr lang="zh-CN"/>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Dual Momentum</c:f>
              <c:strCache>
                <c:ptCount val="1"/>
                <c:pt idx="0">
                  <c:v>Dual Momentum</c:v>
                </c:pt>
              </c:strCache>
            </c:strRef>
          </c:tx>
          <c:spPr>
            <a:ln w="16193" cap="rnd">
              <a:solidFill>
                <a:srgbClr val="8196B0"/>
              </a:solidFill>
              <a:prstDash val="solid"/>
              <a:round/>
            </a:ln>
          </c:spPr>
          <c:marker>
            <c:symbol val="none"/>
          </c:marker>
          <c:dLbls>
            <c:delete val="1"/>
          </c:dLbls>
          <c:cat>
            <c:strRef>
              <c:f>'Chart Data'!$A$2:$A$704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Data'!$B$2:$B$704</c:f>
              <c:numCache>
                <c:formatCode>0.00</c:formatCode>
                <c:ptCount val="703"/>
                <c:pt idx="0">
                  <c:v>1</c:v>
                </c:pt>
                <c:pt idx="1">
                  <c:v>0.992734552273</c:v>
                </c:pt>
                <c:pt idx="2">
                  <c:v>0.999390423953</c:v>
                </c:pt>
                <c:pt idx="3">
                  <c:v>0.999825853652</c:v>
                </c:pt>
                <c:pt idx="4">
                  <c:v>1.0013417181</c:v>
                </c:pt>
                <c:pt idx="5">
                  <c:v>1.00473298304</c:v>
                </c:pt>
                <c:pt idx="6">
                  <c:v>1.00339755887</c:v>
                </c:pt>
                <c:pt idx="7">
                  <c:v>1.00684596144</c:v>
                </c:pt>
                <c:pt idx="8">
                  <c:v>1.00749634083</c:v>
                </c:pt>
                <c:pt idx="9">
                  <c:v>1.01173761528</c:v>
                </c:pt>
                <c:pt idx="10">
                  <c:v>1.01357164504</c:v>
                </c:pt>
                <c:pt idx="11">
                  <c:v>1.00846505446</c:v>
                </c:pt>
                <c:pt idx="12">
                  <c:v>1.00649229772</c:v>
                </c:pt>
                <c:pt idx="13">
                  <c:v>1.01658944743</c:v>
                </c:pt>
                <c:pt idx="14">
                  <c:v>1.02400379188</c:v>
                </c:pt>
                <c:pt idx="15">
                  <c:v>1.02067680866</c:v>
                </c:pt>
                <c:pt idx="16">
                  <c:v>1.02555836569</c:v>
                </c:pt>
                <c:pt idx="17">
                  <c:v>1.02091979612</c:v>
                </c:pt>
                <c:pt idx="18">
                  <c:v>1.02483838629</c:v>
                </c:pt>
                <c:pt idx="19">
                  <c:v>1.0242978152</c:v>
                </c:pt>
                <c:pt idx="20">
                  <c:v>1.03328872724</c:v>
                </c:pt>
                <c:pt idx="21">
                  <c:v>1.03175638843</c:v>
                </c:pt>
                <c:pt idx="22">
                  <c:v>1.02250720679</c:v>
                </c:pt>
                <c:pt idx="23">
                  <c:v>1.03539616645</c:v>
                </c:pt>
                <c:pt idx="24">
                  <c:v>1.03314830563</c:v>
                </c:pt>
                <c:pt idx="25">
                  <c:v>1.03373582191</c:v>
                </c:pt>
                <c:pt idx="26">
                  <c:v>1.04065523472</c:v>
                </c:pt>
                <c:pt idx="27">
                  <c:v>1.04225743124</c:v>
                </c:pt>
                <c:pt idx="28">
                  <c:v>1.04171032702</c:v>
                </c:pt>
                <c:pt idx="29">
                  <c:v>1.04548114429</c:v>
                </c:pt>
                <c:pt idx="30">
                  <c:v>1.04263386767</c:v>
                </c:pt>
                <c:pt idx="31">
                  <c:v>1.02794440733</c:v>
                </c:pt>
                <c:pt idx="32">
                  <c:v>1.03719841745</c:v>
                </c:pt>
                <c:pt idx="33">
                  <c:v>1.04171432353</c:v>
                </c:pt>
                <c:pt idx="34">
                  <c:v>1.03925882584</c:v>
                </c:pt>
                <c:pt idx="35">
                  <c:v>1.03907348354</c:v>
                </c:pt>
                <c:pt idx="36">
                  <c:v>1.04006876045</c:v>
                </c:pt>
                <c:pt idx="37">
                  <c:v>1.03852181126</c:v>
                </c:pt>
                <c:pt idx="38">
                  <c:v>1.0497391292</c:v>
                </c:pt>
                <c:pt idx="39">
                  <c:v>1.05176455663</c:v>
                </c:pt>
                <c:pt idx="40">
                  <c:v>1.04946200936</c:v>
                </c:pt>
                <c:pt idx="41">
                  <c:v>1.05064120816</c:v>
                </c:pt>
                <c:pt idx="42">
                  <c:v>1.05059217777</c:v>
                </c:pt>
                <c:pt idx="43">
                  <c:v>1.0567773764</c:v>
                </c:pt>
                <c:pt idx="44">
                  <c:v>1.07163881776</c:v>
                </c:pt>
                <c:pt idx="45">
                  <c:v>1.07797094419</c:v>
                </c:pt>
                <c:pt idx="46">
                  <c:v>1.07548480194</c:v>
                </c:pt>
                <c:pt idx="47">
                  <c:v>1.08230245363</c:v>
                </c:pt>
                <c:pt idx="48">
                  <c:v>1.08703258464</c:v>
                </c:pt>
                <c:pt idx="49">
                  <c:v>1.08398300952</c:v>
                </c:pt>
                <c:pt idx="50">
                  <c:v>1.08318232893</c:v>
                </c:pt>
                <c:pt idx="51">
                  <c:v>1.08198354187</c:v>
                </c:pt>
                <c:pt idx="52">
                  <c:v>1.08670411215</c:v>
                </c:pt>
                <c:pt idx="53">
                  <c:v>1.08298424898</c:v>
                </c:pt>
                <c:pt idx="54">
                  <c:v>1.08113707351</c:v>
                </c:pt>
                <c:pt idx="55">
                  <c:v>1.08666175303</c:v>
                </c:pt>
                <c:pt idx="56">
                  <c:v>1.08990605278</c:v>
                </c:pt>
                <c:pt idx="57">
                  <c:v>1.10409306912</c:v>
                </c:pt>
                <c:pt idx="58">
                  <c:v>1.10251361514</c:v>
                </c:pt>
                <c:pt idx="59">
                  <c:v>1.10040116557</c:v>
                </c:pt>
                <c:pt idx="60">
                  <c:v>1.10586944365</c:v>
                </c:pt>
                <c:pt idx="61">
                  <c:v>1.10367018177</c:v>
                </c:pt>
                <c:pt idx="62">
                  <c:v>1.11182822373</c:v>
                </c:pt>
                <c:pt idx="63">
                  <c:v>1.12178771243</c:v>
                </c:pt>
                <c:pt idx="64">
                  <c:v>1.12576748035</c:v>
                </c:pt>
                <c:pt idx="65">
                  <c:v>1.13476491471</c:v>
                </c:pt>
                <c:pt idx="66">
                  <c:v>1.13935361434</c:v>
                </c:pt>
                <c:pt idx="67">
                  <c:v>1.1262561845</c:v>
                </c:pt>
                <c:pt idx="68">
                  <c:v>1.14228600261</c:v>
                </c:pt>
                <c:pt idx="69">
                  <c:v>1.14648544188</c:v>
                </c:pt>
                <c:pt idx="70">
                  <c:v>1.14907881577</c:v>
                </c:pt>
                <c:pt idx="71">
                  <c:v>1.13569757805</c:v>
                </c:pt>
                <c:pt idx="72">
                  <c:v>1.15901632047</c:v>
                </c:pt>
                <c:pt idx="73">
                  <c:v>1.14238939607</c:v>
                </c:pt>
                <c:pt idx="74">
                  <c:v>1.15223738115</c:v>
                </c:pt>
                <c:pt idx="75">
                  <c:v>1.15465019516</c:v>
                </c:pt>
                <c:pt idx="76">
                  <c:v>1.14831861633</c:v>
                </c:pt>
                <c:pt idx="77">
                  <c:v>1.14556317268</c:v>
                </c:pt>
                <c:pt idx="78">
                  <c:v>1.14408821621</c:v>
                </c:pt>
                <c:pt idx="79">
                  <c:v>1.13373438337</c:v>
                </c:pt>
                <c:pt idx="80">
                  <c:v>1.13937813186</c:v>
                </c:pt>
                <c:pt idx="81">
                  <c:v>1.13672668902</c:v>
                </c:pt>
                <c:pt idx="82">
                  <c:v>1.13874783417</c:v>
                </c:pt>
                <c:pt idx="83">
                  <c:v>1.14412498636</c:v>
                </c:pt>
                <c:pt idx="84">
                  <c:v>1.146876233</c:v>
                </c:pt>
                <c:pt idx="85">
                  <c:v>1.12517701149</c:v>
                </c:pt>
                <c:pt idx="86">
                  <c:v>1.13285243491</c:v>
                </c:pt>
                <c:pt idx="87">
                  <c:v>1.1318647871</c:v>
                </c:pt>
                <c:pt idx="88">
                  <c:v>1.1330514267</c:v>
                </c:pt>
                <c:pt idx="89">
                  <c:v>1.14244200137</c:v>
                </c:pt>
                <c:pt idx="90">
                  <c:v>1.14111120042</c:v>
                </c:pt>
                <c:pt idx="91">
                  <c:v>1.14180299385</c:v>
                </c:pt>
                <c:pt idx="92">
                  <c:v>1.15499612843</c:v>
                </c:pt>
                <c:pt idx="93">
                  <c:v>1.15727731199</c:v>
                </c:pt>
                <c:pt idx="94">
                  <c:v>1.1528895102</c:v>
                </c:pt>
                <c:pt idx="95">
                  <c:v>1.1589518959</c:v>
                </c:pt>
                <c:pt idx="96">
                  <c:v>1.17315086871</c:v>
                </c:pt>
                <c:pt idx="97">
                  <c:v>1.16234071999</c:v>
                </c:pt>
                <c:pt idx="98">
                  <c:v>1.17471603539</c:v>
                </c:pt>
                <c:pt idx="99">
                  <c:v>1.17691921792</c:v>
                </c:pt>
                <c:pt idx="100">
                  <c:v>1.17967566172</c:v>
                </c:pt>
                <c:pt idx="101">
                  <c:v>1.16697611231</c:v>
                </c:pt>
                <c:pt idx="102">
                  <c:v>1.15337609831</c:v>
                </c:pt>
                <c:pt idx="103">
                  <c:v>1.15936414009</c:v>
                </c:pt>
                <c:pt idx="104">
                  <c:v>1.15749436169</c:v>
                </c:pt>
                <c:pt idx="105">
                  <c:v>1.16303521367</c:v>
                </c:pt>
                <c:pt idx="106">
                  <c:v>1.15341481694</c:v>
                </c:pt>
                <c:pt idx="107">
                  <c:v>1.15373003091</c:v>
                </c:pt>
                <c:pt idx="108">
                  <c:v>1.15364893036</c:v>
                </c:pt>
                <c:pt idx="109">
                  <c:v>1.15999802935</c:v>
                </c:pt>
                <c:pt idx="110">
                  <c:v>1.15066261338</c:v>
                </c:pt>
                <c:pt idx="111">
                  <c:v>1.16574387161</c:v>
                </c:pt>
                <c:pt idx="112">
                  <c:v>1.17107513654</c:v>
                </c:pt>
                <c:pt idx="113">
                  <c:v>1.14697334334</c:v>
                </c:pt>
                <c:pt idx="114">
                  <c:v>1.159960477</c:v>
                </c:pt>
                <c:pt idx="115">
                  <c:v>1.16361329632</c:v>
                </c:pt>
                <c:pt idx="116">
                  <c:v>1.17019954403</c:v>
                </c:pt>
                <c:pt idx="117">
                  <c:v>1.162402933</c:v>
                </c:pt>
                <c:pt idx="118">
                  <c:v>1.17282958743</c:v>
                </c:pt>
                <c:pt idx="119">
                  <c:v>1.17665135296</c:v>
                </c:pt>
                <c:pt idx="120">
                  <c:v>1.17822860797</c:v>
                </c:pt>
                <c:pt idx="121">
                  <c:v>1.17844663727</c:v>
                </c:pt>
                <c:pt idx="122">
                  <c:v>1.18356580645</c:v>
                </c:pt>
                <c:pt idx="123">
                  <c:v>1.17683883666</c:v>
                </c:pt>
                <c:pt idx="124">
                  <c:v>1.17802246694</c:v>
                </c:pt>
                <c:pt idx="125">
                  <c:v>1.17538242059</c:v>
                </c:pt>
                <c:pt idx="126">
                  <c:v>1.17241647477</c:v>
                </c:pt>
                <c:pt idx="127">
                  <c:v>1.18347317106</c:v>
                </c:pt>
                <c:pt idx="128">
                  <c:v>1.18041571192</c:v>
                </c:pt>
                <c:pt idx="129">
                  <c:v>1.18028690879</c:v>
                </c:pt>
                <c:pt idx="130">
                  <c:v>1.18692288127</c:v>
                </c:pt>
                <c:pt idx="131">
                  <c:v>1.19471937359</c:v>
                </c:pt>
                <c:pt idx="132">
                  <c:v>1.1923052071</c:v>
                </c:pt>
                <c:pt idx="133">
                  <c:v>1.20233993462</c:v>
                </c:pt>
                <c:pt idx="134">
                  <c:v>1.19297161268</c:v>
                </c:pt>
                <c:pt idx="135">
                  <c:v>1.1952542865</c:v>
                </c:pt>
                <c:pt idx="136">
                  <c:v>1.20436029379</c:v>
                </c:pt>
                <c:pt idx="137">
                  <c:v>1.20807163382</c:v>
                </c:pt>
                <c:pt idx="138">
                  <c:v>1.20560110729</c:v>
                </c:pt>
                <c:pt idx="139">
                  <c:v>1.20995408357</c:v>
                </c:pt>
                <c:pt idx="140">
                  <c:v>1.22612572701</c:v>
                </c:pt>
                <c:pt idx="141">
                  <c:v>1.21520957004</c:v>
                </c:pt>
                <c:pt idx="142">
                  <c:v>1.20245825751</c:v>
                </c:pt>
                <c:pt idx="143">
                  <c:v>1.19137663103</c:v>
                </c:pt>
                <c:pt idx="144">
                  <c:v>1.19804991253</c:v>
                </c:pt>
                <c:pt idx="145">
                  <c:v>1.2008330418</c:v>
                </c:pt>
                <c:pt idx="146">
                  <c:v>1.18518615482</c:v>
                </c:pt>
                <c:pt idx="147">
                  <c:v>1.17086533954</c:v>
                </c:pt>
                <c:pt idx="148">
                  <c:v>1.18287835475</c:v>
                </c:pt>
                <c:pt idx="149">
                  <c:v>1.18241151393</c:v>
                </c:pt>
                <c:pt idx="150">
                  <c:v>1.18552199843</c:v>
                </c:pt>
                <c:pt idx="151">
                  <c:v>1.20490243491</c:v>
                </c:pt>
                <c:pt idx="152">
                  <c:v>1.18893705331</c:v>
                </c:pt>
                <c:pt idx="153">
                  <c:v>1.17791143171</c:v>
                </c:pt>
                <c:pt idx="154">
                  <c:v>1.14371617658</c:v>
                </c:pt>
                <c:pt idx="155">
                  <c:v>1.14398520974</c:v>
                </c:pt>
                <c:pt idx="156">
                  <c:v>1.13996170913</c:v>
                </c:pt>
                <c:pt idx="157">
                  <c:v>1.1630852372</c:v>
                </c:pt>
                <c:pt idx="158">
                  <c:v>1.16662973903</c:v>
                </c:pt>
                <c:pt idx="159">
                  <c:v>1.17528644909</c:v>
                </c:pt>
                <c:pt idx="160">
                  <c:v>1.18354414425</c:v>
                </c:pt>
                <c:pt idx="161">
                  <c:v>1.17461732703</c:v>
                </c:pt>
                <c:pt idx="162">
                  <c:v>1.18626138234</c:v>
                </c:pt>
                <c:pt idx="163">
                  <c:v>1.2057138325</c:v>
                </c:pt>
                <c:pt idx="164">
                  <c:v>1.20459289122</c:v>
                </c:pt>
                <c:pt idx="165">
                  <c:v>1.19856833879</c:v>
                </c:pt>
                <c:pt idx="166">
                  <c:v>1.19677827779</c:v>
                </c:pt>
                <c:pt idx="167">
                  <c:v>1.18565046464</c:v>
                </c:pt>
                <c:pt idx="168">
                  <c:v>1.20319993836</c:v>
                </c:pt>
                <c:pt idx="169">
                  <c:v>1.19540285139</c:v>
                </c:pt>
                <c:pt idx="170">
                  <c:v>1.20023685912</c:v>
                </c:pt>
                <c:pt idx="171">
                  <c:v>1.19036542771</c:v>
                </c:pt>
                <c:pt idx="172">
                  <c:v>1.19544420903</c:v>
                </c:pt>
                <c:pt idx="173">
                  <c:v>1.19613130483</c:v>
                </c:pt>
                <c:pt idx="174">
                  <c:v>1.19928999716</c:v>
                </c:pt>
                <c:pt idx="175">
                  <c:v>1.18451897036</c:v>
                </c:pt>
                <c:pt idx="176">
                  <c:v>1.18291960916</c:v>
                </c:pt>
                <c:pt idx="177">
                  <c:v>1.1903085301</c:v>
                </c:pt>
                <c:pt idx="178">
                  <c:v>1.18240840378</c:v>
                </c:pt>
                <c:pt idx="179">
                  <c:v>1.19478786749</c:v>
                </c:pt>
                <c:pt idx="180">
                  <c:v>1.20250605758</c:v>
                </c:pt>
                <c:pt idx="181">
                  <c:v>1.20380280264</c:v>
                </c:pt>
                <c:pt idx="182">
                  <c:v>1.21834928089</c:v>
                </c:pt>
                <c:pt idx="183">
                  <c:v>1.22339968688</c:v>
                </c:pt>
                <c:pt idx="184">
                  <c:v>1.22284297517</c:v>
                </c:pt>
                <c:pt idx="185">
                  <c:v>1.22306435423</c:v>
                </c:pt>
                <c:pt idx="186">
                  <c:v>1.21782621122</c:v>
                </c:pt>
                <c:pt idx="187">
                  <c:v>1.23436392449</c:v>
                </c:pt>
                <c:pt idx="188">
                  <c:v>1.23816099386</c:v>
                </c:pt>
                <c:pt idx="189">
                  <c:v>1.24117456365</c:v>
                </c:pt>
                <c:pt idx="190">
                  <c:v>1.25146488404</c:v>
                </c:pt>
                <c:pt idx="191">
                  <c:v>1.23528156511</c:v>
                </c:pt>
                <c:pt idx="192">
                  <c:v>1.24474294763</c:v>
                </c:pt>
                <c:pt idx="193">
                  <c:v>1.2335465096</c:v>
                </c:pt>
                <c:pt idx="194">
                  <c:v>1.22912151367</c:v>
                </c:pt>
                <c:pt idx="195">
                  <c:v>1.23730432118</c:v>
                </c:pt>
                <c:pt idx="196">
                  <c:v>1.241361868</c:v>
                </c:pt>
                <c:pt idx="197">
                  <c:v>1.24035483969</c:v>
                </c:pt>
                <c:pt idx="198">
                  <c:v>1.2410640028</c:v>
                </c:pt>
                <c:pt idx="199">
                  <c:v>1.24340256405</c:v>
                </c:pt>
                <c:pt idx="200">
                  <c:v>1.23639738479</c:v>
                </c:pt>
                <c:pt idx="201">
                  <c:v>1.23658924693</c:v>
                </c:pt>
                <c:pt idx="202">
                  <c:v>1.24339944063</c:v>
                </c:pt>
                <c:pt idx="203">
                  <c:v>1.24665609928</c:v>
                </c:pt>
                <c:pt idx="204">
                  <c:v>1.24873061104</c:v>
                </c:pt>
                <c:pt idx="205">
                  <c:v>1.25115122033</c:v>
                </c:pt>
                <c:pt idx="206">
                  <c:v>1.25596508272</c:v>
                </c:pt>
                <c:pt idx="207">
                  <c:v>1.26634611998</c:v>
                </c:pt>
                <c:pt idx="208">
                  <c:v>1.2747391157</c:v>
                </c:pt>
                <c:pt idx="209">
                  <c:v>1.26880891562</c:v>
                </c:pt>
                <c:pt idx="210">
                  <c:v>1.27654486462</c:v>
                </c:pt>
                <c:pt idx="211">
                  <c:v>1.26838755021</c:v>
                </c:pt>
                <c:pt idx="212">
                  <c:v>1.27898844073</c:v>
                </c:pt>
                <c:pt idx="213">
                  <c:v>1.27566343326</c:v>
                </c:pt>
                <c:pt idx="214">
                  <c:v>1.2776250334</c:v>
                </c:pt>
                <c:pt idx="215">
                  <c:v>1.28250247803</c:v>
                </c:pt>
                <c:pt idx="216">
                  <c:v>1.28227332144</c:v>
                </c:pt>
                <c:pt idx="217">
                  <c:v>1.2711260346</c:v>
                </c:pt>
                <c:pt idx="218">
                  <c:v>1.26697103101</c:v>
                </c:pt>
                <c:pt idx="219">
                  <c:v>1.27205699518</c:v>
                </c:pt>
                <c:pt idx="220">
                  <c:v>1.27414834045</c:v>
                </c:pt>
                <c:pt idx="221">
                  <c:v>1.25692812053</c:v>
                </c:pt>
                <c:pt idx="222">
                  <c:v>1.28864208337</c:v>
                </c:pt>
                <c:pt idx="223">
                  <c:v>1.2858249731</c:v>
                </c:pt>
                <c:pt idx="224">
                  <c:v>1.27582550899</c:v>
                </c:pt>
                <c:pt idx="225">
                  <c:v>1.26787582646</c:v>
                </c:pt>
                <c:pt idx="226">
                  <c:v>1.26880383721</c:v>
                </c:pt>
                <c:pt idx="227">
                  <c:v>1.27045701961</c:v>
                </c:pt>
                <c:pt idx="228">
                  <c:v>1.27167301911</c:v>
                </c:pt>
                <c:pt idx="229">
                  <c:v>1.28167798753</c:v>
                </c:pt>
                <c:pt idx="230">
                  <c:v>1.29061454328</c:v>
                </c:pt>
                <c:pt idx="231">
                  <c:v>1.29333577802</c:v>
                </c:pt>
                <c:pt idx="232">
                  <c:v>1.29883212809</c:v>
                </c:pt>
                <c:pt idx="233">
                  <c:v>1.31041661593</c:v>
                </c:pt>
                <c:pt idx="234">
                  <c:v>1.28958635688</c:v>
                </c:pt>
                <c:pt idx="235">
                  <c:v>1.28795465753</c:v>
                </c:pt>
                <c:pt idx="236">
                  <c:v>1.28767387355</c:v>
                </c:pt>
                <c:pt idx="237">
                  <c:v>1.28784253977</c:v>
                </c:pt>
                <c:pt idx="238">
                  <c:v>1.29582715825</c:v>
                </c:pt>
                <c:pt idx="239">
                  <c:v>1.29325310988</c:v>
                </c:pt>
                <c:pt idx="240">
                  <c:v>1.30175146122</c:v>
                </c:pt>
                <c:pt idx="241">
                  <c:v>1.30763622055</c:v>
                </c:pt>
                <c:pt idx="242">
                  <c:v>1.30932567671</c:v>
                </c:pt>
                <c:pt idx="243">
                  <c:v>1.30522363266</c:v>
                </c:pt>
                <c:pt idx="244">
                  <c:v>1.30179645566</c:v>
                </c:pt>
                <c:pt idx="245">
                  <c:v>1.30291759448</c:v>
                </c:pt>
                <c:pt idx="246">
                  <c:v>1.30395411925</c:v>
                </c:pt>
                <c:pt idx="247">
                  <c:v>1.30361675019</c:v>
                </c:pt>
                <c:pt idx="248">
                  <c:v>1.30708223122</c:v>
                </c:pt>
                <c:pt idx="249">
                  <c:v>1.31165885038</c:v>
                </c:pt>
                <c:pt idx="250">
                  <c:v>1.30692675586</c:v>
                </c:pt>
                <c:pt idx="251">
                  <c:v>1.28403402693</c:v>
                </c:pt>
                <c:pt idx="252">
                  <c:v>1.28684708835</c:v>
                </c:pt>
                <c:pt idx="253">
                  <c:v>1.28779490966</c:v>
                </c:pt>
                <c:pt idx="254">
                  <c:v>1.29327540193</c:v>
                </c:pt>
                <c:pt idx="255">
                  <c:v>1.30401341193</c:v>
                </c:pt>
                <c:pt idx="256">
                  <c:v>1.30428438627</c:v>
                </c:pt>
                <c:pt idx="257">
                  <c:v>1.2982798754</c:v>
                </c:pt>
                <c:pt idx="258">
                  <c:v>1.2921251181</c:v>
                </c:pt>
                <c:pt idx="259">
                  <c:v>1.2874099316</c:v>
                </c:pt>
                <c:pt idx="260">
                  <c:v>1.2937863664</c:v>
                </c:pt>
                <c:pt idx="261">
                  <c:v>1.30395634712</c:v>
                </c:pt>
                <c:pt idx="262">
                  <c:v>1.30402090507</c:v>
                </c:pt>
                <c:pt idx="263">
                  <c:v>1.30587791541</c:v>
                </c:pt>
                <c:pt idx="264">
                  <c:v>1.3218663737</c:v>
                </c:pt>
                <c:pt idx="265">
                  <c:v>1.31528611519</c:v>
                </c:pt>
                <c:pt idx="266">
                  <c:v>1.31446267041</c:v>
                </c:pt>
                <c:pt idx="267">
                  <c:v>1.30510748976</c:v>
                </c:pt>
                <c:pt idx="268">
                  <c:v>1.30923358781</c:v>
                </c:pt>
                <c:pt idx="269">
                  <c:v>1.31081151703</c:v>
                </c:pt>
                <c:pt idx="270">
                  <c:v>1.32039608605</c:v>
                </c:pt>
                <c:pt idx="271">
                  <c:v>1.31747097957</c:v>
                </c:pt>
                <c:pt idx="272">
                  <c:v>1.31736964037</c:v>
                </c:pt>
                <c:pt idx="273">
                  <c:v>1.31969807752</c:v>
                </c:pt>
                <c:pt idx="274">
                  <c:v>1.32255434317</c:v>
                </c:pt>
                <c:pt idx="275">
                  <c:v>1.32412175941</c:v>
                </c:pt>
                <c:pt idx="276">
                  <c:v>1.32910299555</c:v>
                </c:pt>
                <c:pt idx="277">
                  <c:v>1.31690086412</c:v>
                </c:pt>
                <c:pt idx="278">
                  <c:v>1.32353133292</c:v>
                </c:pt>
                <c:pt idx="279">
                  <c:v>1.32201501792</c:v>
                </c:pt>
                <c:pt idx="280">
                  <c:v>1.33087417878</c:v>
                </c:pt>
                <c:pt idx="281">
                  <c:v>1.34137558703</c:v>
                </c:pt>
                <c:pt idx="282">
                  <c:v>1.34919200983</c:v>
                </c:pt>
                <c:pt idx="283">
                  <c:v>1.35211678304</c:v>
                </c:pt>
                <c:pt idx="284">
                  <c:v>1.35151510985</c:v>
                </c:pt>
                <c:pt idx="285">
                  <c:v>1.3510269178</c:v>
                </c:pt>
                <c:pt idx="286">
                  <c:v>1.35736270084</c:v>
                </c:pt>
                <c:pt idx="287">
                  <c:v>1.37591890128</c:v>
                </c:pt>
                <c:pt idx="288">
                  <c:v>1.37092230756</c:v>
                </c:pt>
                <c:pt idx="289">
                  <c:v>1.37037858829</c:v>
                </c:pt>
                <c:pt idx="290">
                  <c:v>1.37894134331</c:v>
                </c:pt>
                <c:pt idx="291">
                  <c:v>1.36497788221</c:v>
                </c:pt>
                <c:pt idx="292">
                  <c:v>1.36676501681</c:v>
                </c:pt>
                <c:pt idx="293">
                  <c:v>1.38308429839</c:v>
                </c:pt>
                <c:pt idx="294">
                  <c:v>1.38433798867</c:v>
                </c:pt>
                <c:pt idx="295">
                  <c:v>1.3864173836</c:v>
                </c:pt>
                <c:pt idx="296">
                  <c:v>1.37936312577</c:v>
                </c:pt>
                <c:pt idx="297">
                  <c:v>1.38543815233</c:v>
                </c:pt>
                <c:pt idx="298">
                  <c:v>1.37482911896</c:v>
                </c:pt>
                <c:pt idx="299">
                  <c:v>1.37384212684</c:v>
                </c:pt>
                <c:pt idx="300">
                  <c:v>1.36499028843</c:v>
                </c:pt>
                <c:pt idx="301">
                  <c:v>1.3613210575</c:v>
                </c:pt>
                <c:pt idx="302">
                  <c:v>1.37412961109</c:v>
                </c:pt>
                <c:pt idx="303">
                  <c:v>1.37598850774</c:v>
                </c:pt>
                <c:pt idx="304">
                  <c:v>1.37546354824</c:v>
                </c:pt>
                <c:pt idx="305">
                  <c:v>1.37110204128</c:v>
                </c:pt>
                <c:pt idx="306">
                  <c:v>1.37040975238</c:v>
                </c:pt>
                <c:pt idx="307">
                  <c:v>1.35965611407</c:v>
                </c:pt>
                <c:pt idx="308">
                  <c:v>1.35743076791</c:v>
                </c:pt>
                <c:pt idx="309">
                  <c:v>1.36058921492</c:v>
                </c:pt>
                <c:pt idx="310">
                  <c:v>1.37379302972</c:v>
                </c:pt>
                <c:pt idx="311">
                  <c:v>1.37584256545</c:v>
                </c:pt>
                <c:pt idx="312">
                  <c:v>1.38358456561</c:v>
                </c:pt>
                <c:pt idx="313">
                  <c:v>1.39634418319</c:v>
                </c:pt>
                <c:pt idx="314">
                  <c:v>1.4015895941</c:v>
                </c:pt>
                <c:pt idx="315">
                  <c:v>1.40466979114</c:v>
                </c:pt>
                <c:pt idx="316">
                  <c:v>1.39991909226</c:v>
                </c:pt>
                <c:pt idx="317">
                  <c:v>1.39995039483</c:v>
                </c:pt>
                <c:pt idx="318">
                  <c:v>1.40815448243</c:v>
                </c:pt>
                <c:pt idx="319">
                  <c:v>1.40804013751</c:v>
                </c:pt>
                <c:pt idx="320">
                  <c:v>1.42238022822</c:v>
                </c:pt>
                <c:pt idx="321">
                  <c:v>1.42704361884</c:v>
                </c:pt>
                <c:pt idx="322">
                  <c:v>1.43927784302</c:v>
                </c:pt>
                <c:pt idx="323">
                  <c:v>1.43562177222</c:v>
                </c:pt>
                <c:pt idx="324">
                  <c:v>1.43587267448</c:v>
                </c:pt>
                <c:pt idx="325">
                  <c:v>1.42932107899</c:v>
                </c:pt>
                <c:pt idx="326">
                  <c:v>1.38679143319</c:v>
                </c:pt>
                <c:pt idx="327">
                  <c:v>1.32675705586</c:v>
                </c:pt>
                <c:pt idx="328">
                  <c:v>1.32511135874</c:v>
                </c:pt>
                <c:pt idx="329">
                  <c:v>1.33401719009</c:v>
                </c:pt>
                <c:pt idx="330">
                  <c:v>1.37780543104</c:v>
                </c:pt>
                <c:pt idx="331">
                  <c:v>1.37368294784</c:v>
                </c:pt>
                <c:pt idx="332">
                  <c:v>1.37211606613</c:v>
                </c:pt>
                <c:pt idx="333">
                  <c:v>1.38438904816</c:v>
                </c:pt>
                <c:pt idx="334">
                  <c:v>1.41486217223</c:v>
                </c:pt>
                <c:pt idx="335">
                  <c:v>1.42075801499</c:v>
                </c:pt>
                <c:pt idx="336">
                  <c:v>1.45119309338</c:v>
                </c:pt>
                <c:pt idx="337">
                  <c:v>1.44416442894</c:v>
                </c:pt>
                <c:pt idx="338">
                  <c:v>1.43581033889</c:v>
                </c:pt>
                <c:pt idx="339">
                  <c:v>1.44779873829</c:v>
                </c:pt>
                <c:pt idx="340">
                  <c:v>1.44098085895</c:v>
                </c:pt>
                <c:pt idx="341">
                  <c:v>1.45193789655</c:v>
                </c:pt>
                <c:pt idx="342">
                  <c:v>1.44153998572</c:v>
                </c:pt>
                <c:pt idx="343">
                  <c:v>1.43819962323</c:v>
                </c:pt>
                <c:pt idx="344">
                  <c:v>1.4214396539</c:v>
                </c:pt>
                <c:pt idx="345">
                  <c:v>1.42951432641</c:v>
                </c:pt>
                <c:pt idx="346">
                  <c:v>1.44439077099</c:v>
                </c:pt>
                <c:pt idx="347">
                  <c:v>1.46110186762</c:v>
                </c:pt>
                <c:pt idx="348">
                  <c:v>1.45118593745</c:v>
                </c:pt>
                <c:pt idx="349">
                  <c:v>1.43613243266</c:v>
                </c:pt>
                <c:pt idx="350">
                  <c:v>1.45362266632</c:v>
                </c:pt>
                <c:pt idx="351">
                  <c:v>1.43167520255</c:v>
                </c:pt>
                <c:pt idx="352">
                  <c:v>1.4368976209</c:v>
                </c:pt>
                <c:pt idx="353">
                  <c:v>1.41912704651</c:v>
                </c:pt>
                <c:pt idx="354">
                  <c:v>1.43284849346</c:v>
                </c:pt>
                <c:pt idx="355">
                  <c:v>1.4279095887</c:v>
                </c:pt>
                <c:pt idx="356">
                  <c:v>1.43473308066</c:v>
                </c:pt>
                <c:pt idx="357">
                  <c:v>1.4460599975</c:v>
                </c:pt>
                <c:pt idx="358">
                  <c:v>1.45053733113</c:v>
                </c:pt>
                <c:pt idx="359">
                  <c:v>1.44042541584</c:v>
                </c:pt>
                <c:pt idx="360">
                  <c:v>1.4596188067</c:v>
                </c:pt>
                <c:pt idx="361">
                  <c:v>1.45420101066</c:v>
                </c:pt>
                <c:pt idx="362">
                  <c:v>1.44554753499</c:v>
                </c:pt>
                <c:pt idx="363">
                  <c:v>1.44933177328</c:v>
                </c:pt>
                <c:pt idx="364">
                  <c:v>1.45692940702</c:v>
                </c:pt>
                <c:pt idx="365">
                  <c:v>1.44681806554</c:v>
                </c:pt>
                <c:pt idx="366">
                  <c:v>1.46335371868</c:v>
                </c:pt>
                <c:pt idx="367">
                  <c:v>1.4537835366</c:v>
                </c:pt>
                <c:pt idx="368">
                  <c:v>1.46451728101</c:v>
                </c:pt>
                <c:pt idx="369">
                  <c:v>1.46101962302</c:v>
                </c:pt>
                <c:pt idx="370">
                  <c:v>1.45367075865</c:v>
                </c:pt>
                <c:pt idx="371">
                  <c:v>1.4619020705</c:v>
                </c:pt>
                <c:pt idx="372">
                  <c:v>1.45914052502</c:v>
                </c:pt>
                <c:pt idx="373">
                  <c:v>1.45978739057</c:v>
                </c:pt>
                <c:pt idx="374">
                  <c:v>1.46767074349</c:v>
                </c:pt>
                <c:pt idx="375">
                  <c:v>1.47095095666</c:v>
                </c:pt>
                <c:pt idx="376">
                  <c:v>1.46371222625</c:v>
                </c:pt>
                <c:pt idx="377">
                  <c:v>1.46727193182</c:v>
                </c:pt>
                <c:pt idx="378">
                  <c:v>1.46475367715</c:v>
                </c:pt>
                <c:pt idx="379">
                  <c:v>1.45903440578</c:v>
                </c:pt>
                <c:pt idx="380">
                  <c:v>1.46127733433</c:v>
                </c:pt>
                <c:pt idx="381">
                  <c:v>1.46149085217</c:v>
                </c:pt>
                <c:pt idx="382">
                  <c:v>1.45103412782</c:v>
                </c:pt>
                <c:pt idx="383">
                  <c:v>1.45682318086</c:v>
                </c:pt>
                <c:pt idx="384">
                  <c:v>1.45596261721</c:v>
                </c:pt>
                <c:pt idx="385">
                  <c:v>1.44492106896</c:v>
                </c:pt>
                <c:pt idx="386">
                  <c:v>1.45384872121</c:v>
                </c:pt>
                <c:pt idx="387">
                  <c:v>1.46282724606</c:v>
                </c:pt>
                <c:pt idx="388">
                  <c:v>1.46815357231</c:v>
                </c:pt>
                <c:pt idx="389">
                  <c:v>1.46706096883</c:v>
                </c:pt>
                <c:pt idx="390">
                  <c:v>1.46830586501</c:v>
                </c:pt>
                <c:pt idx="391">
                  <c:v>1.45860871445</c:v>
                </c:pt>
                <c:pt idx="392">
                  <c:v>1.46039034372</c:v>
                </c:pt>
                <c:pt idx="393">
                  <c:v>1.46436967041</c:v>
                </c:pt>
                <c:pt idx="394">
                  <c:v>1.46796323434</c:v>
                </c:pt>
                <c:pt idx="395">
                  <c:v>1.47257827667</c:v>
                </c:pt>
                <c:pt idx="396">
                  <c:v>1.47240042713</c:v>
                </c:pt>
                <c:pt idx="397">
                  <c:v>1.47670869397</c:v>
                </c:pt>
                <c:pt idx="398">
                  <c:v>1.48594891748</c:v>
                </c:pt>
                <c:pt idx="399">
                  <c:v>1.48711346427</c:v>
                </c:pt>
                <c:pt idx="400">
                  <c:v>1.48978606885</c:v>
                </c:pt>
                <c:pt idx="401">
                  <c:v>1.50503045995</c:v>
                </c:pt>
                <c:pt idx="402">
                  <c:v>1.5067029763</c:v>
                </c:pt>
                <c:pt idx="403">
                  <c:v>1.50301888649</c:v>
                </c:pt>
                <c:pt idx="404">
                  <c:v>1.49184542321</c:v>
                </c:pt>
                <c:pt idx="405">
                  <c:v>1.48340739586</c:v>
                </c:pt>
                <c:pt idx="406">
                  <c:v>1.4768479999</c:v>
                </c:pt>
                <c:pt idx="407">
                  <c:v>1.48649477791</c:v>
                </c:pt>
                <c:pt idx="408">
                  <c:v>1.47003890633</c:v>
                </c:pt>
                <c:pt idx="409">
                  <c:v>1.47980627964</c:v>
                </c:pt>
                <c:pt idx="410">
                  <c:v>1.49161820319</c:v>
                </c:pt>
                <c:pt idx="411">
                  <c:v>1.49151223684</c:v>
                </c:pt>
                <c:pt idx="412">
                  <c:v>1.49275245207</c:v>
                </c:pt>
                <c:pt idx="413">
                  <c:v>1.49493190321</c:v>
                </c:pt>
                <c:pt idx="414">
                  <c:v>1.50763813398</c:v>
                </c:pt>
                <c:pt idx="415">
                  <c:v>1.50540970006</c:v>
                </c:pt>
                <c:pt idx="416">
                  <c:v>1.49351163035</c:v>
                </c:pt>
                <c:pt idx="417">
                  <c:v>1.49495306572</c:v>
                </c:pt>
                <c:pt idx="418">
                  <c:v>1.5036209584</c:v>
                </c:pt>
                <c:pt idx="419">
                  <c:v>1.49655875526</c:v>
                </c:pt>
                <c:pt idx="420">
                  <c:v>1.49343702689</c:v>
                </c:pt>
                <c:pt idx="421">
                  <c:v>1.48765250829</c:v>
                </c:pt>
                <c:pt idx="422">
                  <c:v>1.48850709958</c:v>
                </c:pt>
                <c:pt idx="423">
                  <c:v>1.49532282338</c:v>
                </c:pt>
                <c:pt idx="424">
                  <c:v>1.49538396506</c:v>
                </c:pt>
                <c:pt idx="425">
                  <c:v>1.50998800462</c:v>
                </c:pt>
                <c:pt idx="426">
                  <c:v>1.50762366194</c:v>
                </c:pt>
                <c:pt idx="427">
                  <c:v>1.51174907852</c:v>
                </c:pt>
                <c:pt idx="428">
                  <c:v>1.51291394194</c:v>
                </c:pt>
                <c:pt idx="429">
                  <c:v>1.51828987349</c:v>
                </c:pt>
                <c:pt idx="430">
                  <c:v>1.52836212524</c:v>
                </c:pt>
                <c:pt idx="431">
                  <c:v>1.5316035831</c:v>
                </c:pt>
                <c:pt idx="432">
                  <c:v>1.55030944501</c:v>
                </c:pt>
                <c:pt idx="433">
                  <c:v>1.56110470624</c:v>
                </c:pt>
                <c:pt idx="434">
                  <c:v>1.55861313269</c:v>
                </c:pt>
                <c:pt idx="435">
                  <c:v>1.57316832718</c:v>
                </c:pt>
                <c:pt idx="436">
                  <c:v>1.58007795264</c:v>
                </c:pt>
                <c:pt idx="437">
                  <c:v>1.57284371245</c:v>
                </c:pt>
                <c:pt idx="438">
                  <c:v>1.58461664501</c:v>
                </c:pt>
                <c:pt idx="439">
                  <c:v>1.5813304318</c:v>
                </c:pt>
                <c:pt idx="440">
                  <c:v>1.58370213268</c:v>
                </c:pt>
                <c:pt idx="441">
                  <c:v>1.59172206263</c:v>
                </c:pt>
                <c:pt idx="442">
                  <c:v>1.5898980422</c:v>
                </c:pt>
                <c:pt idx="443">
                  <c:v>1.57836598754</c:v>
                </c:pt>
                <c:pt idx="444">
                  <c:v>1.57582048035</c:v>
                </c:pt>
                <c:pt idx="445">
                  <c:v>1.5849743752</c:v>
                </c:pt>
                <c:pt idx="446">
                  <c:v>1.60065752315</c:v>
                </c:pt>
                <c:pt idx="447">
                  <c:v>1.60206564477</c:v>
                </c:pt>
                <c:pt idx="448">
                  <c:v>1.59342941064</c:v>
                </c:pt>
                <c:pt idx="449">
                  <c:v>1.5971139425</c:v>
                </c:pt>
                <c:pt idx="450">
                  <c:v>1.60589543647</c:v>
                </c:pt>
                <c:pt idx="451">
                  <c:v>1.61972058207</c:v>
                </c:pt>
                <c:pt idx="452">
                  <c:v>1.6278103613</c:v>
                </c:pt>
                <c:pt idx="453">
                  <c:v>1.63396964179</c:v>
                </c:pt>
                <c:pt idx="454">
                  <c:v>1.64223510914</c:v>
                </c:pt>
                <c:pt idx="455">
                  <c:v>1.65219933108</c:v>
                </c:pt>
                <c:pt idx="456">
                  <c:v>1.67536737819</c:v>
                </c:pt>
                <c:pt idx="457">
                  <c:v>1.67301839018</c:v>
                </c:pt>
                <c:pt idx="458">
                  <c:v>1.69638867022</c:v>
                </c:pt>
                <c:pt idx="459">
                  <c:v>1.67517808537</c:v>
                </c:pt>
                <c:pt idx="460">
                  <c:v>1.6589752561</c:v>
                </c:pt>
                <c:pt idx="461">
                  <c:v>1.70029231049</c:v>
                </c:pt>
                <c:pt idx="462">
                  <c:v>1.70199481743</c:v>
                </c:pt>
                <c:pt idx="463">
                  <c:v>1.72987512009</c:v>
                </c:pt>
                <c:pt idx="464">
                  <c:v>1.75215402488</c:v>
                </c:pt>
                <c:pt idx="465">
                  <c:v>1.73037094059</c:v>
                </c:pt>
                <c:pt idx="466">
                  <c:v>1.7777512996</c:v>
                </c:pt>
                <c:pt idx="467">
                  <c:v>1.70601548289</c:v>
                </c:pt>
                <c:pt idx="468">
                  <c:v>1.71224899973</c:v>
                </c:pt>
                <c:pt idx="469">
                  <c:v>1.72183866194</c:v>
                </c:pt>
                <c:pt idx="470">
                  <c:v>1.72524371168</c:v>
                </c:pt>
                <c:pt idx="471">
                  <c:v>1.70929341504</c:v>
                </c:pt>
                <c:pt idx="472">
                  <c:v>1.70036428722</c:v>
                </c:pt>
                <c:pt idx="473">
                  <c:v>1.69798888453</c:v>
                </c:pt>
                <c:pt idx="474">
                  <c:v>1.71053096538</c:v>
                </c:pt>
                <c:pt idx="475">
                  <c:v>1.70694557293</c:v>
                </c:pt>
                <c:pt idx="476">
                  <c:v>1.71763980788</c:v>
                </c:pt>
                <c:pt idx="477">
                  <c:v>1.68933705312</c:v>
                </c:pt>
                <c:pt idx="478">
                  <c:v>1.70312709705</c:v>
                </c:pt>
                <c:pt idx="479">
                  <c:v>1.68529267361</c:v>
                </c:pt>
                <c:pt idx="480">
                  <c:v>1.68057347241</c:v>
                </c:pt>
                <c:pt idx="481">
                  <c:v>1.70619582289</c:v>
                </c:pt>
                <c:pt idx="482">
                  <c:v>1.70866349154</c:v>
                </c:pt>
                <c:pt idx="483">
                  <c:v>1.70746535621</c:v>
                </c:pt>
                <c:pt idx="484">
                  <c:v>1.68484819751</c:v>
                </c:pt>
                <c:pt idx="485">
                  <c:v>1.68520869059</c:v>
                </c:pt>
                <c:pt idx="486">
                  <c:v>1.66457055531</c:v>
                </c:pt>
                <c:pt idx="487">
                  <c:v>1.65802638083</c:v>
                </c:pt>
                <c:pt idx="488">
                  <c:v>1.65628024448</c:v>
                </c:pt>
                <c:pt idx="489">
                  <c:v>1.63920226399</c:v>
                </c:pt>
                <c:pt idx="490">
                  <c:v>1.64830285257</c:v>
                </c:pt>
                <c:pt idx="491">
                  <c:v>1.6686184571</c:v>
                </c:pt>
                <c:pt idx="492">
                  <c:v>1.67611439992</c:v>
                </c:pt>
                <c:pt idx="493">
                  <c:v>1.68406136632</c:v>
                </c:pt>
                <c:pt idx="494">
                  <c:v>1.67688212248</c:v>
                </c:pt>
                <c:pt idx="495">
                  <c:v>1.6840998309</c:v>
                </c:pt>
                <c:pt idx="496">
                  <c:v>1.67807649824</c:v>
                </c:pt>
                <c:pt idx="497">
                  <c:v>1.67903794669</c:v>
                </c:pt>
                <c:pt idx="498">
                  <c:v>1.67837431759</c:v>
                </c:pt>
                <c:pt idx="499">
                  <c:v>1.67562648792</c:v>
                </c:pt>
                <c:pt idx="500">
                  <c:v>1.68213552964</c:v>
                </c:pt>
                <c:pt idx="501">
                  <c:v>1.67831386956</c:v>
                </c:pt>
                <c:pt idx="502">
                  <c:v>1.68376571257</c:v>
                </c:pt>
                <c:pt idx="503">
                  <c:v>1.69470823485</c:v>
                </c:pt>
                <c:pt idx="504">
                  <c:v>1.69399487624</c:v>
                </c:pt>
                <c:pt idx="505">
                  <c:v>1.68875303755</c:v>
                </c:pt>
                <c:pt idx="506">
                  <c:v>1.68738356251</c:v>
                </c:pt>
                <c:pt idx="507">
                  <c:v>1.67911209687</c:v>
                </c:pt>
                <c:pt idx="508">
                  <c:v>1.68047300175</c:v>
                </c:pt>
                <c:pt idx="509">
                  <c:v>1.69032312302</c:v>
                </c:pt>
                <c:pt idx="510">
                  <c:v>1.69812689697</c:v>
                </c:pt>
                <c:pt idx="511">
                  <c:v>1.72671212968</c:v>
                </c:pt>
                <c:pt idx="512">
                  <c:v>1.7367074987</c:v>
                </c:pt>
                <c:pt idx="513">
                  <c:v>1.7296446856</c:v>
                </c:pt>
                <c:pt idx="514">
                  <c:v>1.74522035826</c:v>
                </c:pt>
                <c:pt idx="515">
                  <c:v>1.70441585182</c:v>
                </c:pt>
                <c:pt idx="516">
                  <c:v>1.70794173552</c:v>
                </c:pt>
                <c:pt idx="517">
                  <c:v>1.69892875754</c:v>
                </c:pt>
                <c:pt idx="518">
                  <c:v>1.72669077634</c:v>
                </c:pt>
                <c:pt idx="519">
                  <c:v>1.76058977564</c:v>
                </c:pt>
                <c:pt idx="520">
                  <c:v>1.7747877643</c:v>
                </c:pt>
                <c:pt idx="521">
                  <c:v>1.7684273527</c:v>
                </c:pt>
                <c:pt idx="522">
                  <c:v>1.77279602132</c:v>
                </c:pt>
                <c:pt idx="523">
                  <c:v>1.78095465906</c:v>
                </c:pt>
                <c:pt idx="524">
                  <c:v>1.80468281138</c:v>
                </c:pt>
                <c:pt idx="525">
                  <c:v>1.80813842188</c:v>
                </c:pt>
                <c:pt idx="526">
                  <c:v>1.82306491481</c:v>
                </c:pt>
                <c:pt idx="527">
                  <c:v>1.81649098923</c:v>
                </c:pt>
                <c:pt idx="528">
                  <c:v>1.81733942278</c:v>
                </c:pt>
                <c:pt idx="529">
                  <c:v>1.81247287196</c:v>
                </c:pt>
                <c:pt idx="530">
                  <c:v>1.84491409579</c:v>
                </c:pt>
                <c:pt idx="531">
                  <c:v>1.8551423658</c:v>
                </c:pt>
                <c:pt idx="532">
                  <c:v>1.87902945155</c:v>
                </c:pt>
                <c:pt idx="533">
                  <c:v>1.89837554041</c:v>
                </c:pt>
                <c:pt idx="534">
                  <c:v>1.90038317181</c:v>
                </c:pt>
                <c:pt idx="535">
                  <c:v>1.93470038463</c:v>
                </c:pt>
                <c:pt idx="536">
                  <c:v>1.96613345963</c:v>
                </c:pt>
                <c:pt idx="537">
                  <c:v>1.97298195468</c:v>
                </c:pt>
                <c:pt idx="538">
                  <c:v>1.86316678485</c:v>
                </c:pt>
                <c:pt idx="539">
                  <c:v>1.82664501034</c:v>
                </c:pt>
                <c:pt idx="540">
                  <c:v>1.89502964921</c:v>
                </c:pt>
                <c:pt idx="541">
                  <c:v>1.89409769111</c:v>
                </c:pt>
                <c:pt idx="542">
                  <c:v>1.87376138684</c:v>
                </c:pt>
                <c:pt idx="543">
                  <c:v>1.89855184759</c:v>
                </c:pt>
                <c:pt idx="544">
                  <c:v>1.92236383774</c:v>
                </c:pt>
                <c:pt idx="545">
                  <c:v>1.90949009755</c:v>
                </c:pt>
                <c:pt idx="546">
                  <c:v>1.9243573538</c:v>
                </c:pt>
                <c:pt idx="547">
                  <c:v>1.89520153517</c:v>
                </c:pt>
                <c:pt idx="548">
                  <c:v>1.90534467302</c:v>
                </c:pt>
                <c:pt idx="549">
                  <c:v>1.90548885856</c:v>
                </c:pt>
                <c:pt idx="550">
                  <c:v>1.87553939283</c:v>
                </c:pt>
                <c:pt idx="551">
                  <c:v>1.89660676038</c:v>
                </c:pt>
                <c:pt idx="552">
                  <c:v>1.91358612557</c:v>
                </c:pt>
                <c:pt idx="553">
                  <c:v>1.93489539717</c:v>
                </c:pt>
                <c:pt idx="554">
                  <c:v>1.96263794345</c:v>
                </c:pt>
                <c:pt idx="555">
                  <c:v>1.94561380149</c:v>
                </c:pt>
                <c:pt idx="556">
                  <c:v>1.94418573462</c:v>
                </c:pt>
                <c:pt idx="557">
                  <c:v>1.94025801974</c:v>
                </c:pt>
                <c:pt idx="558">
                  <c:v>1.95973265409</c:v>
                </c:pt>
                <c:pt idx="559">
                  <c:v>1.95766708005</c:v>
                </c:pt>
                <c:pt idx="560">
                  <c:v>1.91374611514</c:v>
                </c:pt>
                <c:pt idx="561">
                  <c:v>1.93744968422</c:v>
                </c:pt>
                <c:pt idx="562">
                  <c:v>1.90127837474</c:v>
                </c:pt>
                <c:pt idx="563">
                  <c:v>1.91849981226</c:v>
                </c:pt>
                <c:pt idx="564">
                  <c:v>1.94135921738</c:v>
                </c:pt>
                <c:pt idx="565">
                  <c:v>1.94212516521</c:v>
                </c:pt>
                <c:pt idx="566">
                  <c:v>1.93777812406</c:v>
                </c:pt>
                <c:pt idx="567">
                  <c:v>1.89251476634</c:v>
                </c:pt>
                <c:pt idx="568">
                  <c:v>1.88046954244</c:v>
                </c:pt>
                <c:pt idx="569">
                  <c:v>1.91060475314</c:v>
                </c:pt>
                <c:pt idx="570">
                  <c:v>1.9080809252</c:v>
                </c:pt>
                <c:pt idx="571">
                  <c:v>1.85587510241</c:v>
                </c:pt>
                <c:pt idx="572">
                  <c:v>1.83018838757</c:v>
                </c:pt>
                <c:pt idx="573">
                  <c:v>1.76342732549</c:v>
                </c:pt>
                <c:pt idx="574">
                  <c:v>1.77843381732</c:v>
                </c:pt>
                <c:pt idx="575">
                  <c:v>1.75438283802</c:v>
                </c:pt>
                <c:pt idx="576">
                  <c:v>1.7979149734</c:v>
                </c:pt>
                <c:pt idx="577">
                  <c:v>1.73927769608</c:v>
                </c:pt>
                <c:pt idx="578">
                  <c:v>1.77076814229</c:v>
                </c:pt>
                <c:pt idx="579">
                  <c:v>1.768730754</c:v>
                </c:pt>
                <c:pt idx="580">
                  <c:v>1.83721956376</c:v>
                </c:pt>
                <c:pt idx="581">
                  <c:v>1.84899452408</c:v>
                </c:pt>
                <c:pt idx="582">
                  <c:v>1.81761878221</c:v>
                </c:pt>
                <c:pt idx="583">
                  <c:v>1.82241398806</c:v>
                </c:pt>
                <c:pt idx="584">
                  <c:v>1.82602347042</c:v>
                </c:pt>
                <c:pt idx="585">
                  <c:v>1.79238983064</c:v>
                </c:pt>
                <c:pt idx="586">
                  <c:v>1.80346850496</c:v>
                </c:pt>
                <c:pt idx="587">
                  <c:v>1.79232241418</c:v>
                </c:pt>
                <c:pt idx="588">
                  <c:v>1.81025817247</c:v>
                </c:pt>
                <c:pt idx="589">
                  <c:v>1.81730257087</c:v>
                </c:pt>
                <c:pt idx="590">
                  <c:v>1.80914871564</c:v>
                </c:pt>
                <c:pt idx="591">
                  <c:v>1.81431948909</c:v>
                </c:pt>
                <c:pt idx="592">
                  <c:v>1.80387632555</c:v>
                </c:pt>
                <c:pt idx="593">
                  <c:v>1.80980764005</c:v>
                </c:pt>
                <c:pt idx="594">
                  <c:v>1.79399104852</c:v>
                </c:pt>
                <c:pt idx="595">
                  <c:v>1.82032111561</c:v>
                </c:pt>
                <c:pt idx="596">
                  <c:v>1.82781028409</c:v>
                </c:pt>
                <c:pt idx="597">
                  <c:v>1.83286625327</c:v>
                </c:pt>
                <c:pt idx="598">
                  <c:v>1.83304558717</c:v>
                </c:pt>
                <c:pt idx="599">
                  <c:v>1.81796051202</c:v>
                </c:pt>
                <c:pt idx="600">
                  <c:v>1.8335729862</c:v>
                </c:pt>
                <c:pt idx="601">
                  <c:v>1.85449474068</c:v>
                </c:pt>
                <c:pt idx="602">
                  <c:v>1.8344011055</c:v>
                </c:pt>
                <c:pt idx="603">
                  <c:v>1.83252659918</c:v>
                </c:pt>
                <c:pt idx="604">
                  <c:v>1.83939822153</c:v>
                </c:pt>
                <c:pt idx="605">
                  <c:v>1.83522841428</c:v>
                </c:pt>
                <c:pt idx="606">
                  <c:v>1.81474531437</c:v>
                </c:pt>
                <c:pt idx="607">
                  <c:v>1.83535486038</c:v>
                </c:pt>
                <c:pt idx="608">
                  <c:v>1.8568622948</c:v>
                </c:pt>
                <c:pt idx="609">
                  <c:v>1.8472303193</c:v>
                </c:pt>
                <c:pt idx="610">
                  <c:v>1.85925958261</c:v>
                </c:pt>
                <c:pt idx="611">
                  <c:v>1.85777573518</c:v>
                </c:pt>
                <c:pt idx="612">
                  <c:v>1.83228316053</c:v>
                </c:pt>
                <c:pt idx="613">
                  <c:v>1.84366987972</c:v>
                </c:pt>
                <c:pt idx="614">
                  <c:v>1.83533091037</c:v>
                </c:pt>
                <c:pt idx="615">
                  <c:v>1.83598213448</c:v>
                </c:pt>
                <c:pt idx="616">
                  <c:v>1.83187055675</c:v>
                </c:pt>
                <c:pt idx="617">
                  <c:v>1.82619525686</c:v>
                </c:pt>
                <c:pt idx="618">
                  <c:v>1.82498044854</c:v>
                </c:pt>
                <c:pt idx="619">
                  <c:v>1.84588169192</c:v>
                </c:pt>
                <c:pt idx="620">
                  <c:v>1.82834432567</c:v>
                </c:pt>
                <c:pt idx="621">
                  <c:v>1.83703817537</c:v>
                </c:pt>
                <c:pt idx="622">
                  <c:v>1.82758583472</c:v>
                </c:pt>
                <c:pt idx="623">
                  <c:v>1.86153948346</c:v>
                </c:pt>
                <c:pt idx="624">
                  <c:v>1.87839215625</c:v>
                </c:pt>
                <c:pt idx="625">
                  <c:v>1.87074561465</c:v>
                </c:pt>
                <c:pt idx="626">
                  <c:v>1.85580157399</c:v>
                </c:pt>
                <c:pt idx="627">
                  <c:v>1.778474507</c:v>
                </c:pt>
                <c:pt idx="628">
                  <c:v>1.80977570123</c:v>
                </c:pt>
                <c:pt idx="629">
                  <c:v>1.79561623923</c:v>
                </c:pt>
                <c:pt idx="630">
                  <c:v>1.78053756693</c:v>
                </c:pt>
                <c:pt idx="631">
                  <c:v>1.8098930708</c:v>
                </c:pt>
                <c:pt idx="632">
                  <c:v>1.80041656764</c:v>
                </c:pt>
                <c:pt idx="633">
                  <c:v>1.81536580883</c:v>
                </c:pt>
                <c:pt idx="634">
                  <c:v>1.79145677016</c:v>
                </c:pt>
                <c:pt idx="635">
                  <c:v>1.78318977639</c:v>
                </c:pt>
                <c:pt idx="636">
                  <c:v>1.81823613592</c:v>
                </c:pt>
                <c:pt idx="637">
                  <c:v>1.82173707021</c:v>
                </c:pt>
                <c:pt idx="638">
                  <c:v>1.82135853756</c:v>
                </c:pt>
                <c:pt idx="639">
                  <c:v>1.76091108258</c:v>
                </c:pt>
                <c:pt idx="640">
                  <c:v>1.74575567369</c:v>
                </c:pt>
                <c:pt idx="641">
                  <c:v>1.77206492089</c:v>
                </c:pt>
                <c:pt idx="642">
                  <c:v>1.74888664115</c:v>
                </c:pt>
                <c:pt idx="643">
                  <c:v>1.74893370877</c:v>
                </c:pt>
                <c:pt idx="644">
                  <c:v>1.76033732339</c:v>
                </c:pt>
                <c:pt idx="645">
                  <c:v>1.73305334803</c:v>
                </c:pt>
                <c:pt idx="646">
                  <c:v>1.73070923072</c:v>
                </c:pt>
                <c:pt idx="647">
                  <c:v>1.72687531136</c:v>
                </c:pt>
                <c:pt idx="648">
                  <c:v>1.76139846704</c:v>
                </c:pt>
                <c:pt idx="649">
                  <c:v>1.74944970558</c:v>
                </c:pt>
                <c:pt idx="650">
                  <c:v>1.7739305697</c:v>
                </c:pt>
                <c:pt idx="651">
                  <c:v>1.77057324526</c:v>
                </c:pt>
                <c:pt idx="652">
                  <c:v>1.77294610107</c:v>
                </c:pt>
                <c:pt idx="653">
                  <c:v>1.76806848374</c:v>
                </c:pt>
                <c:pt idx="654">
                  <c:v>1.79335008698</c:v>
                </c:pt>
                <c:pt idx="655">
                  <c:v>1.7930816292</c:v>
                </c:pt>
                <c:pt idx="656">
                  <c:v>1.76154921029</c:v>
                </c:pt>
                <c:pt idx="657">
                  <c:v>1.76743771242</c:v>
                </c:pt>
                <c:pt idx="658">
                  <c:v>1.77980212179</c:v>
                </c:pt>
                <c:pt idx="659">
                  <c:v>1.81530632442</c:v>
                </c:pt>
                <c:pt idx="660">
                  <c:v>1.82190194702</c:v>
                </c:pt>
                <c:pt idx="661">
                  <c:v>1.82861452177</c:v>
                </c:pt>
                <c:pt idx="662">
                  <c:v>1.8099670412</c:v>
                </c:pt>
                <c:pt idx="663">
                  <c:v>1.77517474308</c:v>
                </c:pt>
                <c:pt idx="664">
                  <c:v>1.74577863986</c:v>
                </c:pt>
                <c:pt idx="665">
                  <c:v>1.75743762945</c:v>
                </c:pt>
                <c:pt idx="666">
                  <c:v>1.77986126491</c:v>
                </c:pt>
                <c:pt idx="667">
                  <c:v>1.77992047056</c:v>
                </c:pt>
                <c:pt idx="668">
                  <c:v>1.76728685698</c:v>
                </c:pt>
                <c:pt idx="669">
                  <c:v>1.77082610255</c:v>
                </c:pt>
                <c:pt idx="670">
                  <c:v>1.76877935919</c:v>
                </c:pt>
                <c:pt idx="671">
                  <c:v>1.79191397738</c:v>
                </c:pt>
                <c:pt idx="672">
                  <c:v>1.80093612026</c:v>
                </c:pt>
                <c:pt idx="673">
                  <c:v>1.82785005209</c:v>
                </c:pt>
                <c:pt idx="674">
                  <c:v>1.84256168134</c:v>
                </c:pt>
                <c:pt idx="675">
                  <c:v>1.84430942591</c:v>
                </c:pt>
                <c:pt idx="676">
                  <c:v>1.83446083034</c:v>
                </c:pt>
                <c:pt idx="677">
                  <c:v>1.84521417163</c:v>
                </c:pt>
                <c:pt idx="678">
                  <c:v>1.8687726139</c:v>
                </c:pt>
                <c:pt idx="679">
                  <c:v>1.85774240206</c:v>
                </c:pt>
                <c:pt idx="680">
                  <c:v>1.86350194515</c:v>
                </c:pt>
                <c:pt idx="681">
                  <c:v>1.86970271215</c:v>
                </c:pt>
                <c:pt idx="682">
                  <c:v>1.87499688835</c:v>
                </c:pt>
                <c:pt idx="683">
                  <c:v>1.86239627815</c:v>
                </c:pt>
                <c:pt idx="684">
                  <c:v>1.85582086422</c:v>
                </c:pt>
                <c:pt idx="685">
                  <c:v>1.85495284419</c:v>
                </c:pt>
                <c:pt idx="686">
                  <c:v>1.86475469065</c:v>
                </c:pt>
                <c:pt idx="687">
                  <c:v>1.8617938402</c:v>
                </c:pt>
                <c:pt idx="688">
                  <c:v>1.88527751721</c:v>
                </c:pt>
                <c:pt idx="689">
                  <c:v>1.8968304449</c:v>
                </c:pt>
                <c:pt idx="690">
                  <c:v>1.90534751193</c:v>
                </c:pt>
                <c:pt idx="691">
                  <c:v>1.9076876717</c:v>
                </c:pt>
                <c:pt idx="692">
                  <c:v>1.91057087124</c:v>
                </c:pt>
                <c:pt idx="693">
                  <c:v>1.90913264667</c:v>
                </c:pt>
                <c:pt idx="694">
                  <c:v>1.9169879471</c:v>
                </c:pt>
                <c:pt idx="695">
                  <c:v>1.92650945888</c:v>
                </c:pt>
                <c:pt idx="696">
                  <c:v>1.94048510057</c:v>
                </c:pt>
                <c:pt idx="697">
                  <c:v>1.93302324015</c:v>
                </c:pt>
                <c:pt idx="698">
                  <c:v>1.93345061398</c:v>
                </c:pt>
                <c:pt idx="699">
                  <c:v>1.94037055426</c:v>
                </c:pt>
                <c:pt idx="700">
                  <c:v>1.92648408155</c:v>
                </c:pt>
                <c:pt idx="701">
                  <c:v>1.92839448647</c:v>
                </c:pt>
                <c:pt idx="702">
                  <c:v>1.92441949557</c:v>
                </c:pt>
              </c:numCache>
            </c:numRef>
          </c:val>
          <c:smooth val="0"/>
        </c:ser>
        <c:ser>
          <c:idx val="1"/>
          <c:order val="1"/>
          <c:tx>
            <c:strRef>
              <c:f>MGRP</c:f>
              <c:strCache>
                <c:ptCount val="1"/>
                <c:pt idx="0">
                  <c:v>MGRP</c:v>
                </c:pt>
              </c:strCache>
            </c:strRef>
          </c:tx>
          <c:spPr>
            <a:ln w="16193" cap="rnd">
              <a:solidFill>
                <a:srgbClr val="72B5C0"/>
              </a:solidFill>
              <a:prstDash val="solid"/>
              <a:round/>
            </a:ln>
          </c:spPr>
          <c:marker>
            <c:symbol val="none"/>
          </c:marker>
          <c:dLbls>
            <c:delete val="1"/>
          </c:dLbls>
          <c:cat>
            <c:strRef>
              <c:f>'Chart Data'!$C$2:$C$704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Data'!$D$2:$D$704</c:f>
              <c:numCache>
                <c:formatCode>0.00</c:formatCode>
                <c:ptCount val="703"/>
                <c:pt idx="0">
                  <c:v>1</c:v>
                </c:pt>
                <c:pt idx="1">
                  <c:v>0.993077999314</c:v>
                </c:pt>
                <c:pt idx="2">
                  <c:v>0.9944155393</c:v>
                </c:pt>
                <c:pt idx="3">
                  <c:v>0.991472402166</c:v>
                </c:pt>
                <c:pt idx="4">
                  <c:v>0.994316069621</c:v>
                </c:pt>
                <c:pt idx="5">
                  <c:v>0.996579510627</c:v>
                </c:pt>
                <c:pt idx="6">
                  <c:v>0.995380366765</c:v>
                </c:pt>
                <c:pt idx="7">
                  <c:v>0.993804337953</c:v>
                </c:pt>
                <c:pt idx="8">
                  <c:v>0.997945783219</c:v>
                </c:pt>
                <c:pt idx="9">
                  <c:v>0.998729551636</c:v>
                </c:pt>
                <c:pt idx="10">
                  <c:v>0.999832815744</c:v>
                </c:pt>
                <c:pt idx="11">
                  <c:v>0.994342607339</c:v>
                </c:pt>
                <c:pt idx="12">
                  <c:v>0.986377850532</c:v>
                </c:pt>
                <c:pt idx="13">
                  <c:v>0.992099696058</c:v>
                </c:pt>
                <c:pt idx="14">
                  <c:v>0.998597823002</c:v>
                </c:pt>
                <c:pt idx="15">
                  <c:v>0.995430984188</c:v>
                </c:pt>
                <c:pt idx="16">
                  <c:v>0.997429358761</c:v>
                </c:pt>
                <c:pt idx="17">
                  <c:v>0.99884173768</c:v>
                </c:pt>
                <c:pt idx="18">
                  <c:v>0.999622741437</c:v>
                </c:pt>
                <c:pt idx="19">
                  <c:v>1.00088066542</c:v>
                </c:pt>
                <c:pt idx="20">
                  <c:v>1.00307734262</c:v>
                </c:pt>
                <c:pt idx="21">
                  <c:v>1.00212603955</c:v>
                </c:pt>
                <c:pt idx="22">
                  <c:v>0.997670325482</c:v>
                </c:pt>
                <c:pt idx="23">
                  <c:v>1.00409091879</c:v>
                </c:pt>
                <c:pt idx="24">
                  <c:v>1.00532086711</c:v>
                </c:pt>
                <c:pt idx="25">
                  <c:v>1.00584072289</c:v>
                </c:pt>
                <c:pt idx="26">
                  <c:v>1.01263754058</c:v>
                </c:pt>
                <c:pt idx="27">
                  <c:v>1.01395851933</c:v>
                </c:pt>
                <c:pt idx="28">
                  <c:v>1.0133889606</c:v>
                </c:pt>
                <c:pt idx="29">
                  <c:v>1.01678848995</c:v>
                </c:pt>
                <c:pt idx="30">
                  <c:v>1.013958883</c:v>
                </c:pt>
                <c:pt idx="31">
                  <c:v>0.999672985564</c:v>
                </c:pt>
                <c:pt idx="32">
                  <c:v>1.0084059719</c:v>
                </c:pt>
                <c:pt idx="33">
                  <c:v>1.01279166555</c:v>
                </c:pt>
                <c:pt idx="34">
                  <c:v>1.01064384086</c:v>
                </c:pt>
                <c:pt idx="35">
                  <c:v>1.01046360179</c:v>
                </c:pt>
                <c:pt idx="36">
                  <c:v>1.01175206912</c:v>
                </c:pt>
                <c:pt idx="37">
                  <c:v>1.01022365049</c:v>
                </c:pt>
                <c:pt idx="38">
                  <c:v>1.02057423176</c:v>
                </c:pt>
                <c:pt idx="39">
                  <c:v>1.02268200118</c:v>
                </c:pt>
                <c:pt idx="40">
                  <c:v>1.02048339456</c:v>
                </c:pt>
                <c:pt idx="41">
                  <c:v>1.02154830215</c:v>
                </c:pt>
                <c:pt idx="42">
                  <c:v>1.02158823718</c:v>
                </c:pt>
                <c:pt idx="43">
                  <c:v>1.02764628976</c:v>
                </c:pt>
                <c:pt idx="44">
                  <c:v>1.04236621347</c:v>
                </c:pt>
                <c:pt idx="45">
                  <c:v>1.04849747399</c:v>
                </c:pt>
                <c:pt idx="46">
                  <c:v>1.04569040514</c:v>
                </c:pt>
                <c:pt idx="47">
                  <c:v>1.05445165227</c:v>
                </c:pt>
                <c:pt idx="48">
                  <c:v>1.05832160228</c:v>
                </c:pt>
                <c:pt idx="49">
                  <c:v>1.05555073358</c:v>
                </c:pt>
                <c:pt idx="50">
                  <c:v>1.05538182065</c:v>
                </c:pt>
                <c:pt idx="51">
                  <c:v>1.05538467987</c:v>
                </c:pt>
                <c:pt idx="52">
                  <c:v>1.05863388287</c:v>
                </c:pt>
                <c:pt idx="53">
                  <c:v>1.05424763156</c:v>
                </c:pt>
                <c:pt idx="54">
                  <c:v>1.05253875065</c:v>
                </c:pt>
                <c:pt idx="55">
                  <c:v>1.05715132225</c:v>
                </c:pt>
                <c:pt idx="56">
                  <c:v>1.05820390844</c:v>
                </c:pt>
                <c:pt idx="57">
                  <c:v>1.07226289931</c:v>
                </c:pt>
                <c:pt idx="58">
                  <c:v>1.07038655684</c:v>
                </c:pt>
                <c:pt idx="59">
                  <c:v>1.06758294427</c:v>
                </c:pt>
                <c:pt idx="60">
                  <c:v>1.07355602905</c:v>
                </c:pt>
                <c:pt idx="61">
                  <c:v>1.07097424067</c:v>
                </c:pt>
                <c:pt idx="62">
                  <c:v>1.0774199078</c:v>
                </c:pt>
                <c:pt idx="63">
                  <c:v>1.08733330796</c:v>
                </c:pt>
                <c:pt idx="64">
                  <c:v>1.09135838095</c:v>
                </c:pt>
                <c:pt idx="65">
                  <c:v>1.10063599221</c:v>
                </c:pt>
                <c:pt idx="66">
                  <c:v>1.10261491853</c:v>
                </c:pt>
                <c:pt idx="67">
                  <c:v>1.09580485967</c:v>
                </c:pt>
                <c:pt idx="68">
                  <c:v>1.10027397549</c:v>
                </c:pt>
                <c:pt idx="69">
                  <c:v>1.10396274144</c:v>
                </c:pt>
                <c:pt idx="70">
                  <c:v>1.10894121546</c:v>
                </c:pt>
                <c:pt idx="71">
                  <c:v>1.09148532251</c:v>
                </c:pt>
                <c:pt idx="72">
                  <c:v>1.10661540904</c:v>
                </c:pt>
                <c:pt idx="73">
                  <c:v>1.09396608604</c:v>
                </c:pt>
                <c:pt idx="74">
                  <c:v>1.09480326333</c:v>
                </c:pt>
                <c:pt idx="75">
                  <c:v>1.09213589745</c:v>
                </c:pt>
                <c:pt idx="76">
                  <c:v>1.09276029707</c:v>
                </c:pt>
                <c:pt idx="77">
                  <c:v>1.08938845682</c:v>
                </c:pt>
                <c:pt idx="78">
                  <c:v>1.08895118777</c:v>
                </c:pt>
                <c:pt idx="79">
                  <c:v>1.08628735917</c:v>
                </c:pt>
                <c:pt idx="80">
                  <c:v>1.09184321417</c:v>
                </c:pt>
                <c:pt idx="81">
                  <c:v>1.08872494416</c:v>
                </c:pt>
                <c:pt idx="82">
                  <c:v>1.0883751219</c:v>
                </c:pt>
                <c:pt idx="83">
                  <c:v>1.09451511932</c:v>
                </c:pt>
                <c:pt idx="84">
                  <c:v>1.10185722538</c:v>
                </c:pt>
                <c:pt idx="85">
                  <c:v>1.08503406278</c:v>
                </c:pt>
                <c:pt idx="86">
                  <c:v>1.09284947668</c:v>
                </c:pt>
                <c:pt idx="87">
                  <c:v>1.09802185995</c:v>
                </c:pt>
                <c:pt idx="88">
                  <c:v>1.10076641363</c:v>
                </c:pt>
                <c:pt idx="89">
                  <c:v>1.10338505429</c:v>
                </c:pt>
                <c:pt idx="90">
                  <c:v>1.10287730029</c:v>
                </c:pt>
                <c:pt idx="91">
                  <c:v>1.10095375417</c:v>
                </c:pt>
                <c:pt idx="92">
                  <c:v>1.1067167019</c:v>
                </c:pt>
                <c:pt idx="93">
                  <c:v>1.10897593001</c:v>
                </c:pt>
                <c:pt idx="94">
                  <c:v>1.11168771521</c:v>
                </c:pt>
                <c:pt idx="95">
                  <c:v>1.11591175295</c:v>
                </c:pt>
                <c:pt idx="96">
                  <c:v>1.1236173339</c:v>
                </c:pt>
                <c:pt idx="97">
                  <c:v>1.11916393399</c:v>
                </c:pt>
                <c:pt idx="98">
                  <c:v>1.12372530794</c:v>
                </c:pt>
                <c:pt idx="99">
                  <c:v>1.12310403177</c:v>
                </c:pt>
                <c:pt idx="100">
                  <c:v>1.12323119174</c:v>
                </c:pt>
                <c:pt idx="101">
                  <c:v>1.11867688339</c:v>
                </c:pt>
                <c:pt idx="102">
                  <c:v>1.11455852062</c:v>
                </c:pt>
                <c:pt idx="103">
                  <c:v>1.11804780632</c:v>
                </c:pt>
                <c:pt idx="104">
                  <c:v>1.11687800459</c:v>
                </c:pt>
                <c:pt idx="105">
                  <c:v>1.1171491219</c:v>
                </c:pt>
                <c:pt idx="106">
                  <c:v>1.10749184761</c:v>
                </c:pt>
                <c:pt idx="107">
                  <c:v>1.11065019355</c:v>
                </c:pt>
                <c:pt idx="108">
                  <c:v>1.10970113585</c:v>
                </c:pt>
                <c:pt idx="109">
                  <c:v>1.12011883229</c:v>
                </c:pt>
                <c:pt idx="110">
                  <c:v>1.1155761293</c:v>
                </c:pt>
                <c:pt idx="111">
                  <c:v>1.12380929539</c:v>
                </c:pt>
                <c:pt idx="112">
                  <c:v>1.12624994698</c:v>
                </c:pt>
                <c:pt idx="113">
                  <c:v>1.11499832741</c:v>
                </c:pt>
                <c:pt idx="114">
                  <c:v>1.12123965504</c:v>
                </c:pt>
                <c:pt idx="115">
                  <c:v>1.12089792383</c:v>
                </c:pt>
                <c:pt idx="116">
                  <c:v>1.12492961918</c:v>
                </c:pt>
                <c:pt idx="117">
                  <c:v>1.12345571841</c:v>
                </c:pt>
                <c:pt idx="118">
                  <c:v>1.12472495051</c:v>
                </c:pt>
                <c:pt idx="119">
                  <c:v>1.12822756968</c:v>
                </c:pt>
                <c:pt idx="120">
                  <c:v>1.12939575404</c:v>
                </c:pt>
                <c:pt idx="121">
                  <c:v>1.13157761069</c:v>
                </c:pt>
                <c:pt idx="122">
                  <c:v>1.13002194993</c:v>
                </c:pt>
                <c:pt idx="123">
                  <c:v>1.12931898418</c:v>
                </c:pt>
                <c:pt idx="124">
                  <c:v>1.13076683754</c:v>
                </c:pt>
                <c:pt idx="125">
                  <c:v>1.13068856687</c:v>
                </c:pt>
                <c:pt idx="126">
                  <c:v>1.12889263621</c:v>
                </c:pt>
                <c:pt idx="127">
                  <c:v>1.13301753869</c:v>
                </c:pt>
                <c:pt idx="128">
                  <c:v>1.13426987548</c:v>
                </c:pt>
                <c:pt idx="129">
                  <c:v>1.13412867843</c:v>
                </c:pt>
                <c:pt idx="130">
                  <c:v>1.14051629128</c:v>
                </c:pt>
                <c:pt idx="131">
                  <c:v>1.14820101646</c:v>
                </c:pt>
                <c:pt idx="132">
                  <c:v>1.1458808495</c:v>
                </c:pt>
                <c:pt idx="133">
                  <c:v>1.15182899346</c:v>
                </c:pt>
                <c:pt idx="134">
                  <c:v>1.1442913544</c:v>
                </c:pt>
                <c:pt idx="135">
                  <c:v>1.14442482899</c:v>
                </c:pt>
                <c:pt idx="136">
                  <c:v>1.15157710652</c:v>
                </c:pt>
                <c:pt idx="137">
                  <c:v>1.15189592943</c:v>
                </c:pt>
                <c:pt idx="138">
                  <c:v>1.1490138168</c:v>
                </c:pt>
                <c:pt idx="139">
                  <c:v>1.14739294911</c:v>
                </c:pt>
                <c:pt idx="140">
                  <c:v>1.15443358202</c:v>
                </c:pt>
                <c:pt idx="141">
                  <c:v>1.14408059609</c:v>
                </c:pt>
                <c:pt idx="142">
                  <c:v>1.13161430258</c:v>
                </c:pt>
                <c:pt idx="143">
                  <c:v>1.12288478317</c:v>
                </c:pt>
                <c:pt idx="144">
                  <c:v>1.12975685162</c:v>
                </c:pt>
                <c:pt idx="145">
                  <c:v>1.12661095642</c:v>
                </c:pt>
                <c:pt idx="146">
                  <c:v>1.11275794227</c:v>
                </c:pt>
                <c:pt idx="147">
                  <c:v>1.10540411847</c:v>
                </c:pt>
                <c:pt idx="148">
                  <c:v>1.11177054829</c:v>
                </c:pt>
                <c:pt idx="149">
                  <c:v>1.10914107833</c:v>
                </c:pt>
                <c:pt idx="150">
                  <c:v>1.10714157982</c:v>
                </c:pt>
                <c:pt idx="151">
                  <c:v>1.12722281011</c:v>
                </c:pt>
                <c:pt idx="152">
                  <c:v>1.10846296</c:v>
                </c:pt>
                <c:pt idx="153">
                  <c:v>1.09237883501</c:v>
                </c:pt>
                <c:pt idx="154">
                  <c:v>1.05265582642</c:v>
                </c:pt>
                <c:pt idx="155">
                  <c:v>1.05002918766</c:v>
                </c:pt>
                <c:pt idx="156">
                  <c:v>1.05704269212</c:v>
                </c:pt>
                <c:pt idx="157">
                  <c:v>1.07159468397</c:v>
                </c:pt>
                <c:pt idx="158">
                  <c:v>1.07395849565</c:v>
                </c:pt>
                <c:pt idx="159">
                  <c:v>1.07706348945</c:v>
                </c:pt>
                <c:pt idx="160">
                  <c:v>1.08649206089</c:v>
                </c:pt>
                <c:pt idx="161">
                  <c:v>1.08397665496</c:v>
                </c:pt>
                <c:pt idx="162">
                  <c:v>1.09653624437</c:v>
                </c:pt>
                <c:pt idx="163">
                  <c:v>1.11094894873</c:v>
                </c:pt>
                <c:pt idx="164">
                  <c:v>1.11236669586</c:v>
                </c:pt>
                <c:pt idx="165">
                  <c:v>1.1096139459</c:v>
                </c:pt>
                <c:pt idx="166">
                  <c:v>1.10951225018</c:v>
                </c:pt>
                <c:pt idx="167">
                  <c:v>1.10535980941</c:v>
                </c:pt>
                <c:pt idx="168">
                  <c:v>1.11561251351</c:v>
                </c:pt>
                <c:pt idx="169">
                  <c:v>1.11099731007</c:v>
                </c:pt>
                <c:pt idx="170">
                  <c:v>1.11398671854</c:v>
                </c:pt>
                <c:pt idx="171">
                  <c:v>1.10723913917</c:v>
                </c:pt>
                <c:pt idx="172">
                  <c:v>1.1121899357</c:v>
                </c:pt>
                <c:pt idx="173">
                  <c:v>1.11712693021</c:v>
                </c:pt>
                <c:pt idx="174">
                  <c:v>1.12138386598</c:v>
                </c:pt>
                <c:pt idx="175">
                  <c:v>1.11530966504</c:v>
                </c:pt>
                <c:pt idx="176">
                  <c:v>1.10795248976</c:v>
                </c:pt>
                <c:pt idx="177">
                  <c:v>1.11054447975</c:v>
                </c:pt>
                <c:pt idx="178">
                  <c:v>1.10072383498</c:v>
                </c:pt>
                <c:pt idx="179">
                  <c:v>1.11225115536</c:v>
                </c:pt>
                <c:pt idx="180">
                  <c:v>1.11925039709</c:v>
                </c:pt>
                <c:pt idx="181">
                  <c:v>1.12177022197</c:v>
                </c:pt>
                <c:pt idx="182">
                  <c:v>1.12806132077</c:v>
                </c:pt>
                <c:pt idx="183">
                  <c:v>1.13024289518</c:v>
                </c:pt>
                <c:pt idx="184">
                  <c:v>1.13260820704</c:v>
                </c:pt>
                <c:pt idx="185">
                  <c:v>1.13114915423</c:v>
                </c:pt>
                <c:pt idx="186">
                  <c:v>1.12444366336</c:v>
                </c:pt>
                <c:pt idx="187">
                  <c:v>1.1356214852</c:v>
                </c:pt>
                <c:pt idx="188">
                  <c:v>1.13253206546</c:v>
                </c:pt>
                <c:pt idx="189">
                  <c:v>1.13372379534</c:v>
                </c:pt>
                <c:pt idx="190">
                  <c:v>1.14249053415</c:v>
                </c:pt>
                <c:pt idx="191">
                  <c:v>1.12644132982</c:v>
                </c:pt>
                <c:pt idx="192">
                  <c:v>1.14007110286</c:v>
                </c:pt>
                <c:pt idx="193">
                  <c:v>1.13414896192</c:v>
                </c:pt>
                <c:pt idx="194">
                  <c:v>1.12868657407</c:v>
                </c:pt>
                <c:pt idx="195">
                  <c:v>1.13485632348</c:v>
                </c:pt>
                <c:pt idx="196">
                  <c:v>1.13801353347</c:v>
                </c:pt>
                <c:pt idx="197">
                  <c:v>1.13428833059</c:v>
                </c:pt>
                <c:pt idx="198">
                  <c:v>1.13553248727</c:v>
                </c:pt>
                <c:pt idx="199">
                  <c:v>1.13696295217</c:v>
                </c:pt>
                <c:pt idx="200">
                  <c:v>1.13414839781</c:v>
                </c:pt>
                <c:pt idx="201">
                  <c:v>1.13392150944</c:v>
                </c:pt>
                <c:pt idx="202">
                  <c:v>1.13627781837</c:v>
                </c:pt>
                <c:pt idx="203">
                  <c:v>1.1370353922</c:v>
                </c:pt>
                <c:pt idx="204">
                  <c:v>1.14047909828</c:v>
                </c:pt>
                <c:pt idx="205">
                  <c:v>1.14133177898</c:v>
                </c:pt>
                <c:pt idx="206">
                  <c:v>1.14722351825</c:v>
                </c:pt>
                <c:pt idx="207">
                  <c:v>1.1475016205</c:v>
                </c:pt>
                <c:pt idx="208">
                  <c:v>1.15277627262</c:v>
                </c:pt>
                <c:pt idx="209">
                  <c:v>1.14158809087</c:v>
                </c:pt>
                <c:pt idx="210">
                  <c:v>1.14686356486</c:v>
                </c:pt>
                <c:pt idx="211">
                  <c:v>1.14046039172</c:v>
                </c:pt>
                <c:pt idx="212">
                  <c:v>1.14983095549</c:v>
                </c:pt>
                <c:pt idx="213">
                  <c:v>1.14427918342</c:v>
                </c:pt>
                <c:pt idx="214">
                  <c:v>1.14737539891</c:v>
                </c:pt>
                <c:pt idx="215">
                  <c:v>1.14873881693</c:v>
                </c:pt>
                <c:pt idx="216">
                  <c:v>1.14785233174</c:v>
                </c:pt>
                <c:pt idx="217">
                  <c:v>1.13912809927</c:v>
                </c:pt>
                <c:pt idx="218">
                  <c:v>1.13333737941</c:v>
                </c:pt>
                <c:pt idx="219">
                  <c:v>1.14106951324</c:v>
                </c:pt>
                <c:pt idx="220">
                  <c:v>1.14674562067</c:v>
                </c:pt>
                <c:pt idx="221">
                  <c:v>1.13648658591</c:v>
                </c:pt>
                <c:pt idx="222">
                  <c:v>1.16593293535</c:v>
                </c:pt>
                <c:pt idx="223">
                  <c:v>1.16236404406</c:v>
                </c:pt>
                <c:pt idx="224">
                  <c:v>1.16115961089</c:v>
                </c:pt>
                <c:pt idx="225">
                  <c:v>1.15272451997</c:v>
                </c:pt>
                <c:pt idx="226">
                  <c:v>1.15353856484</c:v>
                </c:pt>
                <c:pt idx="227">
                  <c:v>1.15579443133</c:v>
                </c:pt>
                <c:pt idx="228">
                  <c:v>1.15433045152</c:v>
                </c:pt>
                <c:pt idx="229">
                  <c:v>1.15827211964</c:v>
                </c:pt>
                <c:pt idx="230">
                  <c:v>1.16264958197</c:v>
                </c:pt>
                <c:pt idx="231">
                  <c:v>1.16167375586</c:v>
                </c:pt>
                <c:pt idx="232">
                  <c:v>1.16558487182</c:v>
                </c:pt>
                <c:pt idx="233">
                  <c:v>1.17189598195</c:v>
                </c:pt>
                <c:pt idx="234">
                  <c:v>1.17245095466</c:v>
                </c:pt>
                <c:pt idx="235">
                  <c:v>1.17257063534</c:v>
                </c:pt>
                <c:pt idx="236">
                  <c:v>1.17228978092</c:v>
                </c:pt>
                <c:pt idx="237">
                  <c:v>1.17081423951</c:v>
                </c:pt>
                <c:pt idx="238">
                  <c:v>1.17851073432</c:v>
                </c:pt>
                <c:pt idx="239">
                  <c:v>1.18006534363</c:v>
                </c:pt>
                <c:pt idx="240">
                  <c:v>1.18438012897</c:v>
                </c:pt>
                <c:pt idx="241">
                  <c:v>1.19023158605</c:v>
                </c:pt>
                <c:pt idx="242">
                  <c:v>1.19143728605</c:v>
                </c:pt>
                <c:pt idx="243">
                  <c:v>1.18724191774</c:v>
                </c:pt>
                <c:pt idx="244">
                  <c:v>1.18912146389</c:v>
                </c:pt>
                <c:pt idx="245">
                  <c:v>1.18859748905</c:v>
                </c:pt>
                <c:pt idx="246">
                  <c:v>1.1887661006</c:v>
                </c:pt>
                <c:pt idx="247">
                  <c:v>1.18401167572</c:v>
                </c:pt>
                <c:pt idx="248">
                  <c:v>1.18320833286</c:v>
                </c:pt>
                <c:pt idx="249">
                  <c:v>1.18630337116</c:v>
                </c:pt>
                <c:pt idx="250">
                  <c:v>1.1835590189</c:v>
                </c:pt>
                <c:pt idx="251">
                  <c:v>1.1644286425</c:v>
                </c:pt>
                <c:pt idx="252">
                  <c:v>1.16773784349</c:v>
                </c:pt>
                <c:pt idx="253">
                  <c:v>1.16966080873</c:v>
                </c:pt>
                <c:pt idx="254">
                  <c:v>1.16885042732</c:v>
                </c:pt>
                <c:pt idx="255">
                  <c:v>1.17601778892</c:v>
                </c:pt>
                <c:pt idx="256">
                  <c:v>1.17707867743</c:v>
                </c:pt>
                <c:pt idx="257">
                  <c:v>1.17144823472</c:v>
                </c:pt>
                <c:pt idx="258">
                  <c:v>1.16878388109</c:v>
                </c:pt>
                <c:pt idx="259">
                  <c:v>1.16637625536</c:v>
                </c:pt>
                <c:pt idx="260">
                  <c:v>1.17472211726</c:v>
                </c:pt>
                <c:pt idx="261">
                  <c:v>1.18003115499</c:v>
                </c:pt>
                <c:pt idx="262">
                  <c:v>1.18195642259</c:v>
                </c:pt>
                <c:pt idx="263">
                  <c:v>1.17933739313</c:v>
                </c:pt>
                <c:pt idx="264">
                  <c:v>1.1934954613</c:v>
                </c:pt>
                <c:pt idx="265">
                  <c:v>1.18669168263</c:v>
                </c:pt>
                <c:pt idx="266">
                  <c:v>1.17837710067</c:v>
                </c:pt>
                <c:pt idx="267">
                  <c:v>1.17297004537</c:v>
                </c:pt>
                <c:pt idx="268">
                  <c:v>1.17571735838</c:v>
                </c:pt>
                <c:pt idx="269">
                  <c:v>1.17919557185</c:v>
                </c:pt>
                <c:pt idx="270">
                  <c:v>1.18564375014</c:v>
                </c:pt>
                <c:pt idx="271">
                  <c:v>1.18731150716</c:v>
                </c:pt>
                <c:pt idx="272">
                  <c:v>1.18716996744</c:v>
                </c:pt>
                <c:pt idx="273">
                  <c:v>1.18710072523</c:v>
                </c:pt>
                <c:pt idx="274">
                  <c:v>1.18945633062</c:v>
                </c:pt>
                <c:pt idx="275">
                  <c:v>1.19295457096</c:v>
                </c:pt>
                <c:pt idx="276">
                  <c:v>1.19465375518</c:v>
                </c:pt>
                <c:pt idx="277">
                  <c:v>1.18353629891</c:v>
                </c:pt>
                <c:pt idx="278">
                  <c:v>1.18897824764</c:v>
                </c:pt>
                <c:pt idx="279">
                  <c:v>1.18758289865</c:v>
                </c:pt>
                <c:pt idx="280">
                  <c:v>1.19221323713</c:v>
                </c:pt>
                <c:pt idx="281">
                  <c:v>1.20015620471</c:v>
                </c:pt>
                <c:pt idx="282">
                  <c:v>1.20246597414</c:v>
                </c:pt>
                <c:pt idx="283">
                  <c:v>1.2039225774</c:v>
                </c:pt>
                <c:pt idx="284">
                  <c:v>1.20282776015</c:v>
                </c:pt>
                <c:pt idx="285">
                  <c:v>1.20384773405</c:v>
                </c:pt>
                <c:pt idx="286">
                  <c:v>1.20577119259</c:v>
                </c:pt>
                <c:pt idx="287">
                  <c:v>1.21980683399</c:v>
                </c:pt>
                <c:pt idx="288">
                  <c:v>1.21672841064</c:v>
                </c:pt>
                <c:pt idx="289">
                  <c:v>1.21477113669</c:v>
                </c:pt>
                <c:pt idx="290">
                  <c:v>1.22293975847</c:v>
                </c:pt>
                <c:pt idx="291">
                  <c:v>1.21426011676</c:v>
                </c:pt>
                <c:pt idx="292">
                  <c:v>1.2154041409</c:v>
                </c:pt>
                <c:pt idx="293">
                  <c:v>1.22606928002</c:v>
                </c:pt>
                <c:pt idx="294">
                  <c:v>1.22780543365</c:v>
                </c:pt>
                <c:pt idx="295">
                  <c:v>1.2280961517</c:v>
                </c:pt>
                <c:pt idx="296">
                  <c:v>1.21632998341</c:v>
                </c:pt>
                <c:pt idx="297">
                  <c:v>1.21878422752</c:v>
                </c:pt>
                <c:pt idx="298">
                  <c:v>1.21180234371</c:v>
                </c:pt>
                <c:pt idx="299">
                  <c:v>1.21056864057</c:v>
                </c:pt>
                <c:pt idx="300">
                  <c:v>1.20188203699</c:v>
                </c:pt>
                <c:pt idx="301">
                  <c:v>1.20584726523</c:v>
                </c:pt>
                <c:pt idx="302">
                  <c:v>1.20790504847</c:v>
                </c:pt>
                <c:pt idx="303">
                  <c:v>1.20311064983</c:v>
                </c:pt>
                <c:pt idx="304">
                  <c:v>1.20361302759</c:v>
                </c:pt>
                <c:pt idx="305">
                  <c:v>1.19761029843</c:v>
                </c:pt>
                <c:pt idx="306">
                  <c:v>1.1994346341</c:v>
                </c:pt>
                <c:pt idx="307">
                  <c:v>1.18673939059</c:v>
                </c:pt>
                <c:pt idx="308">
                  <c:v>1.17928868428</c:v>
                </c:pt>
                <c:pt idx="309">
                  <c:v>1.18153454992</c:v>
                </c:pt>
                <c:pt idx="310">
                  <c:v>1.18241047246</c:v>
                </c:pt>
                <c:pt idx="311">
                  <c:v>1.18881840911</c:v>
                </c:pt>
                <c:pt idx="312">
                  <c:v>1.19656988821</c:v>
                </c:pt>
                <c:pt idx="313">
                  <c:v>1.20015599694</c:v>
                </c:pt>
                <c:pt idx="314">
                  <c:v>1.20641978341</c:v>
                </c:pt>
                <c:pt idx="315">
                  <c:v>1.20937489679</c:v>
                </c:pt>
                <c:pt idx="316">
                  <c:v>1.20748644495</c:v>
                </c:pt>
                <c:pt idx="317">
                  <c:v>1.21391156254</c:v>
                </c:pt>
                <c:pt idx="318">
                  <c:v>1.21985418629</c:v>
                </c:pt>
                <c:pt idx="319">
                  <c:v>1.21742042558</c:v>
                </c:pt>
                <c:pt idx="320">
                  <c:v>1.2242089326</c:v>
                </c:pt>
                <c:pt idx="321">
                  <c:v>1.22010396931</c:v>
                </c:pt>
                <c:pt idx="322">
                  <c:v>1.22836683233</c:v>
                </c:pt>
                <c:pt idx="323">
                  <c:v>1.22691568707</c:v>
                </c:pt>
                <c:pt idx="324">
                  <c:v>1.22832853117</c:v>
                </c:pt>
                <c:pt idx="325">
                  <c:v>1.2111552936</c:v>
                </c:pt>
                <c:pt idx="326">
                  <c:v>1.17071653381</c:v>
                </c:pt>
                <c:pt idx="327">
                  <c:v>1.12056540029</c:v>
                </c:pt>
                <c:pt idx="328">
                  <c:v>1.10975264992</c:v>
                </c:pt>
                <c:pt idx="329">
                  <c:v>1.11668191911</c:v>
                </c:pt>
                <c:pt idx="330">
                  <c:v>1.1416525117</c:v>
                </c:pt>
                <c:pt idx="331">
                  <c:v>1.13595694232</c:v>
                </c:pt>
                <c:pt idx="332">
                  <c:v>1.13673501773</c:v>
                </c:pt>
                <c:pt idx="333">
                  <c:v>1.14507202546</c:v>
                </c:pt>
                <c:pt idx="334">
                  <c:v>1.16301676981</c:v>
                </c:pt>
                <c:pt idx="335">
                  <c:v>1.17284202399</c:v>
                </c:pt>
                <c:pt idx="336">
                  <c:v>1.18519560535</c:v>
                </c:pt>
                <c:pt idx="337">
                  <c:v>1.185769096</c:v>
                </c:pt>
                <c:pt idx="338">
                  <c:v>1.18516041724</c:v>
                </c:pt>
                <c:pt idx="339">
                  <c:v>1.19236831206</c:v>
                </c:pt>
                <c:pt idx="340">
                  <c:v>1.19157458693</c:v>
                </c:pt>
                <c:pt idx="341">
                  <c:v>1.1940633674</c:v>
                </c:pt>
                <c:pt idx="342">
                  <c:v>1.18526152594</c:v>
                </c:pt>
                <c:pt idx="343">
                  <c:v>1.18046759426</c:v>
                </c:pt>
                <c:pt idx="344">
                  <c:v>1.17483436083</c:v>
                </c:pt>
                <c:pt idx="345">
                  <c:v>1.18242953414</c:v>
                </c:pt>
                <c:pt idx="346">
                  <c:v>1.18237039682</c:v>
                </c:pt>
                <c:pt idx="347">
                  <c:v>1.19637831309</c:v>
                </c:pt>
                <c:pt idx="348">
                  <c:v>1.18798634485</c:v>
                </c:pt>
                <c:pt idx="349">
                  <c:v>1.17552068427</c:v>
                </c:pt>
                <c:pt idx="350">
                  <c:v>1.18983246023</c:v>
                </c:pt>
                <c:pt idx="351">
                  <c:v>1.17143520949</c:v>
                </c:pt>
                <c:pt idx="352">
                  <c:v>1.17588560994</c:v>
                </c:pt>
                <c:pt idx="353">
                  <c:v>1.1610114245</c:v>
                </c:pt>
                <c:pt idx="354">
                  <c:v>1.17240415435</c:v>
                </c:pt>
                <c:pt idx="355">
                  <c:v>1.1680386112</c:v>
                </c:pt>
                <c:pt idx="356">
                  <c:v>1.17387475384</c:v>
                </c:pt>
                <c:pt idx="357">
                  <c:v>1.18336943311</c:v>
                </c:pt>
                <c:pt idx="358">
                  <c:v>1.18714434292</c:v>
                </c:pt>
                <c:pt idx="359">
                  <c:v>1.17870450442</c:v>
                </c:pt>
                <c:pt idx="360">
                  <c:v>1.19470587025</c:v>
                </c:pt>
                <c:pt idx="361">
                  <c:v>1.1902153871</c:v>
                </c:pt>
                <c:pt idx="362">
                  <c:v>1.18279434766</c:v>
                </c:pt>
                <c:pt idx="363">
                  <c:v>1.18585730595</c:v>
                </c:pt>
                <c:pt idx="364">
                  <c:v>1.19221139815</c:v>
                </c:pt>
                <c:pt idx="365">
                  <c:v>1.18378659561</c:v>
                </c:pt>
                <c:pt idx="366">
                  <c:v>1.19781479646</c:v>
                </c:pt>
                <c:pt idx="367">
                  <c:v>1.18908674525</c:v>
                </c:pt>
                <c:pt idx="368">
                  <c:v>1.20032522865</c:v>
                </c:pt>
                <c:pt idx="369">
                  <c:v>1.20045964371</c:v>
                </c:pt>
                <c:pt idx="370">
                  <c:v>1.19997028946</c:v>
                </c:pt>
                <c:pt idx="371">
                  <c:v>1.20783805891</c:v>
                </c:pt>
                <c:pt idx="372">
                  <c:v>1.20794868725</c:v>
                </c:pt>
                <c:pt idx="373">
                  <c:v>1.20905367031</c:v>
                </c:pt>
                <c:pt idx="374">
                  <c:v>1.21194293632</c:v>
                </c:pt>
                <c:pt idx="375">
                  <c:v>1.20444841327</c:v>
                </c:pt>
                <c:pt idx="376">
                  <c:v>1.20726943522</c:v>
                </c:pt>
                <c:pt idx="377">
                  <c:v>1.20491375634</c:v>
                </c:pt>
                <c:pt idx="378">
                  <c:v>1.20509079853</c:v>
                </c:pt>
                <c:pt idx="379">
                  <c:v>1.20077813049</c:v>
                </c:pt>
                <c:pt idx="380">
                  <c:v>1.20010959582</c:v>
                </c:pt>
                <c:pt idx="381">
                  <c:v>1.20311239443</c:v>
                </c:pt>
                <c:pt idx="382">
                  <c:v>1.20801825791</c:v>
                </c:pt>
                <c:pt idx="383">
                  <c:v>1.21150245741</c:v>
                </c:pt>
                <c:pt idx="384">
                  <c:v>1.21340371282</c:v>
                </c:pt>
                <c:pt idx="385">
                  <c:v>1.20817798308</c:v>
                </c:pt>
                <c:pt idx="386">
                  <c:v>1.21374636098</c:v>
                </c:pt>
                <c:pt idx="387">
                  <c:v>1.21801863994</c:v>
                </c:pt>
                <c:pt idx="388">
                  <c:v>1.22254116608</c:v>
                </c:pt>
                <c:pt idx="389">
                  <c:v>1.22298272272</c:v>
                </c:pt>
                <c:pt idx="390">
                  <c:v>1.22396898479</c:v>
                </c:pt>
                <c:pt idx="391">
                  <c:v>1.22033581636</c:v>
                </c:pt>
                <c:pt idx="392">
                  <c:v>1.22455192315</c:v>
                </c:pt>
                <c:pt idx="393">
                  <c:v>1.22998218982</c:v>
                </c:pt>
                <c:pt idx="394">
                  <c:v>1.23376213072</c:v>
                </c:pt>
                <c:pt idx="395">
                  <c:v>1.23280149254</c:v>
                </c:pt>
                <c:pt idx="396">
                  <c:v>1.23496548782</c:v>
                </c:pt>
                <c:pt idx="397">
                  <c:v>1.23541824446</c:v>
                </c:pt>
                <c:pt idx="398">
                  <c:v>1.23996427452</c:v>
                </c:pt>
                <c:pt idx="399">
                  <c:v>1.24486110934</c:v>
                </c:pt>
                <c:pt idx="400">
                  <c:v>1.24966238967</c:v>
                </c:pt>
                <c:pt idx="401">
                  <c:v>1.25738687698</c:v>
                </c:pt>
                <c:pt idx="402">
                  <c:v>1.25681806163</c:v>
                </c:pt>
                <c:pt idx="403">
                  <c:v>1.25781935387</c:v>
                </c:pt>
                <c:pt idx="404">
                  <c:v>1.26129478608</c:v>
                </c:pt>
                <c:pt idx="405">
                  <c:v>1.25664915235</c:v>
                </c:pt>
                <c:pt idx="406">
                  <c:v>1.25618816382</c:v>
                </c:pt>
                <c:pt idx="407">
                  <c:v>1.2604705252</c:v>
                </c:pt>
                <c:pt idx="408">
                  <c:v>1.25232181821</c:v>
                </c:pt>
                <c:pt idx="409">
                  <c:v>1.25431324966</c:v>
                </c:pt>
                <c:pt idx="410">
                  <c:v>1.25665204082</c:v>
                </c:pt>
                <c:pt idx="411">
                  <c:v>1.26099711376</c:v>
                </c:pt>
                <c:pt idx="412">
                  <c:v>1.25998858014</c:v>
                </c:pt>
                <c:pt idx="413">
                  <c:v>1.26538273392</c:v>
                </c:pt>
                <c:pt idx="414">
                  <c:v>1.27193388307</c:v>
                </c:pt>
                <c:pt idx="415">
                  <c:v>1.27231312999</c:v>
                </c:pt>
                <c:pt idx="416">
                  <c:v>1.26754968468</c:v>
                </c:pt>
                <c:pt idx="417">
                  <c:v>1.27584367454</c:v>
                </c:pt>
                <c:pt idx="418">
                  <c:v>1.28255101275</c:v>
                </c:pt>
                <c:pt idx="419">
                  <c:v>1.27568001936</c:v>
                </c:pt>
                <c:pt idx="420">
                  <c:v>1.27529565492</c:v>
                </c:pt>
                <c:pt idx="421">
                  <c:v>1.27317437543</c:v>
                </c:pt>
                <c:pt idx="422">
                  <c:v>1.27112136643</c:v>
                </c:pt>
                <c:pt idx="423">
                  <c:v>1.27221433201</c:v>
                </c:pt>
                <c:pt idx="424">
                  <c:v>1.27087516271</c:v>
                </c:pt>
                <c:pt idx="425">
                  <c:v>1.2885166844</c:v>
                </c:pt>
                <c:pt idx="426">
                  <c:v>1.28245151829</c:v>
                </c:pt>
                <c:pt idx="427">
                  <c:v>1.28616279881</c:v>
                </c:pt>
                <c:pt idx="428">
                  <c:v>1.28578507751</c:v>
                </c:pt>
                <c:pt idx="429">
                  <c:v>1.28971907688</c:v>
                </c:pt>
                <c:pt idx="430">
                  <c:v>1.28950291278</c:v>
                </c:pt>
                <c:pt idx="431">
                  <c:v>1.29172121679</c:v>
                </c:pt>
                <c:pt idx="432">
                  <c:v>1.29536734335</c:v>
                </c:pt>
                <c:pt idx="433">
                  <c:v>1.30472708587</c:v>
                </c:pt>
                <c:pt idx="434">
                  <c:v>1.30559465018</c:v>
                </c:pt>
                <c:pt idx="435">
                  <c:v>1.31406888219</c:v>
                </c:pt>
                <c:pt idx="436">
                  <c:v>1.3179687829</c:v>
                </c:pt>
                <c:pt idx="437">
                  <c:v>1.31460256667</c:v>
                </c:pt>
                <c:pt idx="438">
                  <c:v>1.32394326622</c:v>
                </c:pt>
                <c:pt idx="439">
                  <c:v>1.32714622036</c:v>
                </c:pt>
                <c:pt idx="440">
                  <c:v>1.32796685477</c:v>
                </c:pt>
                <c:pt idx="441">
                  <c:v>1.3342977473</c:v>
                </c:pt>
                <c:pt idx="442">
                  <c:v>1.33341082993</c:v>
                </c:pt>
                <c:pt idx="443">
                  <c:v>1.32703711254</c:v>
                </c:pt>
                <c:pt idx="444">
                  <c:v>1.3275190874</c:v>
                </c:pt>
                <c:pt idx="445">
                  <c:v>1.33323322189</c:v>
                </c:pt>
                <c:pt idx="446">
                  <c:v>1.34276412593</c:v>
                </c:pt>
                <c:pt idx="447">
                  <c:v>1.34030897717</c:v>
                </c:pt>
                <c:pt idx="448">
                  <c:v>1.33524173019</c:v>
                </c:pt>
                <c:pt idx="449">
                  <c:v>1.33535723098</c:v>
                </c:pt>
                <c:pt idx="450">
                  <c:v>1.34223771712</c:v>
                </c:pt>
                <c:pt idx="451">
                  <c:v>1.34931052455</c:v>
                </c:pt>
                <c:pt idx="452">
                  <c:v>1.35409256951</c:v>
                </c:pt>
                <c:pt idx="453">
                  <c:v>1.36068558258</c:v>
                </c:pt>
                <c:pt idx="454">
                  <c:v>1.36843134428</c:v>
                </c:pt>
                <c:pt idx="455">
                  <c:v>1.37203099122</c:v>
                </c:pt>
                <c:pt idx="456">
                  <c:v>1.38130489787</c:v>
                </c:pt>
                <c:pt idx="457">
                  <c:v>1.38414020157</c:v>
                </c:pt>
                <c:pt idx="458">
                  <c:v>1.39125444402</c:v>
                </c:pt>
                <c:pt idx="459">
                  <c:v>1.38391093357</c:v>
                </c:pt>
                <c:pt idx="460">
                  <c:v>1.36752809927</c:v>
                </c:pt>
                <c:pt idx="461">
                  <c:v>1.37932054864</c:v>
                </c:pt>
                <c:pt idx="462">
                  <c:v>1.37313581744</c:v>
                </c:pt>
                <c:pt idx="463">
                  <c:v>1.38636403266</c:v>
                </c:pt>
                <c:pt idx="464">
                  <c:v>1.38491525908</c:v>
                </c:pt>
                <c:pt idx="465">
                  <c:v>1.37760235254</c:v>
                </c:pt>
                <c:pt idx="466">
                  <c:v>1.39376789046</c:v>
                </c:pt>
                <c:pt idx="467">
                  <c:v>1.38282170998</c:v>
                </c:pt>
                <c:pt idx="468">
                  <c:v>1.38605808075</c:v>
                </c:pt>
                <c:pt idx="469">
                  <c:v>1.39254543464</c:v>
                </c:pt>
                <c:pt idx="470">
                  <c:v>1.39675827172</c:v>
                </c:pt>
                <c:pt idx="471">
                  <c:v>1.40232248199</c:v>
                </c:pt>
                <c:pt idx="472">
                  <c:v>1.40284525052</c:v>
                </c:pt>
                <c:pt idx="473">
                  <c:v>1.39967233407</c:v>
                </c:pt>
                <c:pt idx="474">
                  <c:v>1.39726855135</c:v>
                </c:pt>
                <c:pt idx="475">
                  <c:v>1.39849174254</c:v>
                </c:pt>
                <c:pt idx="476">
                  <c:v>1.40683378745</c:v>
                </c:pt>
                <c:pt idx="477">
                  <c:v>1.38923424126</c:v>
                </c:pt>
                <c:pt idx="478">
                  <c:v>1.38956775586</c:v>
                </c:pt>
                <c:pt idx="479">
                  <c:v>1.39528171914</c:v>
                </c:pt>
                <c:pt idx="480">
                  <c:v>1.39299990611</c:v>
                </c:pt>
                <c:pt idx="481">
                  <c:v>1.40328190035</c:v>
                </c:pt>
                <c:pt idx="482">
                  <c:v>1.41144168818</c:v>
                </c:pt>
                <c:pt idx="483">
                  <c:v>1.41084274364</c:v>
                </c:pt>
                <c:pt idx="484">
                  <c:v>1.40599502718</c:v>
                </c:pt>
                <c:pt idx="485">
                  <c:v>1.39676904121</c:v>
                </c:pt>
                <c:pt idx="486">
                  <c:v>1.39254129258</c:v>
                </c:pt>
                <c:pt idx="487">
                  <c:v>1.39219532204</c:v>
                </c:pt>
                <c:pt idx="488">
                  <c:v>1.38848053147</c:v>
                </c:pt>
                <c:pt idx="489">
                  <c:v>1.38920321719</c:v>
                </c:pt>
                <c:pt idx="490">
                  <c:v>1.38776989848</c:v>
                </c:pt>
                <c:pt idx="491">
                  <c:v>1.39922724167</c:v>
                </c:pt>
                <c:pt idx="492">
                  <c:v>1.39905332459</c:v>
                </c:pt>
                <c:pt idx="493">
                  <c:v>1.40498382459</c:v>
                </c:pt>
                <c:pt idx="494">
                  <c:v>1.40249997108</c:v>
                </c:pt>
                <c:pt idx="495">
                  <c:v>1.4074937189</c:v>
                </c:pt>
                <c:pt idx="496">
                  <c:v>1.40107990249</c:v>
                </c:pt>
                <c:pt idx="497">
                  <c:v>1.4005004298</c:v>
                </c:pt>
                <c:pt idx="498">
                  <c:v>1.40395619974</c:v>
                </c:pt>
                <c:pt idx="499">
                  <c:v>1.39980740133</c:v>
                </c:pt>
                <c:pt idx="500">
                  <c:v>1.40119424251</c:v>
                </c:pt>
                <c:pt idx="501">
                  <c:v>1.39439955452</c:v>
                </c:pt>
                <c:pt idx="502">
                  <c:v>1.39622013106</c:v>
                </c:pt>
                <c:pt idx="503">
                  <c:v>1.40197231432</c:v>
                </c:pt>
                <c:pt idx="504">
                  <c:v>1.39933200646</c:v>
                </c:pt>
                <c:pt idx="505">
                  <c:v>1.39372086648</c:v>
                </c:pt>
                <c:pt idx="506">
                  <c:v>1.39210753885</c:v>
                </c:pt>
                <c:pt idx="507">
                  <c:v>1.38941066025</c:v>
                </c:pt>
                <c:pt idx="508">
                  <c:v>1.38851608603</c:v>
                </c:pt>
                <c:pt idx="509">
                  <c:v>1.39335486103</c:v>
                </c:pt>
                <c:pt idx="510">
                  <c:v>1.39560620007</c:v>
                </c:pt>
                <c:pt idx="511">
                  <c:v>1.40586466557</c:v>
                </c:pt>
                <c:pt idx="512">
                  <c:v>1.41027079718</c:v>
                </c:pt>
                <c:pt idx="513">
                  <c:v>1.41353620778</c:v>
                </c:pt>
                <c:pt idx="514">
                  <c:v>1.41123655632</c:v>
                </c:pt>
                <c:pt idx="515">
                  <c:v>1.4062188687</c:v>
                </c:pt>
                <c:pt idx="516">
                  <c:v>1.40870102377</c:v>
                </c:pt>
                <c:pt idx="517">
                  <c:v>1.39791137883</c:v>
                </c:pt>
                <c:pt idx="518">
                  <c:v>1.4051132103</c:v>
                </c:pt>
                <c:pt idx="519">
                  <c:v>1.4198334229</c:v>
                </c:pt>
                <c:pt idx="520">
                  <c:v>1.42642009752</c:v>
                </c:pt>
                <c:pt idx="521">
                  <c:v>1.42069618436</c:v>
                </c:pt>
                <c:pt idx="522">
                  <c:v>1.42420828017</c:v>
                </c:pt>
                <c:pt idx="523">
                  <c:v>1.43001717708</c:v>
                </c:pt>
                <c:pt idx="524">
                  <c:v>1.44472762392</c:v>
                </c:pt>
                <c:pt idx="525">
                  <c:v>1.44568298448</c:v>
                </c:pt>
                <c:pt idx="526">
                  <c:v>1.45177080976</c:v>
                </c:pt>
                <c:pt idx="527">
                  <c:v>1.45041585082</c:v>
                </c:pt>
                <c:pt idx="528">
                  <c:v>1.45087612244</c:v>
                </c:pt>
                <c:pt idx="529">
                  <c:v>1.44774073108</c:v>
                </c:pt>
                <c:pt idx="530">
                  <c:v>1.44701528874</c:v>
                </c:pt>
                <c:pt idx="531">
                  <c:v>1.45646419586</c:v>
                </c:pt>
                <c:pt idx="532">
                  <c:v>1.46738749384</c:v>
                </c:pt>
                <c:pt idx="533">
                  <c:v>1.47713768735</c:v>
                </c:pt>
                <c:pt idx="534">
                  <c:v>1.47320227999</c:v>
                </c:pt>
                <c:pt idx="535">
                  <c:v>1.49218681015</c:v>
                </c:pt>
                <c:pt idx="536">
                  <c:v>1.49647879037</c:v>
                </c:pt>
                <c:pt idx="537">
                  <c:v>1.50048511327</c:v>
                </c:pt>
                <c:pt idx="538">
                  <c:v>1.46763729</c:v>
                </c:pt>
                <c:pt idx="539">
                  <c:v>1.45885509213</c:v>
                </c:pt>
                <c:pt idx="540">
                  <c:v>1.47783457303</c:v>
                </c:pt>
                <c:pt idx="541">
                  <c:v>1.47271904887</c:v>
                </c:pt>
                <c:pt idx="542">
                  <c:v>1.47187391298</c:v>
                </c:pt>
                <c:pt idx="543">
                  <c:v>1.48530307173</c:v>
                </c:pt>
                <c:pt idx="544">
                  <c:v>1.48838059182</c:v>
                </c:pt>
                <c:pt idx="545">
                  <c:v>1.48717399796</c:v>
                </c:pt>
                <c:pt idx="546">
                  <c:v>1.49081417186</c:v>
                </c:pt>
                <c:pt idx="547">
                  <c:v>1.4841286953</c:v>
                </c:pt>
                <c:pt idx="548">
                  <c:v>1.48398798736</c:v>
                </c:pt>
                <c:pt idx="549">
                  <c:v>1.48415348463</c:v>
                </c:pt>
                <c:pt idx="550">
                  <c:v>1.48117588229</c:v>
                </c:pt>
                <c:pt idx="551">
                  <c:v>1.48743881083</c:v>
                </c:pt>
                <c:pt idx="552">
                  <c:v>1.49651599025</c:v>
                </c:pt>
                <c:pt idx="553">
                  <c:v>1.50501805281</c:v>
                </c:pt>
                <c:pt idx="554">
                  <c:v>1.50250106684</c:v>
                </c:pt>
                <c:pt idx="555">
                  <c:v>1.50668870855</c:v>
                </c:pt>
                <c:pt idx="556">
                  <c:v>1.51137249069</c:v>
                </c:pt>
                <c:pt idx="557">
                  <c:v>1.50347069897</c:v>
                </c:pt>
                <c:pt idx="558">
                  <c:v>1.51033134042</c:v>
                </c:pt>
                <c:pt idx="559">
                  <c:v>1.50616747693</c:v>
                </c:pt>
                <c:pt idx="560">
                  <c:v>1.4951212631</c:v>
                </c:pt>
                <c:pt idx="561">
                  <c:v>1.49553164431</c:v>
                </c:pt>
                <c:pt idx="562">
                  <c:v>1.49072723329</c:v>
                </c:pt>
                <c:pt idx="563">
                  <c:v>1.49510403186</c:v>
                </c:pt>
                <c:pt idx="564">
                  <c:v>1.49943572614</c:v>
                </c:pt>
                <c:pt idx="565">
                  <c:v>1.4970621464</c:v>
                </c:pt>
                <c:pt idx="566">
                  <c:v>1.48884049474</c:v>
                </c:pt>
                <c:pt idx="567">
                  <c:v>1.4845731964</c:v>
                </c:pt>
                <c:pt idx="568">
                  <c:v>1.4795567765</c:v>
                </c:pt>
                <c:pt idx="569">
                  <c:v>1.49301202293</c:v>
                </c:pt>
                <c:pt idx="570">
                  <c:v>1.49892122031</c:v>
                </c:pt>
                <c:pt idx="571">
                  <c:v>1.49365405049</c:v>
                </c:pt>
                <c:pt idx="572">
                  <c:v>1.49567275848</c:v>
                </c:pt>
                <c:pt idx="573">
                  <c:v>1.46996104195</c:v>
                </c:pt>
                <c:pt idx="574">
                  <c:v>1.46789885979</c:v>
                </c:pt>
                <c:pt idx="575">
                  <c:v>1.46245628124</c:v>
                </c:pt>
                <c:pt idx="576">
                  <c:v>1.47598567421</c:v>
                </c:pt>
                <c:pt idx="577">
                  <c:v>1.46495700135</c:v>
                </c:pt>
                <c:pt idx="578">
                  <c:v>1.46656058513</c:v>
                </c:pt>
                <c:pt idx="579">
                  <c:v>1.47615827279</c:v>
                </c:pt>
                <c:pt idx="580">
                  <c:v>1.48869505551</c:v>
                </c:pt>
                <c:pt idx="581">
                  <c:v>1.49167763914</c:v>
                </c:pt>
                <c:pt idx="582">
                  <c:v>1.4894786328</c:v>
                </c:pt>
                <c:pt idx="583">
                  <c:v>1.50106517039</c:v>
                </c:pt>
                <c:pt idx="584">
                  <c:v>1.49783596872</c:v>
                </c:pt>
                <c:pt idx="585">
                  <c:v>1.51086547195</c:v>
                </c:pt>
                <c:pt idx="586">
                  <c:v>1.50789681288</c:v>
                </c:pt>
                <c:pt idx="587">
                  <c:v>1.50850917128</c:v>
                </c:pt>
                <c:pt idx="588">
                  <c:v>1.51710800661</c:v>
                </c:pt>
                <c:pt idx="589">
                  <c:v>1.52604806517</c:v>
                </c:pt>
                <c:pt idx="590">
                  <c:v>1.52497601757</c:v>
                </c:pt>
                <c:pt idx="591">
                  <c:v>1.52843350626</c:v>
                </c:pt>
                <c:pt idx="592">
                  <c:v>1.5273412552</c:v>
                </c:pt>
                <c:pt idx="593">
                  <c:v>1.52737441155</c:v>
                </c:pt>
                <c:pt idx="594">
                  <c:v>1.52385172414</c:v>
                </c:pt>
                <c:pt idx="595">
                  <c:v>1.53779182601</c:v>
                </c:pt>
                <c:pt idx="596">
                  <c:v>1.53438608864</c:v>
                </c:pt>
                <c:pt idx="597">
                  <c:v>1.5402627008</c:v>
                </c:pt>
                <c:pt idx="598">
                  <c:v>1.53887930759</c:v>
                </c:pt>
                <c:pt idx="599">
                  <c:v>1.53125305597</c:v>
                </c:pt>
                <c:pt idx="600">
                  <c:v>1.53627795911</c:v>
                </c:pt>
                <c:pt idx="601">
                  <c:v>1.55725393501</c:v>
                </c:pt>
                <c:pt idx="602">
                  <c:v>1.54902649109</c:v>
                </c:pt>
                <c:pt idx="603">
                  <c:v>1.55367859892</c:v>
                </c:pt>
                <c:pt idx="604">
                  <c:v>1.56096543854</c:v>
                </c:pt>
                <c:pt idx="605">
                  <c:v>1.56449585842</c:v>
                </c:pt>
                <c:pt idx="606">
                  <c:v>1.55829630937</c:v>
                </c:pt>
                <c:pt idx="607">
                  <c:v>1.56426148615</c:v>
                </c:pt>
                <c:pt idx="608">
                  <c:v>1.57737174027</c:v>
                </c:pt>
                <c:pt idx="609">
                  <c:v>1.5786735154</c:v>
                </c:pt>
                <c:pt idx="610">
                  <c:v>1.58919858184</c:v>
                </c:pt>
                <c:pt idx="611">
                  <c:v>1.58754427222</c:v>
                </c:pt>
                <c:pt idx="612">
                  <c:v>1.57669625127</c:v>
                </c:pt>
                <c:pt idx="613">
                  <c:v>1.58487972765</c:v>
                </c:pt>
                <c:pt idx="614">
                  <c:v>1.58523971809</c:v>
                </c:pt>
                <c:pt idx="615">
                  <c:v>1.5856049151</c:v>
                </c:pt>
                <c:pt idx="616">
                  <c:v>1.58225651117</c:v>
                </c:pt>
                <c:pt idx="617">
                  <c:v>1.58282774837</c:v>
                </c:pt>
                <c:pt idx="618">
                  <c:v>1.58470426006</c:v>
                </c:pt>
                <c:pt idx="619">
                  <c:v>1.581662363</c:v>
                </c:pt>
                <c:pt idx="620">
                  <c:v>1.57245235133</c:v>
                </c:pt>
                <c:pt idx="621">
                  <c:v>1.57622704114</c:v>
                </c:pt>
                <c:pt idx="622">
                  <c:v>1.57707976098</c:v>
                </c:pt>
                <c:pt idx="623">
                  <c:v>1.58587749927</c:v>
                </c:pt>
                <c:pt idx="624">
                  <c:v>1.59862927228</c:v>
                </c:pt>
                <c:pt idx="625">
                  <c:v>1.59958086004</c:v>
                </c:pt>
                <c:pt idx="626">
                  <c:v>1.59307575035</c:v>
                </c:pt>
                <c:pt idx="627">
                  <c:v>1.55609165808</c:v>
                </c:pt>
                <c:pt idx="628">
                  <c:v>1.56075835313</c:v>
                </c:pt>
                <c:pt idx="629">
                  <c:v>1.55659586687</c:v>
                </c:pt>
                <c:pt idx="630">
                  <c:v>1.53503196249</c:v>
                </c:pt>
                <c:pt idx="631">
                  <c:v>1.55340316375</c:v>
                </c:pt>
                <c:pt idx="632">
                  <c:v>1.55296713586</c:v>
                </c:pt>
                <c:pt idx="633">
                  <c:v>1.5686995349</c:v>
                </c:pt>
                <c:pt idx="634">
                  <c:v>1.56437671603</c:v>
                </c:pt>
                <c:pt idx="635">
                  <c:v>1.56046863055</c:v>
                </c:pt>
                <c:pt idx="636">
                  <c:v>1.57686727048</c:v>
                </c:pt>
                <c:pt idx="637">
                  <c:v>1.57556795665</c:v>
                </c:pt>
                <c:pt idx="638">
                  <c:v>1.57271572758</c:v>
                </c:pt>
                <c:pt idx="639">
                  <c:v>1.55456905557</c:v>
                </c:pt>
                <c:pt idx="640">
                  <c:v>1.54563907873</c:v>
                </c:pt>
                <c:pt idx="641">
                  <c:v>1.55673353041</c:v>
                </c:pt>
                <c:pt idx="642">
                  <c:v>1.54310149598</c:v>
                </c:pt>
                <c:pt idx="643">
                  <c:v>1.54823416595</c:v>
                </c:pt>
                <c:pt idx="644">
                  <c:v>1.5507445142</c:v>
                </c:pt>
                <c:pt idx="645">
                  <c:v>1.5432898265</c:v>
                </c:pt>
                <c:pt idx="646">
                  <c:v>1.55366502703</c:v>
                </c:pt>
                <c:pt idx="647">
                  <c:v>1.55374975167</c:v>
                </c:pt>
                <c:pt idx="648">
                  <c:v>1.56932762542</c:v>
                </c:pt>
                <c:pt idx="649">
                  <c:v>1.57663461386</c:v>
                </c:pt>
                <c:pt idx="650">
                  <c:v>1.5884451453</c:v>
                </c:pt>
                <c:pt idx="651">
                  <c:v>1.59579483633</c:v>
                </c:pt>
                <c:pt idx="652">
                  <c:v>1.60413942951</c:v>
                </c:pt>
                <c:pt idx="653">
                  <c:v>1.60685519271</c:v>
                </c:pt>
                <c:pt idx="654">
                  <c:v>1.61681942981</c:v>
                </c:pt>
                <c:pt idx="655">
                  <c:v>1.6288066532</c:v>
                </c:pt>
                <c:pt idx="656">
                  <c:v>1.61331032516</c:v>
                </c:pt>
                <c:pt idx="657">
                  <c:v>1.61220457047</c:v>
                </c:pt>
                <c:pt idx="658">
                  <c:v>1.61551298612</c:v>
                </c:pt>
                <c:pt idx="659">
                  <c:v>1.63302935516</c:v>
                </c:pt>
                <c:pt idx="660">
                  <c:v>1.64228317444</c:v>
                </c:pt>
                <c:pt idx="661">
                  <c:v>1.64172399073</c:v>
                </c:pt>
                <c:pt idx="662">
                  <c:v>1.63706612954</c:v>
                </c:pt>
                <c:pt idx="663">
                  <c:v>1.62515900242</c:v>
                </c:pt>
                <c:pt idx="664">
                  <c:v>1.61953376589</c:v>
                </c:pt>
                <c:pt idx="665">
                  <c:v>1.63408878693</c:v>
                </c:pt>
                <c:pt idx="666">
                  <c:v>1.63753145783</c:v>
                </c:pt>
                <c:pt idx="667">
                  <c:v>1.63547252483</c:v>
                </c:pt>
                <c:pt idx="668">
                  <c:v>1.62824959906</c:v>
                </c:pt>
                <c:pt idx="669">
                  <c:v>1.63191852613</c:v>
                </c:pt>
                <c:pt idx="670">
                  <c:v>1.62731890656</c:v>
                </c:pt>
                <c:pt idx="671">
                  <c:v>1.6363703617</c:v>
                </c:pt>
                <c:pt idx="672">
                  <c:v>1.647769646</c:v>
                </c:pt>
                <c:pt idx="673">
                  <c:v>1.65360775838</c:v>
                </c:pt>
                <c:pt idx="674">
                  <c:v>1.66202704319</c:v>
                </c:pt>
                <c:pt idx="675">
                  <c:v>1.66587684111</c:v>
                </c:pt>
                <c:pt idx="676">
                  <c:v>1.66684697183</c:v>
                </c:pt>
                <c:pt idx="677">
                  <c:v>1.67070325595</c:v>
                </c:pt>
                <c:pt idx="678">
                  <c:v>1.68067619132</c:v>
                </c:pt>
                <c:pt idx="679">
                  <c:v>1.66390362278</c:v>
                </c:pt>
                <c:pt idx="680">
                  <c:v>1.66911725197</c:v>
                </c:pt>
                <c:pt idx="681">
                  <c:v>1.66432263621</c:v>
                </c:pt>
                <c:pt idx="682">
                  <c:v>1.66954136105</c:v>
                </c:pt>
                <c:pt idx="683">
                  <c:v>1.6593495163</c:v>
                </c:pt>
                <c:pt idx="684">
                  <c:v>1.66503024026</c:v>
                </c:pt>
                <c:pt idx="685">
                  <c:v>1.66397196238</c:v>
                </c:pt>
                <c:pt idx="686">
                  <c:v>1.67196198075</c:v>
                </c:pt>
                <c:pt idx="687">
                  <c:v>1.66772188587</c:v>
                </c:pt>
                <c:pt idx="688">
                  <c:v>1.67884707774</c:v>
                </c:pt>
                <c:pt idx="689">
                  <c:v>1.67456740703</c:v>
                </c:pt>
                <c:pt idx="690">
                  <c:v>1.68425749922</c:v>
                </c:pt>
                <c:pt idx="691">
                  <c:v>1.69113600537</c:v>
                </c:pt>
                <c:pt idx="692">
                  <c:v>1.69336465944</c:v>
                </c:pt>
                <c:pt idx="693">
                  <c:v>1.69260577299</c:v>
                </c:pt>
                <c:pt idx="694">
                  <c:v>1.69023594331</c:v>
                </c:pt>
                <c:pt idx="695">
                  <c:v>1.68820766499</c:v>
                </c:pt>
                <c:pt idx="696">
                  <c:v>1.68360239035</c:v>
                </c:pt>
                <c:pt idx="697">
                  <c:v>1.69097638391</c:v>
                </c:pt>
                <c:pt idx="698">
                  <c:v>1.68306592053</c:v>
                </c:pt>
                <c:pt idx="699">
                  <c:v>1.68129922401</c:v>
                </c:pt>
                <c:pt idx="700">
                  <c:v>1.67530519259</c:v>
                </c:pt>
                <c:pt idx="701">
                  <c:v>1.68920291992</c:v>
                </c:pt>
                <c:pt idx="702">
                  <c:v>1.68775764847</c:v>
                </c:pt>
              </c:numCache>
            </c:numRef>
          </c:val>
          <c:smooth val="0"/>
        </c:ser>
        <c:ser>
          <c:idx val="2"/>
          <c:order val="2"/>
          <c:tx>
            <c:strRef>
              <c:f>MWRP</c:f>
              <c:strCache>
                <c:ptCount val="1"/>
                <c:pt idx="0">
                  <c:v>MWRP</c:v>
                </c:pt>
              </c:strCache>
            </c:strRef>
          </c:tx>
          <c:spPr>
            <a:ln w="16193" cap="rnd">
              <a:solidFill>
                <a:srgbClr val="12838D"/>
              </a:solidFill>
              <a:prstDash val="solid"/>
              <a:round/>
            </a:ln>
          </c:spPr>
          <c:marker>
            <c:symbol val="none"/>
          </c:marker>
          <c:dLbls>
            <c:delete val="1"/>
          </c:dLbls>
          <c:cat>
            <c:strRef>
              <c:f>'Chart Data'!$E$2:$E$704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Data'!$F$2:$F$704</c:f>
              <c:numCache>
                <c:formatCode>0.00</c:formatCode>
                <c:ptCount val="703"/>
                <c:pt idx="0">
                  <c:v>1</c:v>
                </c:pt>
                <c:pt idx="1">
                  <c:v>0.992893971752</c:v>
                </c:pt>
                <c:pt idx="2">
                  <c:v>0.995047982837</c:v>
                </c:pt>
                <c:pt idx="3">
                  <c:v>0.992332919221</c:v>
                </c:pt>
                <c:pt idx="4">
                  <c:v>0.995001544164</c:v>
                </c:pt>
                <c:pt idx="5">
                  <c:v>0.998385851856</c:v>
                </c:pt>
                <c:pt idx="6">
                  <c:v>0.998201965884</c:v>
                </c:pt>
                <c:pt idx="7">
                  <c:v>0.997729948407</c:v>
                </c:pt>
                <c:pt idx="8">
                  <c:v>1.00113675246</c:v>
                </c:pt>
                <c:pt idx="9">
                  <c:v>1.00191112278</c:v>
                </c:pt>
                <c:pt idx="10">
                  <c:v>1.00307778907</c:v>
                </c:pt>
                <c:pt idx="11">
                  <c:v>0.999337111579</c:v>
                </c:pt>
                <c:pt idx="12">
                  <c:v>0.992546936713</c:v>
                </c:pt>
                <c:pt idx="13">
                  <c:v>0.998867326673</c:v>
                </c:pt>
                <c:pt idx="14">
                  <c:v>1.00570910898</c:v>
                </c:pt>
                <c:pt idx="15">
                  <c:v>1.00336490388</c:v>
                </c:pt>
                <c:pt idx="16">
                  <c:v>1.00524637064</c:v>
                </c:pt>
                <c:pt idx="17">
                  <c:v>1.0054689536</c:v>
                </c:pt>
                <c:pt idx="18">
                  <c:v>1.00691540543</c:v>
                </c:pt>
                <c:pt idx="19">
                  <c:v>1.0077963434</c:v>
                </c:pt>
                <c:pt idx="20">
                  <c:v>1.01116994234</c:v>
                </c:pt>
                <c:pt idx="21">
                  <c:v>1.01068020806</c:v>
                </c:pt>
                <c:pt idx="22">
                  <c:v>1.00470945567</c:v>
                </c:pt>
                <c:pt idx="23">
                  <c:v>1.01203114547</c:v>
                </c:pt>
                <c:pt idx="24">
                  <c:v>1.01440852411</c:v>
                </c:pt>
                <c:pt idx="25">
                  <c:v>1.01515906112</c:v>
                </c:pt>
                <c:pt idx="26">
                  <c:v>1.02173928161</c:v>
                </c:pt>
                <c:pt idx="27">
                  <c:v>1.02411005198</c:v>
                </c:pt>
                <c:pt idx="28">
                  <c:v>1.02369747904</c:v>
                </c:pt>
                <c:pt idx="29">
                  <c:v>1.02830360935</c:v>
                </c:pt>
                <c:pt idx="30">
                  <c:v>1.0257057277</c:v>
                </c:pt>
                <c:pt idx="31">
                  <c:v>1.01125621607</c:v>
                </c:pt>
                <c:pt idx="32">
                  <c:v>1.02125294489</c:v>
                </c:pt>
                <c:pt idx="33">
                  <c:v>1.02571568084</c:v>
                </c:pt>
                <c:pt idx="34">
                  <c:v>1.02249545429</c:v>
                </c:pt>
                <c:pt idx="35">
                  <c:v>1.02231310159</c:v>
                </c:pt>
                <c:pt idx="36">
                  <c:v>1.02221816706</c:v>
                </c:pt>
                <c:pt idx="37">
                  <c:v>1.02077679447</c:v>
                </c:pt>
                <c:pt idx="38">
                  <c:v>1.03368235856</c:v>
                </c:pt>
                <c:pt idx="39">
                  <c:v>1.03521237492</c:v>
                </c:pt>
                <c:pt idx="40">
                  <c:v>1.03281113049</c:v>
                </c:pt>
                <c:pt idx="41">
                  <c:v>1.03424545851</c:v>
                </c:pt>
                <c:pt idx="42">
                  <c:v>1.03390366195</c:v>
                </c:pt>
                <c:pt idx="43">
                  <c:v>1.03984449287</c:v>
                </c:pt>
                <c:pt idx="44">
                  <c:v>1.05356935814</c:v>
                </c:pt>
                <c:pt idx="45">
                  <c:v>1.0577985282</c:v>
                </c:pt>
                <c:pt idx="46">
                  <c:v>1.05472021694</c:v>
                </c:pt>
                <c:pt idx="47">
                  <c:v>1.06246469358</c:v>
                </c:pt>
                <c:pt idx="48">
                  <c:v>1.06682645209</c:v>
                </c:pt>
                <c:pt idx="49">
                  <c:v>1.06354962507</c:v>
                </c:pt>
                <c:pt idx="50">
                  <c:v>1.06301863372</c:v>
                </c:pt>
                <c:pt idx="51">
                  <c:v>1.06305501258</c:v>
                </c:pt>
                <c:pt idx="52">
                  <c:v>1.06673495491</c:v>
                </c:pt>
                <c:pt idx="53">
                  <c:v>1.06273435653</c:v>
                </c:pt>
                <c:pt idx="54">
                  <c:v>1.06087008924</c:v>
                </c:pt>
                <c:pt idx="55">
                  <c:v>1.06599785623</c:v>
                </c:pt>
                <c:pt idx="56">
                  <c:v>1.06823493211</c:v>
                </c:pt>
                <c:pt idx="57">
                  <c:v>1.08221987949</c:v>
                </c:pt>
                <c:pt idx="58">
                  <c:v>1.08060745726</c:v>
                </c:pt>
                <c:pt idx="59">
                  <c:v>1.07830246194</c:v>
                </c:pt>
                <c:pt idx="60">
                  <c:v>1.08385464359</c:v>
                </c:pt>
                <c:pt idx="61">
                  <c:v>1.08132000869</c:v>
                </c:pt>
                <c:pt idx="62">
                  <c:v>1.08855664922</c:v>
                </c:pt>
                <c:pt idx="63">
                  <c:v>1.09808435191</c:v>
                </c:pt>
                <c:pt idx="64">
                  <c:v>1.10173595082</c:v>
                </c:pt>
                <c:pt idx="65">
                  <c:v>1.1101474661</c:v>
                </c:pt>
                <c:pt idx="66">
                  <c:v>1.11269449868</c:v>
                </c:pt>
                <c:pt idx="67">
                  <c:v>1.10301326796</c:v>
                </c:pt>
                <c:pt idx="68">
                  <c:v>1.11168617493</c:v>
                </c:pt>
                <c:pt idx="69">
                  <c:v>1.11547909638</c:v>
                </c:pt>
                <c:pt idx="70">
                  <c:v>1.11930813149</c:v>
                </c:pt>
                <c:pt idx="71">
                  <c:v>1.10356030452</c:v>
                </c:pt>
                <c:pt idx="72">
                  <c:v>1.12121648467</c:v>
                </c:pt>
                <c:pt idx="73">
                  <c:v>1.10625756023</c:v>
                </c:pt>
                <c:pt idx="74">
                  <c:v>1.10886026145</c:v>
                </c:pt>
                <c:pt idx="75">
                  <c:v>1.10757113499</c:v>
                </c:pt>
                <c:pt idx="76">
                  <c:v>1.10550311029</c:v>
                </c:pt>
                <c:pt idx="77">
                  <c:v>1.10242038883</c:v>
                </c:pt>
                <c:pt idx="78">
                  <c:v>1.10072578957</c:v>
                </c:pt>
                <c:pt idx="79">
                  <c:v>1.09762325664</c:v>
                </c:pt>
                <c:pt idx="80">
                  <c:v>1.1042119682</c:v>
                </c:pt>
                <c:pt idx="81">
                  <c:v>1.10168984054</c:v>
                </c:pt>
                <c:pt idx="82">
                  <c:v>1.10196347402</c:v>
                </c:pt>
                <c:pt idx="83">
                  <c:v>1.10834109761</c:v>
                </c:pt>
                <c:pt idx="84">
                  <c:v>1.11445063</c:v>
                </c:pt>
                <c:pt idx="85">
                  <c:v>1.09606234033</c:v>
                </c:pt>
                <c:pt idx="86">
                  <c:v>1.10294857619</c:v>
                </c:pt>
                <c:pt idx="87">
                  <c:v>1.10735279842</c:v>
                </c:pt>
                <c:pt idx="88">
                  <c:v>1.1099950616</c:v>
                </c:pt>
                <c:pt idx="89">
                  <c:v>1.11361858318</c:v>
                </c:pt>
                <c:pt idx="90">
                  <c:v>1.11242039388</c:v>
                </c:pt>
                <c:pt idx="91">
                  <c:v>1.1112628608</c:v>
                </c:pt>
                <c:pt idx="92">
                  <c:v>1.11778364599</c:v>
                </c:pt>
                <c:pt idx="93">
                  <c:v>1.12070787829</c:v>
                </c:pt>
                <c:pt idx="94">
                  <c:v>1.12267535429</c:v>
                </c:pt>
                <c:pt idx="95">
                  <c:v>1.12702456219</c:v>
                </c:pt>
                <c:pt idx="96">
                  <c:v>1.13521980072</c:v>
                </c:pt>
                <c:pt idx="97">
                  <c:v>1.13014783855</c:v>
                </c:pt>
                <c:pt idx="98">
                  <c:v>1.13631233408</c:v>
                </c:pt>
                <c:pt idx="99">
                  <c:v>1.13623819741</c:v>
                </c:pt>
                <c:pt idx="100">
                  <c:v>1.13617584288</c:v>
                </c:pt>
                <c:pt idx="101">
                  <c:v>1.13042376497</c:v>
                </c:pt>
                <c:pt idx="102">
                  <c:v>1.12529814295</c:v>
                </c:pt>
                <c:pt idx="103">
                  <c:v>1.12928890536</c:v>
                </c:pt>
                <c:pt idx="104">
                  <c:v>1.12804790303</c:v>
                </c:pt>
                <c:pt idx="105">
                  <c:v>1.13016848098</c:v>
                </c:pt>
                <c:pt idx="106">
                  <c:v>1.12075835593</c:v>
                </c:pt>
                <c:pt idx="107">
                  <c:v>1.1223067846</c:v>
                </c:pt>
                <c:pt idx="108">
                  <c:v>1.12125775586</c:v>
                </c:pt>
                <c:pt idx="109">
                  <c:v>1.13018996791</c:v>
                </c:pt>
                <c:pt idx="110">
                  <c:v>1.12392132814</c:v>
                </c:pt>
                <c:pt idx="111">
                  <c:v>1.13224654088</c:v>
                </c:pt>
                <c:pt idx="112">
                  <c:v>1.13434132272</c:v>
                </c:pt>
                <c:pt idx="113">
                  <c:v>1.12315226022</c:v>
                </c:pt>
                <c:pt idx="114">
                  <c:v>1.12961022518</c:v>
                </c:pt>
                <c:pt idx="115">
                  <c:v>1.1299507248</c:v>
                </c:pt>
                <c:pt idx="116">
                  <c:v>1.13402714368</c:v>
                </c:pt>
                <c:pt idx="117">
                  <c:v>1.13255161354</c:v>
                </c:pt>
                <c:pt idx="118">
                  <c:v>1.13420981294</c:v>
                </c:pt>
                <c:pt idx="119">
                  <c:v>1.13788759863</c:v>
                </c:pt>
                <c:pt idx="120">
                  <c:v>1.13851980914</c:v>
                </c:pt>
                <c:pt idx="121">
                  <c:v>1.14060588699</c:v>
                </c:pt>
                <c:pt idx="122">
                  <c:v>1.13937650453</c:v>
                </c:pt>
                <c:pt idx="123">
                  <c:v>1.13849911943</c:v>
                </c:pt>
                <c:pt idx="124">
                  <c:v>1.13964244397</c:v>
                </c:pt>
                <c:pt idx="125">
                  <c:v>1.14001200103</c:v>
                </c:pt>
                <c:pt idx="126">
                  <c:v>1.13849950004</c:v>
                </c:pt>
                <c:pt idx="127">
                  <c:v>1.14307504017</c:v>
                </c:pt>
                <c:pt idx="128">
                  <c:v>1.14347741559</c:v>
                </c:pt>
                <c:pt idx="129">
                  <c:v>1.14333619876</c:v>
                </c:pt>
                <c:pt idx="130">
                  <c:v>1.15015988285</c:v>
                </c:pt>
                <c:pt idx="131">
                  <c:v>1.15741519571</c:v>
                </c:pt>
                <c:pt idx="132">
                  <c:v>1.15507640968</c:v>
                </c:pt>
                <c:pt idx="133">
                  <c:v>1.16162481676</c:v>
                </c:pt>
                <c:pt idx="134">
                  <c:v>1.15564964538</c:v>
                </c:pt>
                <c:pt idx="135">
                  <c:v>1.1570438179</c:v>
                </c:pt>
                <c:pt idx="136">
                  <c:v>1.16582785043</c:v>
                </c:pt>
                <c:pt idx="137">
                  <c:v>1.16444786285</c:v>
                </c:pt>
                <c:pt idx="138">
                  <c:v>1.16288873003</c:v>
                </c:pt>
                <c:pt idx="139">
                  <c:v>1.163249237</c:v>
                </c:pt>
                <c:pt idx="140">
                  <c:v>1.17244990133</c:v>
                </c:pt>
                <c:pt idx="141">
                  <c:v>1.16002128407</c:v>
                </c:pt>
                <c:pt idx="142">
                  <c:v>1.14724503548</c:v>
                </c:pt>
                <c:pt idx="143">
                  <c:v>1.13923395928</c:v>
                </c:pt>
                <c:pt idx="144">
                  <c:v>1.14749124794</c:v>
                </c:pt>
                <c:pt idx="145">
                  <c:v>1.1458189221</c:v>
                </c:pt>
                <c:pt idx="146">
                  <c:v>1.12875844593</c:v>
                </c:pt>
                <c:pt idx="147">
                  <c:v>1.11984780733</c:v>
                </c:pt>
                <c:pt idx="148">
                  <c:v>1.12914959614</c:v>
                </c:pt>
                <c:pt idx="149">
                  <c:v>1.12769396537</c:v>
                </c:pt>
                <c:pt idx="150">
                  <c:v>1.1258627209</c:v>
                </c:pt>
                <c:pt idx="151">
                  <c:v>1.14520870124</c:v>
                </c:pt>
                <c:pt idx="152">
                  <c:v>1.12617148694</c:v>
                </c:pt>
                <c:pt idx="153">
                  <c:v>1.110106424</c:v>
                </c:pt>
                <c:pt idx="154">
                  <c:v>1.07274761102</c:v>
                </c:pt>
                <c:pt idx="155">
                  <c:v>1.07117840551</c:v>
                </c:pt>
                <c:pt idx="156">
                  <c:v>1.07471642771</c:v>
                </c:pt>
                <c:pt idx="157">
                  <c:v>1.09239978943</c:v>
                </c:pt>
                <c:pt idx="158">
                  <c:v>1.09527418134</c:v>
                </c:pt>
                <c:pt idx="159">
                  <c:v>1.1004062201</c:v>
                </c:pt>
                <c:pt idx="160">
                  <c:v>1.10911285555</c:v>
                </c:pt>
                <c:pt idx="161">
                  <c:v>1.10379144402</c:v>
                </c:pt>
                <c:pt idx="162">
                  <c:v>1.11559223414</c:v>
                </c:pt>
                <c:pt idx="163">
                  <c:v>1.1320855635</c:v>
                </c:pt>
                <c:pt idx="164">
                  <c:v>1.13274107264</c:v>
                </c:pt>
                <c:pt idx="165">
                  <c:v>1.12827180549</c:v>
                </c:pt>
                <c:pt idx="166">
                  <c:v>1.12767894032</c:v>
                </c:pt>
                <c:pt idx="167">
                  <c:v>1.12069052911</c:v>
                </c:pt>
                <c:pt idx="168">
                  <c:v>1.13396589906</c:v>
                </c:pt>
                <c:pt idx="169">
                  <c:v>1.12767193215</c:v>
                </c:pt>
                <c:pt idx="170">
                  <c:v>1.13138893105</c:v>
                </c:pt>
                <c:pt idx="171">
                  <c:v>1.12345254464</c:v>
                </c:pt>
                <c:pt idx="172">
                  <c:v>1.12835570233</c:v>
                </c:pt>
                <c:pt idx="173">
                  <c:v>1.13135510673</c:v>
                </c:pt>
                <c:pt idx="174">
                  <c:v>1.13512944597</c:v>
                </c:pt>
                <c:pt idx="175">
                  <c:v>1.12573416242</c:v>
                </c:pt>
                <c:pt idx="176">
                  <c:v>1.12111917529</c:v>
                </c:pt>
                <c:pt idx="177">
                  <c:v>1.1245640586</c:v>
                </c:pt>
                <c:pt idx="178">
                  <c:v>1.11431562109</c:v>
                </c:pt>
                <c:pt idx="179">
                  <c:v>1.12632257181</c:v>
                </c:pt>
                <c:pt idx="180">
                  <c:v>1.13330253027</c:v>
                </c:pt>
                <c:pt idx="181">
                  <c:v>1.13603394306</c:v>
                </c:pt>
                <c:pt idx="182">
                  <c:v>1.14552173503</c:v>
                </c:pt>
                <c:pt idx="183">
                  <c:v>1.14870854369</c:v>
                </c:pt>
                <c:pt idx="184">
                  <c:v>1.1497244812</c:v>
                </c:pt>
                <c:pt idx="185">
                  <c:v>1.14893745848</c:v>
                </c:pt>
                <c:pt idx="186">
                  <c:v>1.14320502816</c:v>
                </c:pt>
                <c:pt idx="187">
                  <c:v>1.15708920706</c:v>
                </c:pt>
                <c:pt idx="188">
                  <c:v>1.15622764185</c:v>
                </c:pt>
                <c:pt idx="189">
                  <c:v>1.15816343442</c:v>
                </c:pt>
                <c:pt idx="190">
                  <c:v>1.16762763131</c:v>
                </c:pt>
                <c:pt idx="191">
                  <c:v>1.15208133401</c:v>
                </c:pt>
                <c:pt idx="192">
                  <c:v>1.1646311719</c:v>
                </c:pt>
                <c:pt idx="193">
                  <c:v>1.15677631137</c:v>
                </c:pt>
                <c:pt idx="194">
                  <c:v>1.15201670374</c:v>
                </c:pt>
                <c:pt idx="195">
                  <c:v>1.15790871471</c:v>
                </c:pt>
                <c:pt idx="196">
                  <c:v>1.16175168079</c:v>
                </c:pt>
                <c:pt idx="197">
                  <c:v>1.15850485554</c:v>
                </c:pt>
                <c:pt idx="198">
                  <c:v>1.16074551937</c:v>
                </c:pt>
                <c:pt idx="199">
                  <c:v>1.16298083212</c:v>
                </c:pt>
                <c:pt idx="200">
                  <c:v>1.15798267133</c:v>
                </c:pt>
                <c:pt idx="201">
                  <c:v>1.15866928954</c:v>
                </c:pt>
                <c:pt idx="202">
                  <c:v>1.16229939307</c:v>
                </c:pt>
                <c:pt idx="203">
                  <c:v>1.16363564551</c:v>
                </c:pt>
                <c:pt idx="204">
                  <c:v>1.16673790451</c:v>
                </c:pt>
                <c:pt idx="205">
                  <c:v>1.16609310723</c:v>
                </c:pt>
                <c:pt idx="206">
                  <c:v>1.17152676534</c:v>
                </c:pt>
                <c:pt idx="207">
                  <c:v>1.17584683095</c:v>
                </c:pt>
                <c:pt idx="208">
                  <c:v>1.18192802186</c:v>
                </c:pt>
                <c:pt idx="209">
                  <c:v>1.17313699408</c:v>
                </c:pt>
                <c:pt idx="210">
                  <c:v>1.17774484078</c:v>
                </c:pt>
                <c:pt idx="211">
                  <c:v>1.1713918878</c:v>
                </c:pt>
                <c:pt idx="212">
                  <c:v>1.18004992249</c:v>
                </c:pt>
                <c:pt idx="213">
                  <c:v>1.17537339114</c:v>
                </c:pt>
                <c:pt idx="214">
                  <c:v>1.17817899671</c:v>
                </c:pt>
                <c:pt idx="215">
                  <c:v>1.17964071291</c:v>
                </c:pt>
                <c:pt idx="216">
                  <c:v>1.17753236851</c:v>
                </c:pt>
                <c:pt idx="217">
                  <c:v>1.16864860526</c:v>
                </c:pt>
                <c:pt idx="218">
                  <c:v>1.16475179653</c:v>
                </c:pt>
                <c:pt idx="219">
                  <c:v>1.17094082009</c:v>
                </c:pt>
                <c:pt idx="220">
                  <c:v>1.17595976513</c:v>
                </c:pt>
                <c:pt idx="221">
                  <c:v>1.16816145886</c:v>
                </c:pt>
                <c:pt idx="222">
                  <c:v>1.19749315309</c:v>
                </c:pt>
                <c:pt idx="223">
                  <c:v>1.19461483433</c:v>
                </c:pt>
                <c:pt idx="224">
                  <c:v>1.19182642557</c:v>
                </c:pt>
                <c:pt idx="225">
                  <c:v>1.18414373141</c:v>
                </c:pt>
                <c:pt idx="226">
                  <c:v>1.18599813416</c:v>
                </c:pt>
                <c:pt idx="227">
                  <c:v>1.18741226508</c:v>
                </c:pt>
                <c:pt idx="228">
                  <c:v>1.18622486546</c:v>
                </c:pt>
                <c:pt idx="229">
                  <c:v>1.19154712012</c:v>
                </c:pt>
                <c:pt idx="230">
                  <c:v>1.19726380351</c:v>
                </c:pt>
                <c:pt idx="231">
                  <c:v>1.19745331872</c:v>
                </c:pt>
                <c:pt idx="232">
                  <c:v>1.20158908182</c:v>
                </c:pt>
                <c:pt idx="233">
                  <c:v>1.20912411593</c:v>
                </c:pt>
                <c:pt idx="234">
                  <c:v>1.20307550269</c:v>
                </c:pt>
                <c:pt idx="235">
                  <c:v>1.20266859664</c:v>
                </c:pt>
                <c:pt idx="236">
                  <c:v>1.20179396738</c:v>
                </c:pt>
                <c:pt idx="237">
                  <c:v>1.20108463891</c:v>
                </c:pt>
                <c:pt idx="238">
                  <c:v>1.20839788957</c:v>
                </c:pt>
                <c:pt idx="239">
                  <c:v>1.20914452496</c:v>
                </c:pt>
                <c:pt idx="240">
                  <c:v>1.21565868057</c:v>
                </c:pt>
                <c:pt idx="241">
                  <c:v>1.22138471585</c:v>
                </c:pt>
                <c:pt idx="242">
                  <c:v>1.22250466028</c:v>
                </c:pt>
                <c:pt idx="243">
                  <c:v>1.21832843936</c:v>
                </c:pt>
                <c:pt idx="244">
                  <c:v>1.21817138907</c:v>
                </c:pt>
                <c:pt idx="245">
                  <c:v>1.2201500577</c:v>
                </c:pt>
                <c:pt idx="246">
                  <c:v>1.21976228997</c:v>
                </c:pt>
                <c:pt idx="247">
                  <c:v>1.21622739926</c:v>
                </c:pt>
                <c:pt idx="248">
                  <c:v>1.21599553084</c:v>
                </c:pt>
                <c:pt idx="249">
                  <c:v>1.21959547651</c:v>
                </c:pt>
                <c:pt idx="250">
                  <c:v>1.21629349059</c:v>
                </c:pt>
                <c:pt idx="251">
                  <c:v>1.19791016297</c:v>
                </c:pt>
                <c:pt idx="252">
                  <c:v>1.19992116999</c:v>
                </c:pt>
                <c:pt idx="253">
                  <c:v>1.20064925546</c:v>
                </c:pt>
                <c:pt idx="254">
                  <c:v>1.201365985</c:v>
                </c:pt>
                <c:pt idx="255">
                  <c:v>1.20898425209</c:v>
                </c:pt>
                <c:pt idx="256">
                  <c:v>1.21017833639</c:v>
                </c:pt>
                <c:pt idx="257">
                  <c:v>1.20505018735</c:v>
                </c:pt>
                <c:pt idx="258">
                  <c:v>1.20265203614</c:v>
                </c:pt>
                <c:pt idx="259">
                  <c:v>1.19983351792</c:v>
                </c:pt>
                <c:pt idx="260">
                  <c:v>1.20874409155</c:v>
                </c:pt>
                <c:pt idx="261">
                  <c:v>1.21386858978</c:v>
                </c:pt>
                <c:pt idx="262">
                  <c:v>1.21515084995</c:v>
                </c:pt>
                <c:pt idx="263">
                  <c:v>1.21457017317</c:v>
                </c:pt>
                <c:pt idx="264">
                  <c:v>1.23088219681</c:v>
                </c:pt>
                <c:pt idx="265">
                  <c:v>1.22230816708</c:v>
                </c:pt>
                <c:pt idx="266">
                  <c:v>1.21445069543</c:v>
                </c:pt>
                <c:pt idx="267">
                  <c:v>1.2076742116</c:v>
                </c:pt>
                <c:pt idx="268">
                  <c:v>1.21097864032</c:v>
                </c:pt>
                <c:pt idx="269">
                  <c:v>1.21221936564</c:v>
                </c:pt>
                <c:pt idx="270">
                  <c:v>1.22005394698</c:v>
                </c:pt>
                <c:pt idx="271">
                  <c:v>1.22058966335</c:v>
                </c:pt>
                <c:pt idx="272">
                  <c:v>1.22035338138</c:v>
                </c:pt>
                <c:pt idx="273">
                  <c:v>1.2200463112</c:v>
                </c:pt>
                <c:pt idx="274">
                  <c:v>1.22180636219</c:v>
                </c:pt>
                <c:pt idx="275">
                  <c:v>1.22511173705</c:v>
                </c:pt>
                <c:pt idx="276">
                  <c:v>1.22723811927</c:v>
                </c:pt>
                <c:pt idx="277">
                  <c:v>1.21771679248</c:v>
                </c:pt>
                <c:pt idx="278">
                  <c:v>1.22244749769</c:v>
                </c:pt>
                <c:pt idx="279">
                  <c:v>1.22132205084</c:v>
                </c:pt>
                <c:pt idx="280">
                  <c:v>1.22581779087</c:v>
                </c:pt>
                <c:pt idx="281">
                  <c:v>1.23557906372</c:v>
                </c:pt>
                <c:pt idx="282">
                  <c:v>1.23684002173</c:v>
                </c:pt>
                <c:pt idx="283">
                  <c:v>1.2382056394</c:v>
                </c:pt>
                <c:pt idx="284">
                  <c:v>1.2373348063</c:v>
                </c:pt>
                <c:pt idx="285">
                  <c:v>1.23767099329</c:v>
                </c:pt>
                <c:pt idx="286">
                  <c:v>1.24104194691</c:v>
                </c:pt>
                <c:pt idx="287">
                  <c:v>1.25667891453</c:v>
                </c:pt>
                <c:pt idx="288">
                  <c:v>1.25295644078</c:v>
                </c:pt>
                <c:pt idx="289">
                  <c:v>1.2514882931</c:v>
                </c:pt>
                <c:pt idx="290">
                  <c:v>1.25978401039</c:v>
                </c:pt>
                <c:pt idx="291">
                  <c:v>1.24907066417</c:v>
                </c:pt>
                <c:pt idx="292">
                  <c:v>1.25029413906</c:v>
                </c:pt>
                <c:pt idx="293">
                  <c:v>1.26291871656</c:v>
                </c:pt>
                <c:pt idx="294">
                  <c:v>1.26447540993</c:v>
                </c:pt>
                <c:pt idx="295">
                  <c:v>1.26537113083</c:v>
                </c:pt>
                <c:pt idx="296">
                  <c:v>1.25530803731</c:v>
                </c:pt>
                <c:pt idx="297">
                  <c:v>1.25906103544</c:v>
                </c:pt>
                <c:pt idx="298">
                  <c:v>1.25084328425</c:v>
                </c:pt>
                <c:pt idx="299">
                  <c:v>1.24969875365</c:v>
                </c:pt>
                <c:pt idx="300">
                  <c:v>1.24086826109</c:v>
                </c:pt>
                <c:pt idx="301">
                  <c:v>1.2422588174</c:v>
                </c:pt>
                <c:pt idx="302">
                  <c:v>1.2481347532</c:v>
                </c:pt>
                <c:pt idx="303">
                  <c:v>1.24579831732</c:v>
                </c:pt>
                <c:pt idx="304">
                  <c:v>1.24690695207</c:v>
                </c:pt>
                <c:pt idx="305">
                  <c:v>1.24142322401</c:v>
                </c:pt>
                <c:pt idx="306">
                  <c:v>1.2421590953</c:v>
                </c:pt>
                <c:pt idx="307">
                  <c:v>1.22954635652</c:v>
                </c:pt>
                <c:pt idx="308">
                  <c:v>1.22167839926</c:v>
                </c:pt>
                <c:pt idx="309">
                  <c:v>1.22437424113</c:v>
                </c:pt>
                <c:pt idx="310">
                  <c:v>1.22769039663</c:v>
                </c:pt>
                <c:pt idx="311">
                  <c:v>1.23334979003</c:v>
                </c:pt>
                <c:pt idx="312">
                  <c:v>1.24115045431</c:v>
                </c:pt>
                <c:pt idx="313">
                  <c:v>1.24710268633</c:v>
                </c:pt>
                <c:pt idx="314">
                  <c:v>1.2531199539</c:v>
                </c:pt>
                <c:pt idx="315">
                  <c:v>1.25633040904</c:v>
                </c:pt>
                <c:pt idx="316">
                  <c:v>1.25394601802</c:v>
                </c:pt>
                <c:pt idx="317">
                  <c:v>1.25939422352</c:v>
                </c:pt>
                <c:pt idx="318">
                  <c:v>1.26589514514</c:v>
                </c:pt>
                <c:pt idx="319">
                  <c:v>1.26395640433</c:v>
                </c:pt>
                <c:pt idx="320">
                  <c:v>1.27204458757</c:v>
                </c:pt>
                <c:pt idx="321">
                  <c:v>1.26964484467</c:v>
                </c:pt>
                <c:pt idx="322">
                  <c:v>1.27794993843</c:v>
                </c:pt>
                <c:pt idx="323">
                  <c:v>1.27581593416</c:v>
                </c:pt>
                <c:pt idx="324">
                  <c:v>1.27656191363</c:v>
                </c:pt>
                <c:pt idx="325">
                  <c:v>1.26344036866</c:v>
                </c:pt>
                <c:pt idx="326">
                  <c:v>1.22314337101</c:v>
                </c:pt>
                <c:pt idx="327">
                  <c:v>1.16895018638</c:v>
                </c:pt>
                <c:pt idx="328">
                  <c:v>1.16100005403</c:v>
                </c:pt>
                <c:pt idx="329">
                  <c:v>1.16688654198</c:v>
                </c:pt>
                <c:pt idx="330">
                  <c:v>1.19868073197</c:v>
                </c:pt>
                <c:pt idx="331">
                  <c:v>1.19300882038</c:v>
                </c:pt>
                <c:pt idx="332">
                  <c:v>1.19355918787</c:v>
                </c:pt>
                <c:pt idx="333">
                  <c:v>1.20346465968</c:v>
                </c:pt>
                <c:pt idx="334">
                  <c:v>1.22469166294</c:v>
                </c:pt>
                <c:pt idx="335">
                  <c:v>1.23376784006</c:v>
                </c:pt>
                <c:pt idx="336">
                  <c:v>1.25160655785</c:v>
                </c:pt>
                <c:pt idx="337">
                  <c:v>1.25029847478</c:v>
                </c:pt>
                <c:pt idx="338">
                  <c:v>1.24766726766</c:v>
                </c:pt>
                <c:pt idx="339">
                  <c:v>1.25595006453</c:v>
                </c:pt>
                <c:pt idx="340">
                  <c:v>1.25358497207</c:v>
                </c:pt>
                <c:pt idx="341">
                  <c:v>1.25847354625</c:v>
                </c:pt>
                <c:pt idx="342">
                  <c:v>1.24970825545</c:v>
                </c:pt>
                <c:pt idx="343">
                  <c:v>1.24584859391</c:v>
                </c:pt>
                <c:pt idx="344">
                  <c:v>1.2370722244</c:v>
                </c:pt>
                <c:pt idx="345">
                  <c:v>1.24468102846</c:v>
                </c:pt>
                <c:pt idx="346">
                  <c:v>1.24911076513</c:v>
                </c:pt>
                <c:pt idx="347">
                  <c:v>1.26659286635</c:v>
                </c:pt>
                <c:pt idx="348">
                  <c:v>1.25548069921</c:v>
                </c:pt>
                <c:pt idx="349">
                  <c:v>1.24114300471</c:v>
                </c:pt>
                <c:pt idx="350">
                  <c:v>1.25621657718</c:v>
                </c:pt>
                <c:pt idx="351">
                  <c:v>1.23325651706</c:v>
                </c:pt>
                <c:pt idx="352">
                  <c:v>1.23939146191</c:v>
                </c:pt>
                <c:pt idx="353">
                  <c:v>1.22100247837</c:v>
                </c:pt>
                <c:pt idx="354">
                  <c:v>1.23434959435</c:v>
                </c:pt>
                <c:pt idx="355">
                  <c:v>1.22710090552</c:v>
                </c:pt>
                <c:pt idx="356">
                  <c:v>1.23531376382</c:v>
                </c:pt>
                <c:pt idx="357">
                  <c:v>1.24716327383</c:v>
                </c:pt>
                <c:pt idx="358">
                  <c:v>1.25204865634</c:v>
                </c:pt>
                <c:pt idx="359">
                  <c:v>1.24180597701</c:v>
                </c:pt>
                <c:pt idx="360">
                  <c:v>1.26107900818</c:v>
                </c:pt>
                <c:pt idx="361">
                  <c:v>1.25588136809</c:v>
                </c:pt>
                <c:pt idx="362">
                  <c:v>1.24528399417</c:v>
                </c:pt>
                <c:pt idx="363">
                  <c:v>1.24823540878</c:v>
                </c:pt>
                <c:pt idx="364">
                  <c:v>1.25604926442</c:v>
                </c:pt>
                <c:pt idx="365">
                  <c:v>1.24594153145</c:v>
                </c:pt>
                <c:pt idx="366">
                  <c:v>1.26478476198</c:v>
                </c:pt>
                <c:pt idx="367">
                  <c:v>1.25423290775</c:v>
                </c:pt>
                <c:pt idx="368">
                  <c:v>1.26520798633</c:v>
                </c:pt>
                <c:pt idx="369">
                  <c:v>1.26432306392</c:v>
                </c:pt>
                <c:pt idx="370">
                  <c:v>1.26190260135</c:v>
                </c:pt>
                <c:pt idx="371">
                  <c:v>1.26979807499</c:v>
                </c:pt>
                <c:pt idx="372">
                  <c:v>1.26907904468</c:v>
                </c:pt>
                <c:pt idx="373">
                  <c:v>1.27001366177</c:v>
                </c:pt>
                <c:pt idx="374">
                  <c:v>1.2742879417</c:v>
                </c:pt>
                <c:pt idx="375">
                  <c:v>1.26993495666</c:v>
                </c:pt>
                <c:pt idx="376">
                  <c:v>1.26986681182</c:v>
                </c:pt>
                <c:pt idx="377">
                  <c:v>1.26924967397</c:v>
                </c:pt>
                <c:pt idx="378">
                  <c:v>1.2686465313</c:v>
                </c:pt>
                <c:pt idx="379">
                  <c:v>1.26395213711</c:v>
                </c:pt>
                <c:pt idx="380">
                  <c:v>1.2641411415</c:v>
                </c:pt>
                <c:pt idx="381">
                  <c:v>1.26627457079</c:v>
                </c:pt>
                <c:pt idx="382">
                  <c:v>1.26678172199</c:v>
                </c:pt>
                <c:pt idx="383">
                  <c:v>1.27091411071</c:v>
                </c:pt>
                <c:pt idx="384">
                  <c:v>1.27201796489</c:v>
                </c:pt>
                <c:pt idx="385">
                  <c:v>1.26522536222</c:v>
                </c:pt>
                <c:pt idx="386">
                  <c:v>1.27167850719</c:v>
                </c:pt>
                <c:pt idx="387">
                  <c:v>1.27727484501</c:v>
                </c:pt>
                <c:pt idx="388">
                  <c:v>1.28245131838</c:v>
                </c:pt>
                <c:pt idx="389">
                  <c:v>1.28329873216</c:v>
                </c:pt>
                <c:pt idx="390">
                  <c:v>1.28433059731</c:v>
                </c:pt>
                <c:pt idx="391">
                  <c:v>1.28127379877</c:v>
                </c:pt>
                <c:pt idx="392">
                  <c:v>1.28549950039</c:v>
                </c:pt>
                <c:pt idx="393">
                  <c:v>1.28996613938</c:v>
                </c:pt>
                <c:pt idx="394">
                  <c:v>1.29424041654</c:v>
                </c:pt>
                <c:pt idx="395">
                  <c:v>1.29575305527</c:v>
                </c:pt>
                <c:pt idx="396">
                  <c:v>1.29813844206</c:v>
                </c:pt>
                <c:pt idx="397">
                  <c:v>1.29981566421</c:v>
                </c:pt>
                <c:pt idx="398">
                  <c:v>1.30490004643</c:v>
                </c:pt>
                <c:pt idx="399">
                  <c:v>1.31027400517</c:v>
                </c:pt>
                <c:pt idx="400">
                  <c:v>1.31537178282</c:v>
                </c:pt>
                <c:pt idx="401">
                  <c:v>1.32398542427</c:v>
                </c:pt>
                <c:pt idx="402">
                  <c:v>1.32334221149</c:v>
                </c:pt>
                <c:pt idx="403">
                  <c:v>1.32461199198</c:v>
                </c:pt>
                <c:pt idx="404">
                  <c:v>1.32810997611</c:v>
                </c:pt>
                <c:pt idx="405">
                  <c:v>1.32105834751</c:v>
                </c:pt>
                <c:pt idx="406">
                  <c:v>1.32042300861</c:v>
                </c:pt>
                <c:pt idx="407">
                  <c:v>1.32291036883</c:v>
                </c:pt>
                <c:pt idx="408">
                  <c:v>1.31309687695</c:v>
                </c:pt>
                <c:pt idx="409">
                  <c:v>1.31507051321</c:v>
                </c:pt>
                <c:pt idx="410">
                  <c:v>1.31738156352</c:v>
                </c:pt>
                <c:pt idx="411">
                  <c:v>1.32284347464</c:v>
                </c:pt>
                <c:pt idx="412">
                  <c:v>1.32270133763</c:v>
                </c:pt>
                <c:pt idx="413">
                  <c:v>1.3274334904</c:v>
                </c:pt>
                <c:pt idx="414">
                  <c:v>1.33573738891</c:v>
                </c:pt>
                <c:pt idx="415">
                  <c:v>1.33517630938</c:v>
                </c:pt>
                <c:pt idx="416">
                  <c:v>1.32902334482</c:v>
                </c:pt>
                <c:pt idx="417">
                  <c:v>1.3362218178</c:v>
                </c:pt>
                <c:pt idx="418">
                  <c:v>1.34384992982</c:v>
                </c:pt>
                <c:pt idx="419">
                  <c:v>1.33631184265</c:v>
                </c:pt>
                <c:pt idx="420">
                  <c:v>1.33553192475</c:v>
                </c:pt>
                <c:pt idx="421">
                  <c:v>1.33297493098</c:v>
                </c:pt>
                <c:pt idx="422">
                  <c:v>1.33139872553</c:v>
                </c:pt>
                <c:pt idx="423">
                  <c:v>1.3335368584</c:v>
                </c:pt>
                <c:pt idx="424">
                  <c:v>1.33262732505</c:v>
                </c:pt>
                <c:pt idx="425">
                  <c:v>1.35005205456</c:v>
                </c:pt>
                <c:pt idx="426">
                  <c:v>1.34466161389</c:v>
                </c:pt>
                <c:pt idx="427">
                  <c:v>1.34810218947</c:v>
                </c:pt>
                <c:pt idx="428">
                  <c:v>1.34760303716</c:v>
                </c:pt>
                <c:pt idx="429">
                  <c:v>1.35181987045</c:v>
                </c:pt>
                <c:pt idx="430">
                  <c:v>1.35364699104</c:v>
                </c:pt>
                <c:pt idx="431">
                  <c:v>1.35611286926</c:v>
                </c:pt>
                <c:pt idx="432">
                  <c:v>1.36283084949</c:v>
                </c:pt>
                <c:pt idx="433">
                  <c:v>1.37237041249</c:v>
                </c:pt>
                <c:pt idx="434">
                  <c:v>1.37187744265</c:v>
                </c:pt>
                <c:pt idx="435">
                  <c:v>1.38256344778</c:v>
                </c:pt>
                <c:pt idx="436">
                  <c:v>1.38747489133</c:v>
                </c:pt>
                <c:pt idx="437">
                  <c:v>1.38318548044</c:v>
                </c:pt>
                <c:pt idx="438">
                  <c:v>1.3934468078</c:v>
                </c:pt>
                <c:pt idx="439">
                  <c:v>1.39522115612</c:v>
                </c:pt>
                <c:pt idx="440">
                  <c:v>1.39643609125</c:v>
                </c:pt>
                <c:pt idx="441">
                  <c:v>1.403174184</c:v>
                </c:pt>
                <c:pt idx="442">
                  <c:v>1.40248054095</c:v>
                </c:pt>
                <c:pt idx="443">
                  <c:v>1.39513370225</c:v>
                </c:pt>
                <c:pt idx="444">
                  <c:v>1.39450596555</c:v>
                </c:pt>
                <c:pt idx="445">
                  <c:v>1.40056651905</c:v>
                </c:pt>
                <c:pt idx="446">
                  <c:v>1.41143571523</c:v>
                </c:pt>
                <c:pt idx="447">
                  <c:v>1.41025389421</c:v>
                </c:pt>
                <c:pt idx="448">
                  <c:v>1.40427287377</c:v>
                </c:pt>
                <c:pt idx="449">
                  <c:v>1.40516303677</c:v>
                </c:pt>
                <c:pt idx="450">
                  <c:v>1.41198982393</c:v>
                </c:pt>
                <c:pt idx="451">
                  <c:v>1.42093776842</c:v>
                </c:pt>
                <c:pt idx="452">
                  <c:v>1.42649865613</c:v>
                </c:pt>
                <c:pt idx="453">
                  <c:v>1.43327108649</c:v>
                </c:pt>
                <c:pt idx="454">
                  <c:v>1.44143846288</c:v>
                </c:pt>
                <c:pt idx="455">
                  <c:v>1.44603495848</c:v>
                </c:pt>
                <c:pt idx="456">
                  <c:v>1.45751130003</c:v>
                </c:pt>
                <c:pt idx="457">
                  <c:v>1.45744849368</c:v>
                </c:pt>
                <c:pt idx="458">
                  <c:v>1.46808709932</c:v>
                </c:pt>
                <c:pt idx="459">
                  <c:v>1.45840411417</c:v>
                </c:pt>
                <c:pt idx="460">
                  <c:v>1.43698570185</c:v>
                </c:pt>
                <c:pt idx="461">
                  <c:v>1.45690946303</c:v>
                </c:pt>
                <c:pt idx="462">
                  <c:v>1.45167181007</c:v>
                </c:pt>
                <c:pt idx="463">
                  <c:v>1.46796190065</c:v>
                </c:pt>
                <c:pt idx="464">
                  <c:v>1.47017660965</c:v>
                </c:pt>
                <c:pt idx="465">
                  <c:v>1.46167585491</c:v>
                </c:pt>
                <c:pt idx="466">
                  <c:v>1.48350175075</c:v>
                </c:pt>
                <c:pt idx="467">
                  <c:v>1.46308067869</c:v>
                </c:pt>
                <c:pt idx="468">
                  <c:v>1.46671248354</c:v>
                </c:pt>
                <c:pt idx="469">
                  <c:v>1.47441269606</c:v>
                </c:pt>
                <c:pt idx="470">
                  <c:v>1.47978227483</c:v>
                </c:pt>
                <c:pt idx="471">
                  <c:v>1.48408830375</c:v>
                </c:pt>
                <c:pt idx="472">
                  <c:v>1.4829075374</c:v>
                </c:pt>
                <c:pt idx="473">
                  <c:v>1.48078215329</c:v>
                </c:pt>
                <c:pt idx="474">
                  <c:v>1.47890604347</c:v>
                </c:pt>
                <c:pt idx="475">
                  <c:v>1.47958772785</c:v>
                </c:pt>
                <c:pt idx="476">
                  <c:v>1.48880380839</c:v>
                </c:pt>
                <c:pt idx="477">
                  <c:v>1.46899568107</c:v>
                </c:pt>
                <c:pt idx="478">
                  <c:v>1.4721257156</c:v>
                </c:pt>
                <c:pt idx="479">
                  <c:v>1.47592782832</c:v>
                </c:pt>
                <c:pt idx="480">
                  <c:v>1.47358541262</c:v>
                </c:pt>
                <c:pt idx="481">
                  <c:v>1.48706606405</c:v>
                </c:pt>
                <c:pt idx="482">
                  <c:v>1.49532218962</c:v>
                </c:pt>
                <c:pt idx="483">
                  <c:v>1.49589015474</c:v>
                </c:pt>
                <c:pt idx="484">
                  <c:v>1.49011959968</c:v>
                </c:pt>
                <c:pt idx="485">
                  <c:v>1.48027167979</c:v>
                </c:pt>
                <c:pt idx="486">
                  <c:v>1.47380268539</c:v>
                </c:pt>
                <c:pt idx="487">
                  <c:v>1.4717342824</c:v>
                </c:pt>
                <c:pt idx="488">
                  <c:v>1.46888620156</c:v>
                </c:pt>
                <c:pt idx="489">
                  <c:v>1.46772908192</c:v>
                </c:pt>
                <c:pt idx="490">
                  <c:v>1.46636274085</c:v>
                </c:pt>
                <c:pt idx="491">
                  <c:v>1.47990678815</c:v>
                </c:pt>
                <c:pt idx="492">
                  <c:v>1.4805611143</c:v>
                </c:pt>
                <c:pt idx="493">
                  <c:v>1.48670682844</c:v>
                </c:pt>
                <c:pt idx="494">
                  <c:v>1.48433261064</c:v>
                </c:pt>
                <c:pt idx="495">
                  <c:v>1.49049653969</c:v>
                </c:pt>
                <c:pt idx="496">
                  <c:v>1.48509626448</c:v>
                </c:pt>
                <c:pt idx="497">
                  <c:v>1.48462363396</c:v>
                </c:pt>
                <c:pt idx="498">
                  <c:v>1.48780205864</c:v>
                </c:pt>
                <c:pt idx="499">
                  <c:v>1.48424932409</c:v>
                </c:pt>
                <c:pt idx="500">
                  <c:v>1.48595625162</c:v>
                </c:pt>
                <c:pt idx="501">
                  <c:v>1.47944514358</c:v>
                </c:pt>
                <c:pt idx="502">
                  <c:v>1.48172153629</c:v>
                </c:pt>
                <c:pt idx="503">
                  <c:v>1.48778139724</c:v>
                </c:pt>
                <c:pt idx="504">
                  <c:v>1.48649777994</c:v>
                </c:pt>
                <c:pt idx="505">
                  <c:v>1.48382544265</c:v>
                </c:pt>
                <c:pt idx="506">
                  <c:v>1.48200001994</c:v>
                </c:pt>
                <c:pt idx="507">
                  <c:v>1.47840641669</c:v>
                </c:pt>
                <c:pt idx="508">
                  <c:v>1.47709259544</c:v>
                </c:pt>
                <c:pt idx="509">
                  <c:v>1.4820120972</c:v>
                </c:pt>
                <c:pt idx="510">
                  <c:v>1.48573440892</c:v>
                </c:pt>
                <c:pt idx="511">
                  <c:v>1.49891549333</c:v>
                </c:pt>
                <c:pt idx="512">
                  <c:v>1.50544628524</c:v>
                </c:pt>
                <c:pt idx="513">
                  <c:v>1.5084777726</c:v>
                </c:pt>
                <c:pt idx="514">
                  <c:v>1.50714641712</c:v>
                </c:pt>
                <c:pt idx="515">
                  <c:v>1.49779640606</c:v>
                </c:pt>
                <c:pt idx="516">
                  <c:v>1.50122059576</c:v>
                </c:pt>
                <c:pt idx="517">
                  <c:v>1.49098755917</c:v>
                </c:pt>
                <c:pt idx="518">
                  <c:v>1.50186989719</c:v>
                </c:pt>
                <c:pt idx="519">
                  <c:v>1.51892850415</c:v>
                </c:pt>
                <c:pt idx="520">
                  <c:v>1.52786839737</c:v>
                </c:pt>
                <c:pt idx="521">
                  <c:v>1.52292427391</c:v>
                </c:pt>
                <c:pt idx="522">
                  <c:v>1.52522500822</c:v>
                </c:pt>
                <c:pt idx="523">
                  <c:v>1.53145070512</c:v>
                </c:pt>
                <c:pt idx="524">
                  <c:v>1.54745604661</c:v>
                </c:pt>
                <c:pt idx="525">
                  <c:v>1.54803304655</c:v>
                </c:pt>
                <c:pt idx="526">
                  <c:v>1.55585694029</c:v>
                </c:pt>
                <c:pt idx="527">
                  <c:v>1.55512099265</c:v>
                </c:pt>
                <c:pt idx="528">
                  <c:v>1.55609928753</c:v>
                </c:pt>
                <c:pt idx="529">
                  <c:v>1.55237003809</c:v>
                </c:pt>
                <c:pt idx="530">
                  <c:v>1.553951115</c:v>
                </c:pt>
                <c:pt idx="531">
                  <c:v>1.56324310244</c:v>
                </c:pt>
                <c:pt idx="532">
                  <c:v>1.57680092158</c:v>
                </c:pt>
                <c:pt idx="533">
                  <c:v>1.58759411146</c:v>
                </c:pt>
                <c:pt idx="534">
                  <c:v>1.58365061267</c:v>
                </c:pt>
                <c:pt idx="535">
                  <c:v>1.6058232347</c:v>
                </c:pt>
                <c:pt idx="536">
                  <c:v>1.61289240813</c:v>
                </c:pt>
                <c:pt idx="537">
                  <c:v>1.61573193898</c:v>
                </c:pt>
                <c:pt idx="538">
                  <c:v>1.574664349</c:v>
                </c:pt>
                <c:pt idx="539">
                  <c:v>1.56599597675</c:v>
                </c:pt>
                <c:pt idx="540">
                  <c:v>1.59020503641</c:v>
                </c:pt>
                <c:pt idx="541">
                  <c:v>1.58513558583</c:v>
                </c:pt>
                <c:pt idx="542">
                  <c:v>1.58148332318</c:v>
                </c:pt>
                <c:pt idx="543">
                  <c:v>1.59607729836</c:v>
                </c:pt>
                <c:pt idx="544">
                  <c:v>1.60171343623</c:v>
                </c:pt>
                <c:pt idx="545">
                  <c:v>1.59869930507</c:v>
                </c:pt>
                <c:pt idx="546">
                  <c:v>1.60560259931</c:v>
                </c:pt>
                <c:pt idx="547">
                  <c:v>1.59626661559</c:v>
                </c:pt>
                <c:pt idx="548">
                  <c:v>1.59388770447</c:v>
                </c:pt>
                <c:pt idx="549">
                  <c:v>1.59404042425</c:v>
                </c:pt>
                <c:pt idx="550">
                  <c:v>1.58900246636</c:v>
                </c:pt>
                <c:pt idx="551">
                  <c:v>1.59705471601</c:v>
                </c:pt>
                <c:pt idx="552">
                  <c:v>1.60787872622</c:v>
                </c:pt>
                <c:pt idx="553">
                  <c:v>1.6190929982</c:v>
                </c:pt>
                <c:pt idx="554">
                  <c:v>1.61808099375</c:v>
                </c:pt>
                <c:pt idx="555">
                  <c:v>1.62092371767</c:v>
                </c:pt>
                <c:pt idx="556">
                  <c:v>1.62614491153</c:v>
                </c:pt>
                <c:pt idx="557">
                  <c:v>1.6157315915</c:v>
                </c:pt>
                <c:pt idx="558">
                  <c:v>1.62336202529</c:v>
                </c:pt>
                <c:pt idx="559">
                  <c:v>1.61576370658</c:v>
                </c:pt>
                <c:pt idx="560">
                  <c:v>1.59944057112</c:v>
                </c:pt>
                <c:pt idx="561">
                  <c:v>1.5986945073</c:v>
                </c:pt>
                <c:pt idx="562">
                  <c:v>1.59226335396</c:v>
                </c:pt>
                <c:pt idx="563">
                  <c:v>1.59864112612</c:v>
                </c:pt>
                <c:pt idx="564">
                  <c:v>1.60176934208</c:v>
                </c:pt>
                <c:pt idx="565">
                  <c:v>1.60293319041</c:v>
                </c:pt>
                <c:pt idx="566">
                  <c:v>1.59461198771</c:v>
                </c:pt>
                <c:pt idx="567">
                  <c:v>1.58770345855</c:v>
                </c:pt>
                <c:pt idx="568">
                  <c:v>1.5822126731</c:v>
                </c:pt>
                <c:pt idx="569">
                  <c:v>1.59762152793</c:v>
                </c:pt>
                <c:pt idx="570">
                  <c:v>1.6047835064</c:v>
                </c:pt>
                <c:pt idx="571">
                  <c:v>1.59892433029</c:v>
                </c:pt>
                <c:pt idx="572">
                  <c:v>1.59876496116</c:v>
                </c:pt>
                <c:pt idx="573">
                  <c:v>1.56967972178</c:v>
                </c:pt>
                <c:pt idx="574">
                  <c:v>1.566351411</c:v>
                </c:pt>
                <c:pt idx="575">
                  <c:v>1.56046689567</c:v>
                </c:pt>
                <c:pt idx="576">
                  <c:v>1.57671034494</c:v>
                </c:pt>
                <c:pt idx="577">
                  <c:v>1.56268582154</c:v>
                </c:pt>
                <c:pt idx="578">
                  <c:v>1.56758639026</c:v>
                </c:pt>
                <c:pt idx="579">
                  <c:v>1.57656597363</c:v>
                </c:pt>
                <c:pt idx="580">
                  <c:v>1.59077475351</c:v>
                </c:pt>
                <c:pt idx="581">
                  <c:v>1.59655275225</c:v>
                </c:pt>
                <c:pt idx="582">
                  <c:v>1.59136433471</c:v>
                </c:pt>
                <c:pt idx="583">
                  <c:v>1.6026007865</c:v>
                </c:pt>
                <c:pt idx="584">
                  <c:v>1.59947303595</c:v>
                </c:pt>
                <c:pt idx="585">
                  <c:v>1.60362064918</c:v>
                </c:pt>
                <c:pt idx="586">
                  <c:v>1.60236581575</c:v>
                </c:pt>
                <c:pt idx="587">
                  <c:v>1.60104064926</c:v>
                </c:pt>
                <c:pt idx="588">
                  <c:v>1.61180259876</c:v>
                </c:pt>
                <c:pt idx="589">
                  <c:v>1.61922411149</c:v>
                </c:pt>
                <c:pt idx="590">
                  <c:v>1.61781524895</c:v>
                </c:pt>
                <c:pt idx="591">
                  <c:v>1.62186878739</c:v>
                </c:pt>
                <c:pt idx="592">
                  <c:v>1.61649913942</c:v>
                </c:pt>
                <c:pt idx="593">
                  <c:v>1.61872577326</c:v>
                </c:pt>
                <c:pt idx="594">
                  <c:v>1.61632167398</c:v>
                </c:pt>
                <c:pt idx="595">
                  <c:v>1.63166429698</c:v>
                </c:pt>
                <c:pt idx="596">
                  <c:v>1.6312942855</c:v>
                </c:pt>
                <c:pt idx="597">
                  <c:v>1.63599315177</c:v>
                </c:pt>
                <c:pt idx="598">
                  <c:v>1.63561439028</c:v>
                </c:pt>
                <c:pt idx="599">
                  <c:v>1.62825246241</c:v>
                </c:pt>
                <c:pt idx="600">
                  <c:v>1.63671816237</c:v>
                </c:pt>
                <c:pt idx="601">
                  <c:v>1.6574301259</c:v>
                </c:pt>
                <c:pt idx="602">
                  <c:v>1.64689944866</c:v>
                </c:pt>
                <c:pt idx="603">
                  <c:v>1.65278393293</c:v>
                </c:pt>
                <c:pt idx="604">
                  <c:v>1.65931544507</c:v>
                </c:pt>
                <c:pt idx="605">
                  <c:v>1.66060272545</c:v>
                </c:pt>
                <c:pt idx="606">
                  <c:v>1.65271796228</c:v>
                </c:pt>
                <c:pt idx="607">
                  <c:v>1.66026345468</c:v>
                </c:pt>
                <c:pt idx="608">
                  <c:v>1.67628086129</c:v>
                </c:pt>
                <c:pt idx="609">
                  <c:v>1.67646803207</c:v>
                </c:pt>
                <c:pt idx="610">
                  <c:v>1.68670000065</c:v>
                </c:pt>
                <c:pt idx="611">
                  <c:v>1.68317069722</c:v>
                </c:pt>
                <c:pt idx="612">
                  <c:v>1.6697622078</c:v>
                </c:pt>
                <c:pt idx="613">
                  <c:v>1.67920265013</c:v>
                </c:pt>
                <c:pt idx="614">
                  <c:v>1.67910617635</c:v>
                </c:pt>
                <c:pt idx="615">
                  <c:v>1.6776743342</c:v>
                </c:pt>
                <c:pt idx="616">
                  <c:v>1.67373768915</c:v>
                </c:pt>
                <c:pt idx="617">
                  <c:v>1.67237881298</c:v>
                </c:pt>
                <c:pt idx="618">
                  <c:v>1.6740500589</c:v>
                </c:pt>
                <c:pt idx="619">
                  <c:v>1.6728686856</c:v>
                </c:pt>
                <c:pt idx="620">
                  <c:v>1.6607185365</c:v>
                </c:pt>
                <c:pt idx="621">
                  <c:v>1.66512888823</c:v>
                </c:pt>
                <c:pt idx="622">
                  <c:v>1.66459856704</c:v>
                </c:pt>
                <c:pt idx="623">
                  <c:v>1.67723475145</c:v>
                </c:pt>
                <c:pt idx="624">
                  <c:v>1.69172125211</c:v>
                </c:pt>
                <c:pt idx="625">
                  <c:v>1.69188906126</c:v>
                </c:pt>
                <c:pt idx="626">
                  <c:v>1.68204193796</c:v>
                </c:pt>
                <c:pt idx="627">
                  <c:v>1.64118693754</c:v>
                </c:pt>
                <c:pt idx="628">
                  <c:v>1.64769187925</c:v>
                </c:pt>
                <c:pt idx="629">
                  <c:v>1.64413504171</c:v>
                </c:pt>
                <c:pt idx="630">
                  <c:v>1.62515569412</c:v>
                </c:pt>
                <c:pt idx="631">
                  <c:v>1.64319627629</c:v>
                </c:pt>
                <c:pt idx="632">
                  <c:v>1.64201977014</c:v>
                </c:pt>
                <c:pt idx="633">
                  <c:v>1.65679459739</c:v>
                </c:pt>
                <c:pt idx="634">
                  <c:v>1.65014353851</c:v>
                </c:pt>
                <c:pt idx="635">
                  <c:v>1.6485044521</c:v>
                </c:pt>
                <c:pt idx="636">
                  <c:v>1.66795933979</c:v>
                </c:pt>
                <c:pt idx="637">
                  <c:v>1.66653619441</c:v>
                </c:pt>
                <c:pt idx="638">
                  <c:v>1.66410835287</c:v>
                </c:pt>
                <c:pt idx="639">
                  <c:v>1.64211254725</c:v>
                </c:pt>
                <c:pt idx="640">
                  <c:v>1.63377150278</c:v>
                </c:pt>
                <c:pt idx="641">
                  <c:v>1.64681166441</c:v>
                </c:pt>
                <c:pt idx="642">
                  <c:v>1.62984159136</c:v>
                </c:pt>
                <c:pt idx="643">
                  <c:v>1.63560933159</c:v>
                </c:pt>
                <c:pt idx="644">
                  <c:v>1.63906867036</c:v>
                </c:pt>
                <c:pt idx="645">
                  <c:v>1.62793190707</c:v>
                </c:pt>
                <c:pt idx="646">
                  <c:v>1.63681864911</c:v>
                </c:pt>
                <c:pt idx="647">
                  <c:v>1.63687648484</c:v>
                </c:pt>
                <c:pt idx="648">
                  <c:v>1.65596348369</c:v>
                </c:pt>
                <c:pt idx="649">
                  <c:v>1.66242361513</c:v>
                </c:pt>
                <c:pt idx="650">
                  <c:v>1.67781660371</c:v>
                </c:pt>
                <c:pt idx="651">
                  <c:v>1.6838207082</c:v>
                </c:pt>
                <c:pt idx="652">
                  <c:v>1.69223646706</c:v>
                </c:pt>
                <c:pt idx="653">
                  <c:v>1.69487954866</c:v>
                </c:pt>
                <c:pt idx="654">
                  <c:v>1.70746330949</c:v>
                </c:pt>
                <c:pt idx="655">
                  <c:v>1.7195986957</c:v>
                </c:pt>
                <c:pt idx="656">
                  <c:v>1.70092941688</c:v>
                </c:pt>
                <c:pt idx="657">
                  <c:v>1.7016351331</c:v>
                </c:pt>
                <c:pt idx="658">
                  <c:v>1.70649679936</c:v>
                </c:pt>
                <c:pt idx="659">
                  <c:v>1.72779587319</c:v>
                </c:pt>
                <c:pt idx="660">
                  <c:v>1.73809657243</c:v>
                </c:pt>
                <c:pt idx="661">
                  <c:v>1.74050132368</c:v>
                </c:pt>
                <c:pt idx="662">
                  <c:v>1.73276086487</c:v>
                </c:pt>
                <c:pt idx="663">
                  <c:v>1.71729969194</c:v>
                </c:pt>
                <c:pt idx="664">
                  <c:v>1.70711508079</c:v>
                </c:pt>
                <c:pt idx="665">
                  <c:v>1.72564918179</c:v>
                </c:pt>
                <c:pt idx="666">
                  <c:v>1.72997400232</c:v>
                </c:pt>
                <c:pt idx="667">
                  <c:v>1.72750737093</c:v>
                </c:pt>
                <c:pt idx="668">
                  <c:v>1.71624383951</c:v>
                </c:pt>
                <c:pt idx="669">
                  <c:v>1.71742628341</c:v>
                </c:pt>
                <c:pt idx="670">
                  <c:v>1.71304820103</c:v>
                </c:pt>
                <c:pt idx="671">
                  <c:v>1.72434036691</c:v>
                </c:pt>
                <c:pt idx="672">
                  <c:v>1.73584248441</c:v>
                </c:pt>
                <c:pt idx="673">
                  <c:v>1.74454842086</c:v>
                </c:pt>
                <c:pt idx="674">
                  <c:v>1.7533978439</c:v>
                </c:pt>
                <c:pt idx="675">
                  <c:v>1.75638619932</c:v>
                </c:pt>
                <c:pt idx="676">
                  <c:v>1.75653221078</c:v>
                </c:pt>
                <c:pt idx="677">
                  <c:v>1.76120944769</c:v>
                </c:pt>
                <c:pt idx="678">
                  <c:v>1.77195434286</c:v>
                </c:pt>
                <c:pt idx="679">
                  <c:v>1.75667446053</c:v>
                </c:pt>
                <c:pt idx="680">
                  <c:v>1.76152654375</c:v>
                </c:pt>
                <c:pt idx="681">
                  <c:v>1.75660016131</c:v>
                </c:pt>
                <c:pt idx="682">
                  <c:v>1.76191258447</c:v>
                </c:pt>
                <c:pt idx="683">
                  <c:v>1.75174308325</c:v>
                </c:pt>
                <c:pt idx="684">
                  <c:v>1.75528211352</c:v>
                </c:pt>
                <c:pt idx="685">
                  <c:v>1.75425217794</c:v>
                </c:pt>
                <c:pt idx="686">
                  <c:v>1.76284527316</c:v>
                </c:pt>
                <c:pt idx="687">
                  <c:v>1.75891672784</c:v>
                </c:pt>
                <c:pt idx="688">
                  <c:v>1.77166521577</c:v>
                </c:pt>
                <c:pt idx="689">
                  <c:v>1.76868712054</c:v>
                </c:pt>
                <c:pt idx="690">
                  <c:v>1.77857575897</c:v>
                </c:pt>
                <c:pt idx="691">
                  <c:v>1.78568080427</c:v>
                </c:pt>
                <c:pt idx="692">
                  <c:v>1.78652371293</c:v>
                </c:pt>
                <c:pt idx="693">
                  <c:v>1.78563574887</c:v>
                </c:pt>
                <c:pt idx="694">
                  <c:v>1.78380377129</c:v>
                </c:pt>
                <c:pt idx="695">
                  <c:v>1.783064743</c:v>
                </c:pt>
                <c:pt idx="696">
                  <c:v>1.78154730931</c:v>
                </c:pt>
                <c:pt idx="697">
                  <c:v>1.78715519177</c:v>
                </c:pt>
                <c:pt idx="698">
                  <c:v>1.78180488376</c:v>
                </c:pt>
                <c:pt idx="699">
                  <c:v>1.78075394636</c:v>
                </c:pt>
                <c:pt idx="700">
                  <c:v>1.77325717462</c:v>
                </c:pt>
                <c:pt idx="701">
                  <c:v>1.78575961706</c:v>
                </c:pt>
                <c:pt idx="702">
                  <c:v>1.78391585762</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legend>
      <c:legendPos val="t"/>
      <c:layout/>
      <c:overlay val="0"/>
      <c:txPr>
        <a:bodyPr rot="0" spcFirstLastPara="0" vertOverflow="ellipsis" vert="horz" wrap="square" anchor="ctr" anchorCtr="1"/>
        <a:lstStyle/>
        <a:p>
          <a:pPr>
            <a:defRPr lang="zh-CN" sz="1125" b="0" i="0" u="none" strike="noStrike" kern="1200" baseline="0">
              <a:solidFill>
                <a:srgbClr val="132A43"/>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87cd2955-3e70-45f5-876f-9e5b204763c6}"/>
      </c:ext>
    </c:extLst>
  </c:chart>
  <c:spPr>
    <a:solidFill>
      <a:srgbClr val="F5F7F9"/>
    </a:solidFill>
  </c:spPr>
  <c:txPr>
    <a:bodyPr/>
    <a:lstStyle/>
    <a:p>
      <a:pPr>
        <a:defRPr lang="zh-CN"/>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Dual Momentum</c:f>
              <c:strCache>
                <c:ptCount val="1"/>
                <c:pt idx="0">
                  <c:v>Dual Momentum</c:v>
                </c:pt>
              </c:strCache>
            </c:strRef>
          </c:tx>
          <c:spPr>
            <a:ln w="16193" cap="rnd">
              <a:solidFill>
                <a:srgbClr val="8196B0"/>
              </a:solidFill>
              <a:prstDash val="solid"/>
              <a:round/>
            </a:ln>
          </c:spPr>
          <c:marker>
            <c:symbol val="none"/>
          </c:marker>
          <c:dLbls>
            <c:delete val="1"/>
          </c:dLbls>
          <c:cat>
            <c:strRef>
              <c:f>'Chart Data'!$A$2:$A$704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Data'!$B$2:$B$704</c:f>
              <c:numCache>
                <c:formatCode>0.0%</c:formatCode>
                <c:ptCount val="703"/>
                <c:pt idx="0">
                  <c:v>0</c:v>
                </c:pt>
                <c:pt idx="1">
                  <c:v>-0.00726544772707</c:v>
                </c:pt>
                <c:pt idx="2">
                  <c:v>-0.000609576047054</c:v>
                </c:pt>
                <c:pt idx="3">
                  <c:v>-0.000174146348111</c:v>
                </c:pt>
                <c:pt idx="4">
                  <c:v>0</c:v>
                </c:pt>
                <c:pt idx="5">
                  <c:v>0</c:v>
                </c:pt>
                <c:pt idx="6">
                  <c:v>-0.00132913340655</c:v>
                </c:pt>
                <c:pt idx="7">
                  <c:v>0</c:v>
                </c:pt>
                <c:pt idx="8">
                  <c:v>0</c:v>
                </c:pt>
                <c:pt idx="9">
                  <c:v>0</c:v>
                </c:pt>
                <c:pt idx="10">
                  <c:v>0</c:v>
                </c:pt>
                <c:pt idx="11">
                  <c:v>-0.00503821373262</c:v>
                </c:pt>
                <c:pt idx="12">
                  <c:v>-0.00698455541641</c:v>
                </c:pt>
                <c:pt idx="13">
                  <c:v>0</c:v>
                </c:pt>
                <c:pt idx="14">
                  <c:v>0</c:v>
                </c:pt>
                <c:pt idx="15">
                  <c:v>-0.0032489950217</c:v>
                </c:pt>
                <c:pt idx="16">
                  <c:v>0</c:v>
                </c:pt>
                <c:pt idx="17">
                  <c:v>-0.00452296985308</c:v>
                </c:pt>
                <c:pt idx="18">
                  <c:v>-0.000702036498035</c:v>
                </c:pt>
                <c:pt idx="19">
                  <c:v>-0.00122913579235</c:v>
                </c:pt>
                <c:pt idx="20">
                  <c:v>0</c:v>
                </c:pt>
                <c:pt idx="21">
                  <c:v>-0.0014829725367</c:v>
                </c:pt>
                <c:pt idx="22">
                  <c:v>-0.0104341798816</c:v>
                </c:pt>
                <c:pt idx="23">
                  <c:v>0</c:v>
                </c:pt>
                <c:pt idx="24">
                  <c:v>-0.00217101520338</c:v>
                </c:pt>
                <c:pt idx="25">
                  <c:v>-0.00160358381846</c:v>
                </c:pt>
                <c:pt idx="26">
                  <c:v>0</c:v>
                </c:pt>
                <c:pt idx="27">
                  <c:v>0</c:v>
                </c:pt>
                <c:pt idx="28">
                  <c:v>-0.000524922345317</c:v>
                </c:pt>
                <c:pt idx="29">
                  <c:v>0</c:v>
                </c:pt>
                <c:pt idx="30">
                  <c:v>-0.00272341269308</c:v>
                </c:pt>
                <c:pt idx="31">
                  <c:v>-0.016773843368</c:v>
                </c:pt>
                <c:pt idx="32">
                  <c:v>-0.00792240671739</c:v>
                </c:pt>
                <c:pt idx="33">
                  <c:v>-0.00360295427952</c:v>
                </c:pt>
                <c:pt idx="34">
                  <c:v>-0.00595163144211</c:v>
                </c:pt>
                <c:pt idx="35">
                  <c:v>-0.00612891086864</c:v>
                </c:pt>
                <c:pt idx="36">
                  <c:v>-0.00517693109072</c:v>
                </c:pt>
                <c:pt idx="37">
                  <c:v>-0.00665658397833</c:v>
                </c:pt>
                <c:pt idx="38">
                  <c:v>0</c:v>
                </c:pt>
                <c:pt idx="39">
                  <c:v>0</c:v>
                </c:pt>
                <c:pt idx="40">
                  <c:v>-0.00218922310315</c:v>
                </c:pt>
                <c:pt idx="41">
                  <c:v>-0.00106806077732</c:v>
                </c:pt>
                <c:pt idx="42">
                  <c:v>-0.00111467803878</c:v>
                </c:pt>
                <c:pt idx="43">
                  <c:v>0</c:v>
                </c:pt>
                <c:pt idx="44">
                  <c:v>0</c:v>
                </c:pt>
                <c:pt idx="45">
                  <c:v>0</c:v>
                </c:pt>
                <c:pt idx="46">
                  <c:v>-0.0023063165658</c:v>
                </c:pt>
                <c:pt idx="47">
                  <c:v>0</c:v>
                </c:pt>
                <c:pt idx="48">
                  <c:v>0</c:v>
                </c:pt>
                <c:pt idx="49">
                  <c:v>-0.00280541279413</c:v>
                </c:pt>
                <c:pt idx="50">
                  <c:v>-0.0035419873879</c:v>
                </c:pt>
                <c:pt idx="51">
                  <c:v>-0.00464479431729</c:v>
                </c:pt>
                <c:pt idx="52">
                  <c:v>-0.000302173540226</c:v>
                </c:pt>
                <c:pt idx="53">
                  <c:v>-0.00372420819403</c:v>
                </c:pt>
                <c:pt idx="54">
                  <c:v>-0.00542349070867</c:v>
                </c:pt>
                <c:pt idx="55">
                  <c:v>-0.000341141211294</c:v>
                </c:pt>
                <c:pt idx="56">
                  <c:v>0</c:v>
                </c:pt>
                <c:pt idx="57">
                  <c:v>0</c:v>
                </c:pt>
                <c:pt idx="58">
                  <c:v>-0.00143054424515</c:v>
                </c:pt>
                <c:pt idx="59">
                  <c:v>-0.00334383364375</c:v>
                </c:pt>
                <c:pt idx="60">
                  <c:v>0</c:v>
                </c:pt>
                <c:pt idx="61">
                  <c:v>-0.00198871747083</c:v>
                </c:pt>
                <c:pt idx="62">
                  <c:v>0</c:v>
                </c:pt>
                <c:pt idx="63">
                  <c:v>0</c:v>
                </c:pt>
                <c:pt idx="64">
                  <c:v>0</c:v>
                </c:pt>
                <c:pt idx="65">
                  <c:v>0</c:v>
                </c:pt>
                <c:pt idx="66">
                  <c:v>0</c:v>
                </c:pt>
                <c:pt idx="67">
                  <c:v>-0.0114954915454</c:v>
                </c:pt>
                <c:pt idx="68">
                  <c:v>0</c:v>
                </c:pt>
                <c:pt idx="69">
                  <c:v>0</c:v>
                </c:pt>
                <c:pt idx="70">
                  <c:v>0</c:v>
                </c:pt>
                <c:pt idx="71">
                  <c:v>-0.0116451870288</c:v>
                </c:pt>
                <c:pt idx="72">
                  <c:v>0</c:v>
                </c:pt>
                <c:pt idx="73">
                  <c:v>-0.0143457206822</c:v>
                </c:pt>
                <c:pt idx="74">
                  <c:v>-0.00584887305194</c:v>
                </c:pt>
                <c:pt idx="75">
                  <c:v>-0.00376709562303</c:v>
                </c:pt>
                <c:pt idx="76">
                  <c:v>-0.00922998576509</c:v>
                </c:pt>
                <c:pt idx="77">
                  <c:v>-0.0116073842547</c:v>
                </c:pt>
                <c:pt idx="78">
                  <c:v>-0.0128799776163</c:v>
                </c:pt>
                <c:pt idx="79">
                  <c:v>-0.0218132710127</c:v>
                </c:pt>
                <c:pt idx="80">
                  <c:v>-0.0169438413131</c:v>
                </c:pt>
                <c:pt idx="81">
                  <c:v>-0.0192315078424</c:v>
                </c:pt>
                <c:pt idx="82">
                  <c:v>-0.0174876625466</c:v>
                </c:pt>
                <c:pt idx="83">
                  <c:v>-0.0128482523038</c:v>
                </c:pt>
                <c:pt idx="84">
                  <c:v>-0.010474474996</c:v>
                </c:pt>
                <c:pt idx="85">
                  <c:v>-0.0291965767718</c:v>
                </c:pt>
                <c:pt idx="86">
                  <c:v>-0.02257421669</c:v>
                </c:pt>
                <c:pt idx="87">
                  <c:v>-0.0234263598333</c:v>
                </c:pt>
                <c:pt idx="88">
                  <c:v>-0.0224025264519</c:v>
                </c:pt>
                <c:pt idx="89">
                  <c:v>-0.0143003328032</c:v>
                </c:pt>
                <c:pt idx="90">
                  <c:v>-0.0154485486829</c:v>
                </c:pt>
                <c:pt idx="91">
                  <c:v>-0.0148516688856</c:v>
                </c:pt>
                <c:pt idx="92">
                  <c:v>-0.00346862418504</c:v>
                </c:pt>
                <c:pt idx="93">
                  <c:v>-0.00150041759534</c:v>
                </c:pt>
                <c:pt idx="94">
                  <c:v>-0.00528621570501</c:v>
                </c:pt>
                <c:pt idx="95">
                  <c:v>-5.55855573421e-5</c:v>
                </c:pt>
                <c:pt idx="96">
                  <c:v>0</c:v>
                </c:pt>
                <c:pt idx="97">
                  <c:v>-0.00921462789375</c:v>
                </c:pt>
                <c:pt idx="98">
                  <c:v>0</c:v>
                </c:pt>
                <c:pt idx="99">
                  <c:v>0</c:v>
                </c:pt>
                <c:pt idx="100">
                  <c:v>0</c:v>
                </c:pt>
                <c:pt idx="101">
                  <c:v>-0.0107652889865</c:v>
                </c:pt>
                <c:pt idx="102">
                  <c:v>-0.0222938933661</c:v>
                </c:pt>
                <c:pt idx="103">
                  <c:v>-0.0172178864785</c:v>
                </c:pt>
                <c:pt idx="104">
                  <c:v>-0.018802880105</c:v>
                </c:pt>
                <c:pt idx="105">
                  <c:v>-0.0141059518175</c:v>
                </c:pt>
                <c:pt idx="106">
                  <c:v>-0.0222610719465</c:v>
                </c:pt>
                <c:pt idx="107">
                  <c:v>-0.0219938680217</c:v>
                </c:pt>
                <c:pt idx="108">
                  <c:v>-0.0220626161912</c:v>
                </c:pt>
                <c:pt idx="109">
                  <c:v>-0.0166805445022</c:v>
                </c:pt>
                <c:pt idx="110">
                  <c:v>-0.0245940891005</c:v>
                </c:pt>
                <c:pt idx="111">
                  <c:v>-0.0118098478805</c:v>
                </c:pt>
                <c:pt idx="112">
                  <c:v>-0.00729058457178</c:v>
                </c:pt>
                <c:pt idx="113">
                  <c:v>-0.0277214487335</c:v>
                </c:pt>
                <c:pt idx="114">
                  <c:v>-0.016712377276</c:v>
                </c:pt>
                <c:pt idx="115">
                  <c:v>-0.01361591658</c:v>
                </c:pt>
                <c:pt idx="116">
                  <c:v>-0.00803281613658</c:v>
                </c:pt>
                <c:pt idx="117">
                  <c:v>-0.0146419302159</c:v>
                </c:pt>
                <c:pt idx="118">
                  <c:v>-0.00580335300085</c:v>
                </c:pt>
                <c:pt idx="119">
                  <c:v>-0.00256367818474</c:v>
                </c:pt>
                <c:pt idx="120">
                  <c:v>-0.00122665390219</c:v>
                </c:pt>
                <c:pt idx="121">
                  <c:v>-0.00104183250255</c:v>
                </c:pt>
                <c:pt idx="122">
                  <c:v>0</c:v>
                </c:pt>
                <c:pt idx="123">
                  <c:v>-0.00568364661889</c:v>
                </c:pt>
                <c:pt idx="124">
                  <c:v>-0.00468359214279</c:v>
                </c:pt>
                <c:pt idx="125">
                  <c:v>-0.0069141790134</c:v>
                </c:pt>
                <c:pt idx="126">
                  <c:v>-0.00942011979455</c:v>
                </c:pt>
                <c:pt idx="127">
                  <c:v>-7.82680542593e-5</c:v>
                </c:pt>
                <c:pt idx="128">
                  <c:v>-0.00266152883919</c:v>
                </c:pt>
                <c:pt idx="129">
                  <c:v>-0.00277035518337</c:v>
                </c:pt>
                <c:pt idx="130">
                  <c:v>0</c:v>
                </c:pt>
                <c:pt idx="131">
                  <c:v>0</c:v>
                </c:pt>
                <c:pt idx="132">
                  <c:v>-0.00202069753383</c:v>
                </c:pt>
                <c:pt idx="133">
                  <c:v>0</c:v>
                </c:pt>
                <c:pt idx="134">
                  <c:v>-0.00779174147255</c:v>
                </c:pt>
                <c:pt idx="135">
                  <c:v>-0.00589321531184</c:v>
                </c:pt>
                <c:pt idx="136">
                  <c:v>0</c:v>
                </c:pt>
                <c:pt idx="137">
                  <c:v>0</c:v>
                </c:pt>
                <c:pt idx="138">
                  <c:v>-0.00204501658182</c:v>
                </c:pt>
                <c:pt idx="139">
                  <c:v>0</c:v>
                </c:pt>
                <c:pt idx="140">
                  <c:v>0</c:v>
                </c:pt>
                <c:pt idx="141">
                  <c:v>-0.00890296706258</c:v>
                </c:pt>
                <c:pt idx="142">
                  <c:v>-0.019302644886</c:v>
                </c:pt>
                <c:pt idx="143">
                  <c:v>-0.0283405650883</c:v>
                </c:pt>
                <c:pt idx="144">
                  <c:v>-0.0228979898709</c:v>
                </c:pt>
                <c:pt idx="145">
                  <c:v>-0.0206281335157</c:v>
                </c:pt>
                <c:pt idx="146">
                  <c:v>-0.0333893753992</c:v>
                </c:pt>
                <c:pt idx="147">
                  <c:v>-0.0450691036412</c:v>
                </c:pt>
                <c:pt idx="148">
                  <c:v>-0.0352715641647</c:v>
                </c:pt>
                <c:pt idx="149">
                  <c:v>-0.0356523088209</c:v>
                </c:pt>
                <c:pt idx="150">
                  <c:v>-0.0331154690614</c:v>
                </c:pt>
                <c:pt idx="151">
                  <c:v>-0.0173092298998</c:v>
                </c:pt>
                <c:pt idx="152">
                  <c:v>-0.0303302286861</c:v>
                </c:pt>
                <c:pt idx="153">
                  <c:v>-0.0393224725937</c:v>
                </c:pt>
                <c:pt idx="154">
                  <c:v>-0.0672113378015</c:v>
                </c:pt>
                <c:pt idx="155">
                  <c:v>-0.0669919205307</c:v>
                </c:pt>
                <c:pt idx="156">
                  <c:v>-0.0702733952787</c:v>
                </c:pt>
                <c:pt idx="157">
                  <c:v>-0.0514143765323</c:v>
                </c:pt>
                <c:pt idx="158">
                  <c:v>-0.0485235621996</c:v>
                </c:pt>
                <c:pt idx="159">
                  <c:v>-0.041463348169</c:v>
                </c:pt>
                <c:pt idx="160">
                  <c:v>-0.0347285615324</c:v>
                </c:pt>
                <c:pt idx="161">
                  <c:v>-0.042009068764</c:v>
                </c:pt>
                <c:pt idx="162">
                  <c:v>-0.0325124445132</c:v>
                </c:pt>
                <c:pt idx="163">
                  <c:v>-0.0166474726526</c:v>
                </c:pt>
                <c:pt idx="164">
                  <c:v>-0.0175616866307</c:v>
                </c:pt>
                <c:pt idx="165">
                  <c:v>-0.0224751733112</c:v>
                </c:pt>
                <c:pt idx="166">
                  <c:v>-0.0239351059754</c:v>
                </c:pt>
                <c:pt idx="167">
                  <c:v>-0.0330106949656</c:v>
                </c:pt>
                <c:pt idx="168">
                  <c:v>-0.0186977470066</c:v>
                </c:pt>
                <c:pt idx="169">
                  <c:v>-0.0250568721824</c:v>
                </c:pt>
                <c:pt idx="170">
                  <c:v>-0.0211143664294</c:v>
                </c:pt>
                <c:pt idx="171">
                  <c:v>-0.0291652793075</c:v>
                </c:pt>
                <c:pt idx="172">
                  <c:v>-0.0250231418396</c:v>
                </c:pt>
                <c:pt idx="173">
                  <c:v>-0.0244627622747</c:v>
                </c:pt>
                <c:pt idx="174">
                  <c:v>-0.0218866053087</c:v>
                </c:pt>
                <c:pt idx="175">
                  <c:v>-0.033933515729</c:v>
                </c:pt>
                <c:pt idx="176">
                  <c:v>-0.0352379180172</c:v>
                </c:pt>
                <c:pt idx="177">
                  <c:v>-0.0292116836913</c:v>
                </c:pt>
                <c:pt idx="178">
                  <c:v>-0.0356548453901</c:v>
                </c:pt>
                <c:pt idx="179">
                  <c:v>-0.0255584389306</c:v>
                </c:pt>
                <c:pt idx="180">
                  <c:v>-0.0192636602468</c:v>
                </c:pt>
                <c:pt idx="181">
                  <c:v>-0.01820606474</c:v>
                </c:pt>
                <c:pt idx="182">
                  <c:v>-0.00634229095859</c:v>
                </c:pt>
                <c:pt idx="183">
                  <c:v>-0.00222329576101</c:v>
                </c:pt>
                <c:pt idx="184">
                  <c:v>-0.00267733705119</c:v>
                </c:pt>
                <c:pt idx="185">
                  <c:v>-0.00249678536731</c:v>
                </c:pt>
                <c:pt idx="186">
                  <c:v>-0.00676889458281</c:v>
                </c:pt>
                <c:pt idx="187">
                  <c:v>0</c:v>
                </c:pt>
                <c:pt idx="188">
                  <c:v>0</c:v>
                </c:pt>
                <c:pt idx="189">
                  <c:v>0</c:v>
                </c:pt>
                <c:pt idx="190">
                  <c:v>0</c:v>
                </c:pt>
                <c:pt idx="191">
                  <c:v>-0.0129315006198</c:v>
                </c:pt>
                <c:pt idx="192">
                  <c:v>-0.00537125451122</c:v>
                </c:pt>
                <c:pt idx="193">
                  <c:v>-0.0143179202745</c:v>
                </c:pt>
                <c:pt idx="194">
                  <c:v>-0.0178537733259</c:v>
                </c:pt>
                <c:pt idx="195">
                  <c:v>-0.0113151899333</c:v>
                </c:pt>
                <c:pt idx="196">
                  <c:v>-0.00807295208061</c:v>
                </c:pt>
                <c:pt idx="197">
                  <c:v>-0.00887763171778</c:v>
                </c:pt>
                <c:pt idx="198">
                  <c:v>-0.00831096530855</c:v>
                </c:pt>
                <c:pt idx="199">
                  <c:v>-0.00644230620049</c:v>
                </c:pt>
                <c:pt idx="200">
                  <c:v>-0.0120398897607</c:v>
                </c:pt>
                <c:pt idx="201">
                  <c:v>-0.0118865797207</c:v>
                </c:pt>
                <c:pt idx="202">
                  <c:v>-0.00644480201888</c:v>
                </c:pt>
                <c:pt idx="203">
                  <c:v>-0.00384252472698</c:v>
                </c:pt>
                <c:pt idx="204">
                  <c:v>-0.00218485794897</c:v>
                </c:pt>
                <c:pt idx="205">
                  <c:v>-0.000250637243997</c:v>
                </c:pt>
                <c:pt idx="206">
                  <c:v>0</c:v>
                </c:pt>
                <c:pt idx="207">
                  <c:v>0</c:v>
                </c:pt>
                <c:pt idx="208">
                  <c:v>0</c:v>
                </c:pt>
                <c:pt idx="209">
                  <c:v>-0.00465208920437</c:v>
                </c:pt>
                <c:pt idx="210">
                  <c:v>0</c:v>
                </c:pt>
                <c:pt idx="211">
                  <c:v>-0.00639015097905</c:v>
                </c:pt>
                <c:pt idx="212">
                  <c:v>0</c:v>
                </c:pt>
                <c:pt idx="213">
                  <c:v>-0.00259971659279</c:v>
                </c:pt>
                <c:pt idx="214">
                  <c:v>-0.00106600441848</c:v>
                </c:pt>
                <c:pt idx="215">
                  <c:v>0</c:v>
                </c:pt>
                <c:pt idx="216">
                  <c:v>-0.000178679257076</c:v>
                </c:pt>
                <c:pt idx="217">
                  <c:v>-0.00887050404834</c:v>
                </c:pt>
                <c:pt idx="218">
                  <c:v>-0.0121102666749</c:v>
                </c:pt>
                <c:pt idx="219">
                  <c:v>-0.00814461026422</c:v>
                </c:pt>
                <c:pt idx="220">
                  <c:v>-0.00651393484321</c:v>
                </c:pt>
                <c:pt idx="221">
                  <c:v>-0.0199409809603</c:v>
                </c:pt>
                <c:pt idx="222">
                  <c:v>0</c:v>
                </c:pt>
                <c:pt idx="223">
                  <c:v>-0.00218610761452</c:v>
                </c:pt>
                <c:pt idx="224">
                  <c:v>-0.00994579840347</c:v>
                </c:pt>
                <c:pt idx="225">
                  <c:v>-0.0161148368274</c:v>
                </c:pt>
                <c:pt idx="226">
                  <c:v>-0.0153946905936</c:v>
                </c:pt>
                <c:pt idx="227">
                  <c:v>-0.0141118034163</c:v>
                </c:pt>
                <c:pt idx="228">
                  <c:v>-0.0131681748373</c:v>
                </c:pt>
                <c:pt idx="229">
                  <c:v>-0.00540421263874</c:v>
                </c:pt>
                <c:pt idx="230">
                  <c:v>0</c:v>
                </c:pt>
                <c:pt idx="231">
                  <c:v>0</c:v>
                </c:pt>
                <c:pt idx="232">
                  <c:v>0</c:v>
                </c:pt>
                <c:pt idx="233">
                  <c:v>0</c:v>
                </c:pt>
                <c:pt idx="234">
                  <c:v>-0.0158959057716</c:v>
                </c:pt>
                <c:pt idx="235">
                  <c:v>-0.0171410817951</c:v>
                </c:pt>
                <c:pt idx="236">
                  <c:v>-0.0173553525645</c:v>
                </c:pt>
                <c:pt idx="237">
                  <c:v>-0.0172266406623</c:v>
                </c:pt>
                <c:pt idx="238">
                  <c:v>-0.0111334498525</c:v>
                </c:pt>
                <c:pt idx="239">
                  <c:v>-0.0130977475663</c:v>
                </c:pt>
                <c:pt idx="240">
                  <c:v>-0.00661251895442</c:v>
                </c:pt>
                <c:pt idx="241">
                  <c:v>-0.00212176443652</c:v>
                </c:pt>
                <c:pt idx="242">
                  <c:v>-0.000832513262451</c:v>
                </c:pt>
                <c:pt idx="243">
                  <c:v>-0.00396284906585</c:v>
                </c:pt>
                <c:pt idx="244">
                  <c:v>-0.00657818297343</c:v>
                </c:pt>
                <c:pt idx="245">
                  <c:v>-0.00572262390274</c:v>
                </c:pt>
                <c:pt idx="246">
                  <c:v>-0.00493163517406</c:v>
                </c:pt>
                <c:pt idx="247">
                  <c:v>-0.00518908693021</c:v>
                </c:pt>
                <c:pt idx="248">
                  <c:v>-0.00254452261227</c:v>
                </c:pt>
                <c:pt idx="249">
                  <c:v>0</c:v>
                </c:pt>
                <c:pt idx="250">
                  <c:v>-0.00360771745045</c:v>
                </c:pt>
                <c:pt idx="251">
                  <c:v>-0.0210609820103</c:v>
                </c:pt>
                <c:pt idx="252">
                  <c:v>-0.0189163226533</c:v>
                </c:pt>
                <c:pt idx="253">
                  <c:v>-0.01819370998</c:v>
                </c:pt>
                <c:pt idx="254">
                  <c:v>-0.0140154190551</c:v>
                </c:pt>
                <c:pt idx="255">
                  <c:v>-0.00582883152237</c:v>
                </c:pt>
                <c:pt idx="256">
                  <c:v>-0.00562224247732</c:v>
                </c:pt>
                <c:pt idx="257">
                  <c:v>-0.0102000417083</c:v>
                </c:pt>
                <c:pt idx="258">
                  <c:v>-0.014892387816</c:v>
                </c:pt>
                <c:pt idx="259">
                  <c:v>-0.0184872146989</c:v>
                </c:pt>
                <c:pt idx="260">
                  <c:v>-0.0136258631352</c:v>
                </c:pt>
                <c:pt idx="261">
                  <c:v>-0.00587233735451</c:v>
                </c:pt>
                <c:pt idx="262">
                  <c:v>-0.00582311879967</c:v>
                </c:pt>
                <c:pt idx="263">
                  <c:v>-0.00440734644136</c:v>
                </c:pt>
                <c:pt idx="264">
                  <c:v>0</c:v>
                </c:pt>
                <c:pt idx="265">
                  <c:v>-0.00497800582361</c:v>
                </c:pt>
                <c:pt idx="266">
                  <c:v>-0.00560094684264</c:v>
                </c:pt>
                <c:pt idx="267">
                  <c:v>-0.0126781982454</c:v>
                </c:pt>
                <c:pt idx="268">
                  <c:v>-0.00955677982401</c:v>
                </c:pt>
                <c:pt idx="269">
                  <c:v>-0.00836306671037</c:v>
                </c:pt>
                <c:pt idx="270">
                  <c:v>-0.00111228160398</c:v>
                </c:pt>
                <c:pt idx="271">
                  <c:v>-0.00332514255604</c:v>
                </c:pt>
                <c:pt idx="272">
                  <c:v>-0.00340180628087</c:v>
                </c:pt>
                <c:pt idx="273">
                  <c:v>-0.00164032932922</c:v>
                </c:pt>
                <c:pt idx="274">
                  <c:v>0</c:v>
                </c:pt>
                <c:pt idx="275">
                  <c:v>0</c:v>
                </c:pt>
                <c:pt idx="276">
                  <c:v>0</c:v>
                </c:pt>
                <c:pt idx="277">
                  <c:v>-0.00918072675482</c:v>
                </c:pt>
                <c:pt idx="278">
                  <c:v>-0.00419204730601</c:v>
                </c:pt>
                <c:pt idx="279">
                  <c:v>-0.00533290320498</c:v>
                </c:pt>
                <c:pt idx="280">
                  <c:v>0</c:v>
                </c:pt>
                <c:pt idx="281">
                  <c:v>0</c:v>
                </c:pt>
                <c:pt idx="282">
                  <c:v>0</c:v>
                </c:pt>
                <c:pt idx="283">
                  <c:v>0</c:v>
                </c:pt>
                <c:pt idx="284">
                  <c:v>-0.000444986111592</c:v>
                </c:pt>
                <c:pt idx="285">
                  <c:v>-0.000806043717023</c:v>
                </c:pt>
                <c:pt idx="286">
                  <c:v>0</c:v>
                </c:pt>
                <c:pt idx="287">
                  <c:v>0</c:v>
                </c:pt>
                <c:pt idx="288">
                  <c:v>-0.00363145946434</c:v>
                </c:pt>
                <c:pt idx="289">
                  <c:v>-0.0040266275735</c:v>
                </c:pt>
                <c:pt idx="290">
                  <c:v>0</c:v>
                </c:pt>
                <c:pt idx="291">
                  <c:v>-0.0101262183231</c:v>
                </c:pt>
                <c:pt idx="292">
                  <c:v>-0.00883019901912</c:v>
                </c:pt>
                <c:pt idx="293">
                  <c:v>0</c:v>
                </c:pt>
                <c:pt idx="294">
                  <c:v>0</c:v>
                </c:pt>
                <c:pt idx="295">
                  <c:v>0</c:v>
                </c:pt>
                <c:pt idx="296">
                  <c:v>-0.00508811986381</c:v>
                </c:pt>
                <c:pt idx="297">
                  <c:v>-0.000706303366089</c:v>
                </c:pt>
                <c:pt idx="298">
                  <c:v>-0.00835842421759</c:v>
                </c:pt>
                <c:pt idx="299">
                  <c:v>-0.00907032536435</c:v>
                </c:pt>
                <c:pt idx="300">
                  <c:v>-0.0154550104594</c:v>
                </c:pt>
                <c:pt idx="301">
                  <c:v>-0.0181015662376</c:v>
                </c:pt>
                <c:pt idx="302">
                  <c:v>-0.00886296771338</c:v>
                </c:pt>
                <c:pt idx="303">
                  <c:v>-0.00752217620557</c:v>
                </c:pt>
                <c:pt idx="304">
                  <c:v>-0.00790082084283</c:v>
                </c:pt>
                <c:pt idx="305">
                  <c:v>-0.0110467038991</c:v>
                </c:pt>
                <c:pt idx="306">
                  <c:v>-0.0115460404703</c:v>
                </c:pt>
                <c:pt idx="307">
                  <c:v>-0.0193024624774</c:v>
                </c:pt>
                <c:pt idx="308">
                  <c:v>-0.0209075679714</c:v>
                </c:pt>
                <c:pt idx="309">
                  <c:v>-0.0186294322185</c:v>
                </c:pt>
                <c:pt idx="310">
                  <c:v>-0.00910573830775</c:v>
                </c:pt>
                <c:pt idx="311">
                  <c:v>-0.00762744197497</c:v>
                </c:pt>
                <c:pt idx="312">
                  <c:v>-0.00204326490795</c:v>
                </c:pt>
                <c:pt idx="313">
                  <c:v>0</c:v>
                </c:pt>
                <c:pt idx="314">
                  <c:v>0</c:v>
                </c:pt>
                <c:pt idx="315">
                  <c:v>0</c:v>
                </c:pt>
                <c:pt idx="316">
                  <c:v>-0.00338207520781</c:v>
                </c:pt>
                <c:pt idx="317">
                  <c:v>-0.00335979055827</c:v>
                </c:pt>
                <c:pt idx="318">
                  <c:v>0</c:v>
                </c:pt>
                <c:pt idx="319">
                  <c:v>-8.12019778952e-5</c:v>
                </c:pt>
                <c:pt idx="320">
                  <c:v>0</c:v>
                </c:pt>
                <c:pt idx="321">
                  <c:v>0</c:v>
                </c:pt>
                <c:pt idx="322">
                  <c:v>0</c:v>
                </c:pt>
                <c:pt idx="323">
                  <c:v>-0.00254021196485</c:v>
                </c:pt>
                <c:pt idx="324">
                  <c:v>-0.00236588686584</c:v>
                </c:pt>
                <c:pt idx="325">
                  <c:v>-0.00691788877382</c:v>
                </c:pt>
                <c:pt idx="326">
                  <c:v>-0.0364671839351</c:v>
                </c:pt>
                <c:pt idx="327">
                  <c:v>-0.078178641953</c:v>
                </c:pt>
                <c:pt idx="328">
                  <c:v>-0.0793220606005</c:v>
                </c:pt>
                <c:pt idx="329">
                  <c:v>-0.0731343523686</c:v>
                </c:pt>
                <c:pt idx="330">
                  <c:v>-0.0427105942584</c:v>
                </c:pt>
                <c:pt idx="331">
                  <c:v>-0.0455748662446</c:v>
                </c:pt>
                <c:pt idx="332">
                  <c:v>-0.0466635245026</c:v>
                </c:pt>
                <c:pt idx="333">
                  <c:v>-0.038136343949</c:v>
                </c:pt>
                <c:pt idx="334">
                  <c:v>-0.016963834267</c:v>
                </c:pt>
                <c:pt idx="335">
                  <c:v>-0.0128674446819</c:v>
                </c:pt>
                <c:pt idx="336">
                  <c:v>0</c:v>
                </c:pt>
                <c:pt idx="337">
                  <c:v>-0.00484336954779</c:v>
                </c:pt>
                <c:pt idx="338">
                  <c:v>-0.0106000742091</c:v>
                </c:pt>
                <c:pt idx="339">
                  <c:v>-0.0023390099514</c:v>
                </c:pt>
                <c:pt idx="340">
                  <c:v>-0.00703712998208</c:v>
                </c:pt>
                <c:pt idx="341">
                  <c:v>0</c:v>
                </c:pt>
                <c:pt idx="342">
                  <c:v>-0.00716140191007</c:v>
                </c:pt>
                <c:pt idx="343">
                  <c:v>-0.00946202543985</c:v>
                </c:pt>
                <c:pt idx="344">
                  <c:v>-0.021005197754</c:v>
                </c:pt>
                <c:pt idx="345">
                  <c:v>-0.0154438906699</c:v>
                </c:pt>
                <c:pt idx="346">
                  <c:v>-0.00519796719653</c:v>
                </c:pt>
                <c:pt idx="347">
                  <c:v>0</c:v>
                </c:pt>
                <c:pt idx="348">
                  <c:v>-0.00678661111249</c:v>
                </c:pt>
                <c:pt idx="349">
                  <c:v>-0.0170894552355</c:v>
                </c:pt>
                <c:pt idx="350">
                  <c:v>-0.00511887737717</c:v>
                </c:pt>
                <c:pt idx="351">
                  <c:v>-0.0201400502747</c:v>
                </c:pt>
                <c:pt idx="352">
                  <c:v>-0.016565748943</c:v>
                </c:pt>
                <c:pt idx="353">
                  <c:v>-0.0287281961921</c:v>
                </c:pt>
                <c:pt idx="354">
                  <c:v>-0.0193370324023</c:v>
                </c:pt>
                <c:pt idx="355">
                  <c:v>-0.0227172927885</c:v>
                </c:pt>
                <c:pt idx="356">
                  <c:v>-0.0180471926993</c:v>
                </c:pt>
                <c:pt idx="357">
                  <c:v>-0.0102948811766</c:v>
                </c:pt>
                <c:pt idx="358">
                  <c:v>-0.00723052698907</c:v>
                </c:pt>
                <c:pt idx="359">
                  <c:v>-0.0141512732502</c:v>
                </c:pt>
                <c:pt idx="360">
                  <c:v>-0.00101502910089</c:v>
                </c:pt>
                <c:pt idx="361">
                  <c:v>-0.00472304985019</c:v>
                </c:pt>
                <c:pt idx="362">
                  <c:v>-0.0106456181966</c:v>
                </c:pt>
                <c:pt idx="363">
                  <c:v>-0.00805562883731</c:v>
                </c:pt>
                <c:pt idx="364">
                  <c:v>-0.00285569451897</c:v>
                </c:pt>
                <c:pt idx="365">
                  <c:v>-0.00977604805799</c:v>
                </c:pt>
                <c:pt idx="366">
                  <c:v>0</c:v>
                </c:pt>
                <c:pt idx="367">
                  <c:v>-0.00653989664749</c:v>
                </c:pt>
                <c:pt idx="368">
                  <c:v>0</c:v>
                </c:pt>
                <c:pt idx="369">
                  <c:v>-0.00238826679122</c:v>
                </c:pt>
                <c:pt idx="370">
                  <c:v>-0.00740620988209</c:v>
                </c:pt>
                <c:pt idx="371">
                  <c:v>-0.00178571501951</c:v>
                </c:pt>
                <c:pt idx="372">
                  <c:v>-0.00367135032041</c:v>
                </c:pt>
                <c:pt idx="373">
                  <c:v>-0.0032296583318</c:v>
                </c:pt>
                <c:pt idx="374">
                  <c:v>0</c:v>
                </c:pt>
                <c:pt idx="375">
                  <c:v>0</c:v>
                </c:pt>
                <c:pt idx="376">
                  <c:v>-0.00492112288365</c:v>
                </c:pt>
                <c:pt idx="377">
                  <c:v>-0.00250111998673</c:v>
                </c:pt>
                <c:pt idx="378">
                  <c:v>-0.00421311089925</c:v>
                </c:pt>
                <c:pt idx="379">
                  <c:v>-0.00810125641919</c:v>
                </c:pt>
                <c:pt idx="380">
                  <c:v>-0.00657644110362</c:v>
                </c:pt>
                <c:pt idx="381">
                  <c:v>-0.00643128477596</c:v>
                </c:pt>
                <c:pt idx="382">
                  <c:v>-0.0135401039411</c:v>
                </c:pt>
                <c:pt idx="383">
                  <c:v>-0.00960451858473</c:v>
                </c:pt>
                <c:pt idx="384">
                  <c:v>-0.0101895575663</c:v>
                </c:pt>
                <c:pt idx="385">
                  <c:v>-0.0176959589187</c:v>
                </c:pt>
                <c:pt idx="386">
                  <c:v>-0.0116266523903</c:v>
                </c:pt>
                <c:pt idx="387">
                  <c:v>-0.0055227610148</c:v>
                </c:pt>
                <c:pt idx="388">
                  <c:v>-0.00190175228915</c:v>
                </c:pt>
                <c:pt idx="389">
                  <c:v>-0.00264453945005</c:v>
                </c:pt>
                <c:pt idx="390">
                  <c:v>-0.0017982187888</c:v>
                </c:pt>
                <c:pt idx="391">
                  <c:v>-0.00839065514398</c:v>
                </c:pt>
                <c:pt idx="392">
                  <c:v>-0.00717944598441</c:v>
                </c:pt>
                <c:pt idx="393">
                  <c:v>-0.00447417109293</c:v>
                </c:pt>
                <c:pt idx="394">
                  <c:v>-0.00203115019352</c:v>
                </c:pt>
                <c:pt idx="395">
                  <c:v>0</c:v>
                </c:pt>
                <c:pt idx="396">
                  <c:v>-0.000120774251603</c:v>
                </c:pt>
                <c:pt idx="397">
                  <c:v>0</c:v>
                </c:pt>
                <c:pt idx="398">
                  <c:v>0</c:v>
                </c:pt>
                <c:pt idx="399">
                  <c:v>0</c:v>
                </c:pt>
                <c:pt idx="400">
                  <c:v>0</c:v>
                </c:pt>
                <c:pt idx="401">
                  <c:v>0</c:v>
                </c:pt>
                <c:pt idx="402">
                  <c:v>0</c:v>
                </c:pt>
                <c:pt idx="403">
                  <c:v>-0.00244513342879</c:v>
                </c:pt>
                <c:pt idx="404">
                  <c:v>-0.00986097016305</c:v>
                </c:pt>
                <c:pt idx="405">
                  <c:v>-0.0154612958295</c:v>
                </c:pt>
                <c:pt idx="406">
                  <c:v>-0.0198147723023</c:v>
                </c:pt>
                <c:pt idx="407">
                  <c:v>-0.0134121978298</c:v>
                </c:pt>
                <c:pt idx="408">
                  <c:v>-0.0243339732853</c:v>
                </c:pt>
                <c:pt idx="409">
                  <c:v>-0.0178513596121</c:v>
                </c:pt>
                <c:pt idx="410">
                  <c:v>-0.0100117762732</c:v>
                </c:pt>
                <c:pt idx="411">
                  <c:v>-0.0100821062297</c:v>
                </c:pt>
                <c:pt idx="412">
                  <c:v>-0.00925897436439</c:v>
                </c:pt>
                <c:pt idx="413">
                  <c:v>-0.00781247085774</c:v>
                </c:pt>
                <c:pt idx="414">
                  <c:v>0</c:v>
                </c:pt>
                <c:pt idx="415">
                  <c:v>-0.0014780960189</c:v>
                </c:pt>
                <c:pt idx="416">
                  <c:v>-0.00936995643517</c:v>
                </c:pt>
                <c:pt idx="417">
                  <c:v>-0.00841386800926</c:v>
                </c:pt>
                <c:pt idx="418">
                  <c:v>-0.00266454893387</c:v>
                </c:pt>
                <c:pt idx="419">
                  <c:v>-0.00734883157647</c:v>
                </c:pt>
                <c:pt idx="420">
                  <c:v>-0.00941944009625</c:v>
                </c:pt>
                <c:pt idx="421">
                  <c:v>-0.013256248462</c:v>
                </c:pt>
                <c:pt idx="422">
                  <c:v>-0.0126894073384</c:v>
                </c:pt>
                <c:pt idx="423">
                  <c:v>-0.00816861176793</c:v>
                </c:pt>
                <c:pt idx="424">
                  <c:v>-0.00812805715794</c:v>
                </c:pt>
                <c:pt idx="425">
                  <c:v>0</c:v>
                </c:pt>
                <c:pt idx="426">
                  <c:v>-0.00156580229149</c:v>
                </c:pt>
                <c:pt idx="427">
                  <c:v>0</c:v>
                </c:pt>
                <c:pt idx="428">
                  <c:v>0</c:v>
                </c:pt>
                <c:pt idx="429">
                  <c:v>0</c:v>
                </c:pt>
                <c:pt idx="430">
                  <c:v>0</c:v>
                </c:pt>
                <c:pt idx="431">
                  <c:v>0</c:v>
                </c:pt>
                <c:pt idx="432">
                  <c:v>0</c:v>
                </c:pt>
                <c:pt idx="433">
                  <c:v>0</c:v>
                </c:pt>
                <c:pt idx="434">
                  <c:v>-0.00159603231004</c:v>
                </c:pt>
                <c:pt idx="435">
                  <c:v>0</c:v>
                </c:pt>
                <c:pt idx="436">
                  <c:v>0</c:v>
                </c:pt>
                <c:pt idx="437">
                  <c:v>-0.00457840714404</c:v>
                </c:pt>
                <c:pt idx="438">
                  <c:v>0</c:v>
                </c:pt>
                <c:pt idx="439">
                  <c:v>-0.00207382222041</c:v>
                </c:pt>
                <c:pt idx="440">
                  <c:v>-0.000577118972719</c:v>
                </c:pt>
                <c:pt idx="441">
                  <c:v>0</c:v>
                </c:pt>
                <c:pt idx="442">
                  <c:v>-0.00114594153957</c:v>
                </c:pt>
                <c:pt idx="443">
                  <c:v>-0.0083909593281</c:v>
                </c:pt>
                <c:pt idx="444">
                  <c:v>-0.00999017520206</c:v>
                </c:pt>
                <c:pt idx="445">
                  <c:v>-0.00423923723289</c:v>
                </c:pt>
                <c:pt idx="446">
                  <c:v>0</c:v>
                </c:pt>
                <c:pt idx="447">
                  <c:v>0</c:v>
                </c:pt>
                <c:pt idx="448">
                  <c:v>-0.0053906868022</c:v>
                </c:pt>
                <c:pt idx="449">
                  <c:v>-0.00309082358027</c:v>
                </c:pt>
                <c:pt idx="450">
                  <c:v>0</c:v>
                </c:pt>
                <c:pt idx="451">
                  <c:v>0</c:v>
                </c:pt>
                <c:pt idx="452">
                  <c:v>0</c:v>
                </c:pt>
                <c:pt idx="453">
                  <c:v>0</c:v>
                </c:pt>
                <c:pt idx="454">
                  <c:v>0</c:v>
                </c:pt>
                <c:pt idx="455">
                  <c:v>0</c:v>
                </c:pt>
                <c:pt idx="456">
                  <c:v>0</c:v>
                </c:pt>
                <c:pt idx="457">
                  <c:v>-0.00140207338716</c:v>
                </c:pt>
                <c:pt idx="458">
                  <c:v>0</c:v>
                </c:pt>
                <c:pt idx="459">
                  <c:v>-0.0125033756805</c:v>
                </c:pt>
                <c:pt idx="460">
                  <c:v>-0.0220547417988</c:v>
                </c:pt>
                <c:pt idx="461">
                  <c:v>0</c:v>
                </c:pt>
                <c:pt idx="462">
                  <c:v>0</c:v>
                </c:pt>
                <c:pt idx="463">
                  <c:v>0</c:v>
                </c:pt>
                <c:pt idx="464">
                  <c:v>0</c:v>
                </c:pt>
                <c:pt idx="465">
                  <c:v>-0.0124321743297</c:v>
                </c:pt>
                <c:pt idx="466">
                  <c:v>0</c:v>
                </c:pt>
                <c:pt idx="467">
                  <c:v>-0.0403519979036</c:v>
                </c:pt>
                <c:pt idx="468">
                  <c:v>-0.0368455924536</c:v>
                </c:pt>
                <c:pt idx="469">
                  <c:v>-0.0314513271218</c:v>
                </c:pt>
                <c:pt idx="470">
                  <c:v>-0.029535958113</c:v>
                </c:pt>
                <c:pt idx="471">
                  <c:v>-0.0385081336071</c:v>
                </c:pt>
                <c:pt idx="472">
                  <c:v>-0.043530842811</c:v>
                </c:pt>
                <c:pt idx="473">
                  <c:v>-0.0448670267259</c:v>
                </c:pt>
                <c:pt idx="474">
                  <c:v>-0.0378120011703</c:v>
                </c:pt>
                <c:pt idx="475">
                  <c:v>-0.0398288144627</c:v>
                </c:pt>
                <c:pt idx="476">
                  <c:v>-0.0338132177047</c:v>
                </c:pt>
                <c:pt idx="477">
                  <c:v>-0.049733754379</c:v>
                </c:pt>
                <c:pt idx="478">
                  <c:v>-0.0419767391381</c:v>
                </c:pt>
                <c:pt idx="479">
                  <c:v>-0.052008751735</c:v>
                </c:pt>
                <c:pt idx="480">
                  <c:v>-0.054663341951</c:v>
                </c:pt>
                <c:pt idx="481">
                  <c:v>-0.0402505551409</c:v>
                </c:pt>
                <c:pt idx="482">
                  <c:v>-0.0388624708533</c:v>
                </c:pt>
                <c:pt idx="483">
                  <c:v>-0.0395364320154</c:v>
                </c:pt>
                <c:pt idx="484">
                  <c:v>-0.0522587732692</c:v>
                </c:pt>
                <c:pt idx="485">
                  <c:v>-0.0520559928908</c:v>
                </c:pt>
                <c:pt idx="486">
                  <c:v>-0.0636651168892</c:v>
                </c:pt>
                <c:pt idx="487">
                  <c:v>-0.0673462698616</c:v>
                </c:pt>
                <c:pt idx="488">
                  <c:v>-0.0683284861878</c:v>
                </c:pt>
                <c:pt idx="489">
                  <c:v>-0.0779349932944</c:v>
                </c:pt>
                <c:pt idx="490">
                  <c:v>-0.0728158359721</c:v>
                </c:pt>
                <c:pt idx="491">
                  <c:v>-0.0613881382185</c:v>
                </c:pt>
                <c:pt idx="492">
                  <c:v>-0.0571716075859</c:v>
                </c:pt>
                <c:pt idx="493">
                  <c:v>-0.0527013724048</c:v>
                </c:pt>
                <c:pt idx="494">
                  <c:v>-0.0567397572093</c:v>
                </c:pt>
                <c:pt idx="495">
                  <c:v>-0.052679735758</c:v>
                </c:pt>
                <c:pt idx="496">
                  <c:v>-0.0560679108427</c:v>
                </c:pt>
                <c:pt idx="497">
                  <c:v>-0.0555270880312</c:v>
                </c:pt>
                <c:pt idx="498">
                  <c:v>-0.0559003849607</c:v>
                </c:pt>
                <c:pt idx="499">
                  <c:v>-0.0574460621719</c:v>
                </c:pt>
                <c:pt idx="500">
                  <c:v>-0.0537846716686</c:v>
                </c:pt>
                <c:pt idx="501">
                  <c:v>-0.0559343874826</c:v>
                </c:pt>
                <c:pt idx="502">
                  <c:v>-0.0528676801174</c:v>
                </c:pt>
                <c:pt idx="503">
                  <c:v>-0.0467124196558</c:v>
                </c:pt>
                <c:pt idx="504">
                  <c:v>-0.0471136898525</c:v>
                </c:pt>
                <c:pt idx="505">
                  <c:v>-0.0500622680289</c:v>
                </c:pt>
                <c:pt idx="506">
                  <c:v>-0.0508326092125</c:v>
                </c:pt>
                <c:pt idx="507">
                  <c:v>-0.0554853779352</c:v>
                </c:pt>
                <c:pt idx="508">
                  <c:v>-0.0547198575358</c:v>
                </c:pt>
                <c:pt idx="509">
                  <c:v>-0.0491790817988</c:v>
                </c:pt>
                <c:pt idx="510">
                  <c:v>-0.0447893935742</c:v>
                </c:pt>
                <c:pt idx="511">
                  <c:v>-0.0287099606843</c:v>
                </c:pt>
                <c:pt idx="512">
                  <c:v>-0.0230874818734</c:v>
                </c:pt>
                <c:pt idx="513">
                  <c:v>-0.0270603734104</c:v>
                </c:pt>
                <c:pt idx="514">
                  <c:v>-0.0182989270485</c:v>
                </c:pt>
                <c:pt idx="515">
                  <c:v>-0.0412518037784</c:v>
                </c:pt>
                <c:pt idx="516">
                  <c:v>-0.0392684646609</c:v>
                </c:pt>
                <c:pt idx="517">
                  <c:v>-0.0443383402866</c:v>
                </c:pt>
                <c:pt idx="518">
                  <c:v>-0.0287219721176</c:v>
                </c:pt>
                <c:pt idx="519">
                  <c:v>-0.00965350100691</c:v>
                </c:pt>
                <c:pt idx="520">
                  <c:v>-0.00166701343394</c:v>
                </c:pt>
                <c:pt idx="521">
                  <c:v>-0.00524479824718</c:v>
                </c:pt>
                <c:pt idx="522">
                  <c:v>-0.00278738555154</c:v>
                </c:pt>
                <c:pt idx="523">
                  <c:v>0</c:v>
                </c:pt>
                <c:pt idx="524">
                  <c:v>0</c:v>
                </c:pt>
                <c:pt idx="525">
                  <c:v>0</c:v>
                </c:pt>
                <c:pt idx="526">
                  <c:v>0</c:v>
                </c:pt>
                <c:pt idx="527">
                  <c:v>-0.00360597449268</c:v>
                </c:pt>
                <c:pt idx="528">
                  <c:v>-0.00314058593445</c:v>
                </c:pt>
                <c:pt idx="529">
                  <c:v>-0.00581001958093</c:v>
                </c:pt>
                <c:pt idx="530">
                  <c:v>0</c:v>
                </c:pt>
                <c:pt idx="531">
                  <c:v>0</c:v>
                </c:pt>
                <c:pt idx="532">
                  <c:v>0</c:v>
                </c:pt>
                <c:pt idx="533">
                  <c:v>0</c:v>
                </c:pt>
                <c:pt idx="534">
                  <c:v>0</c:v>
                </c:pt>
                <c:pt idx="535">
                  <c:v>0</c:v>
                </c:pt>
                <c:pt idx="536">
                  <c:v>0</c:v>
                </c:pt>
                <c:pt idx="537">
                  <c:v>0</c:v>
                </c:pt>
                <c:pt idx="538">
                  <c:v>-0.0556594902299</c:v>
                </c:pt>
                <c:pt idx="539">
                  <c:v>-0.0741704423588</c:v>
                </c:pt>
                <c:pt idx="540">
                  <c:v>-0.0395098927742</c:v>
                </c:pt>
                <c:pt idx="541">
                  <c:v>-0.0399822529462</c:v>
                </c:pt>
                <c:pt idx="542">
                  <c:v>-0.0502896479117</c:v>
                </c:pt>
                <c:pt idx="543">
                  <c:v>-0.0377246770649</c:v>
                </c:pt>
                <c:pt idx="544">
                  <c:v>-0.0256556411096</c:v>
                </c:pt>
                <c:pt idx="545">
                  <c:v>-0.0321806578008</c:v>
                </c:pt>
                <c:pt idx="546">
                  <c:v>-0.0246452334563</c:v>
                </c:pt>
                <c:pt idx="547">
                  <c:v>-0.0394227728885</c:v>
                </c:pt>
                <c:pt idx="548">
                  <c:v>-0.0342817538195</c:v>
                </c:pt>
                <c:pt idx="549">
                  <c:v>-0.03420867381</c:v>
                </c:pt>
                <c:pt idx="550">
                  <c:v>-0.0493884708985</c:v>
                </c:pt>
                <c:pt idx="551">
                  <c:v>-0.0387105386937</c:v>
                </c:pt>
                <c:pt idx="552">
                  <c:v>-0.0301045982555</c:v>
                </c:pt>
                <c:pt idx="553">
                  <c:v>-0.01930405771</c:v>
                </c:pt>
                <c:pt idx="554">
                  <c:v>-0.00524283114142</c:v>
                </c:pt>
                <c:pt idx="555">
                  <c:v>-0.0138714665539</c:v>
                </c:pt>
                <c:pt idx="556">
                  <c:v>-0.0145952779719</c:v>
                </c:pt>
                <c:pt idx="557">
                  <c:v>-0.0165860285045</c:v>
                </c:pt>
                <c:pt idx="558">
                  <c:v>-0.00671536836048</c:v>
                </c:pt>
                <c:pt idx="559">
                  <c:v>-0.00776229838215</c:v>
                </c:pt>
                <c:pt idx="560">
                  <c:v>-0.0300235080233</c:v>
                </c:pt>
                <c:pt idx="561">
                  <c:v>-0.0180094249586</c:v>
                </c:pt>
                <c:pt idx="562">
                  <c:v>-0.0363427449346</c:v>
                </c:pt>
                <c:pt idx="563">
                  <c:v>-0.0276141108609</c:v>
                </c:pt>
                <c:pt idx="564">
                  <c:v>-0.0160278897782</c:v>
                </c:pt>
                <c:pt idx="565">
                  <c:v>-0.015639671413</c:v>
                </c:pt>
                <c:pt idx="566">
                  <c:v>-0.0178429562126</c:v>
                </c:pt>
                <c:pt idx="567">
                  <c:v>-0.0407845536283</c:v>
                </c:pt>
                <c:pt idx="568">
                  <c:v>-0.0468896393199</c:v>
                </c:pt>
                <c:pt idx="569">
                  <c:v>-0.0316156979521</c:v>
                </c:pt>
                <c:pt idx="570">
                  <c:v>-0.0328948925917</c:v>
                </c:pt>
                <c:pt idx="571">
                  <c:v>-0.0593552576589</c:v>
                </c:pt>
                <c:pt idx="572">
                  <c:v>-0.072374492212</c:v>
                </c:pt>
                <c:pt idx="573">
                  <c:v>-0.106212136759</c:v>
                </c:pt>
                <c:pt idx="574">
                  <c:v>-0.0986061412777</c:v>
                </c:pt>
                <c:pt idx="575">
                  <c:v>-0.110796308168</c:v>
                </c:pt>
                <c:pt idx="576">
                  <c:v>-0.0887321756111</c:v>
                </c:pt>
                <c:pt idx="577">
                  <c:v>-0.118452304163</c:v>
                </c:pt>
                <c:pt idx="578">
                  <c:v>-0.102491465729</c:v>
                </c:pt>
                <c:pt idx="579">
                  <c:v>-0.103524109886</c:v>
                </c:pt>
                <c:pt idx="580">
                  <c:v>-0.0688107615995</c:v>
                </c:pt>
                <c:pt idx="581">
                  <c:v>-0.0628426581954</c:v>
                </c:pt>
                <c:pt idx="582">
                  <c:v>-0.0787453590781</c:v>
                </c:pt>
                <c:pt idx="583">
                  <c:v>-0.0763149233388</c:v>
                </c:pt>
                <c:pt idx="584">
                  <c:v>-0.0744854680073</c:v>
                </c:pt>
                <c:pt idx="585">
                  <c:v>-0.0915325776847</c:v>
                </c:pt>
                <c:pt idx="586">
                  <c:v>-0.0859173847559</c:v>
                </c:pt>
                <c:pt idx="587">
                  <c:v>-0.0915667475154</c:v>
                </c:pt>
                <c:pt idx="588">
                  <c:v>-0.082476062097</c:v>
                </c:pt>
                <c:pt idx="589">
                  <c:v>-0.0789056298474</c:v>
                </c:pt>
                <c:pt idx="590">
                  <c:v>-0.083038386971</c:v>
                </c:pt>
                <c:pt idx="591">
                  <c:v>-0.0804175959214</c:v>
                </c:pt>
                <c:pt idx="592">
                  <c:v>-0.08571068211</c:v>
                </c:pt>
                <c:pt idx="593">
                  <c:v>-0.0827044131085</c:v>
                </c:pt>
                <c:pt idx="594">
                  <c:v>-0.0907210051967</c:v>
                </c:pt>
                <c:pt idx="595">
                  <c:v>-0.0773756894757</c:v>
                </c:pt>
                <c:pt idx="596">
                  <c:v>-0.0735798268426</c:v>
                </c:pt>
                <c:pt idx="597">
                  <c:v>-0.0710172239931</c:v>
                </c:pt>
                <c:pt idx="598">
                  <c:v>-0.0709263291418</c:v>
                </c:pt>
                <c:pt idx="599">
                  <c:v>-0.0785721543421</c:v>
                </c:pt>
                <c:pt idx="600">
                  <c:v>-0.0706590185211</c:v>
                </c:pt>
                <c:pt idx="601">
                  <c:v>-0.0600548898699</c:v>
                </c:pt>
                <c:pt idx="602">
                  <c:v>-0.0702392887335</c:v>
                </c:pt>
                <c:pt idx="603">
                  <c:v>-0.071189376651</c:v>
                </c:pt>
                <c:pt idx="604">
                  <c:v>-0.0677065154247</c:v>
                </c:pt>
                <c:pt idx="605">
                  <c:v>-0.0698199697566</c:v>
                </c:pt>
                <c:pt idx="606">
                  <c:v>-0.0802017676519</c:v>
                </c:pt>
                <c:pt idx="607">
                  <c:v>-0.0697558809292</c:v>
                </c:pt>
                <c:pt idx="608">
                  <c:v>-0.0588549021462</c:v>
                </c:pt>
                <c:pt idx="609">
                  <c:v>-0.0637368401071</c:v>
                </c:pt>
                <c:pt idx="610">
                  <c:v>-0.0576398439932</c:v>
                </c:pt>
                <c:pt idx="611">
                  <c:v>-0.0583919276217</c:v>
                </c:pt>
                <c:pt idx="612">
                  <c:v>-0.0713127628043</c:v>
                </c:pt>
                <c:pt idx="613">
                  <c:v>-0.0655414382555</c:v>
                </c:pt>
                <c:pt idx="614">
                  <c:v>-0.0697680199201</c:v>
                </c:pt>
                <c:pt idx="615">
                  <c:v>-0.0694379489254</c:v>
                </c:pt>
                <c:pt idx="616">
                  <c:v>-0.0715218897981</c:v>
                </c:pt>
                <c:pt idx="617">
                  <c:v>-0.0743983985643</c:v>
                </c:pt>
                <c:pt idx="618">
                  <c:v>-0.0750141205227</c:v>
                </c:pt>
                <c:pt idx="619">
                  <c:v>-0.0644203878594</c:v>
                </c:pt>
                <c:pt idx="620">
                  <c:v>-0.0733091494673</c:v>
                </c:pt>
                <c:pt idx="621">
                  <c:v>-0.0689026977613</c:v>
                </c:pt>
                <c:pt idx="622">
                  <c:v>-0.0736935883357</c:v>
                </c:pt>
                <c:pt idx="623">
                  <c:v>-0.0564842830687</c:v>
                </c:pt>
                <c:pt idx="624">
                  <c:v>-0.0479425562946</c:v>
                </c:pt>
                <c:pt idx="625">
                  <c:v>-0.0518181830262</c:v>
                </c:pt>
                <c:pt idx="626">
                  <c:v>-0.0593925253137</c:v>
                </c:pt>
                <c:pt idx="627">
                  <c:v>-0.098585517837</c:v>
                </c:pt>
                <c:pt idx="628">
                  <c:v>-0.0827206012012</c:v>
                </c:pt>
                <c:pt idx="629">
                  <c:v>-0.0898972821449</c:v>
                </c:pt>
                <c:pt idx="630">
                  <c:v>-0.0975398620836</c:v>
                </c:pt>
                <c:pt idx="631">
                  <c:v>-0.0826611127853</c:v>
                </c:pt>
                <c:pt idx="632">
                  <c:v>-0.0874642500543</c:v>
                </c:pt>
                <c:pt idx="633">
                  <c:v>-0.0798872718944</c:v>
                </c:pt>
                <c:pt idx="634">
                  <c:v>-0.0920054965979</c:v>
                </c:pt>
                <c:pt idx="635">
                  <c:v>-0.0961955976522</c:v>
                </c:pt>
                <c:pt idx="636">
                  <c:v>-0.0784324551965</c:v>
                </c:pt>
                <c:pt idx="637">
                  <c:v>-0.0766580171237</c:v>
                </c:pt>
                <c:pt idx="638">
                  <c:v>-0.0768498752683</c:v>
                </c:pt>
                <c:pt idx="639">
                  <c:v>-0.107487486946</c:v>
                </c:pt>
                <c:pt idx="640">
                  <c:v>-0.115168960592</c:v>
                </c:pt>
                <c:pt idx="641">
                  <c:v>-0.101834197376</c:v>
                </c:pt>
                <c:pt idx="642">
                  <c:v>-0.113582039104</c:v>
                </c:pt>
                <c:pt idx="643">
                  <c:v>-0.113558183021</c:v>
                </c:pt>
                <c:pt idx="644">
                  <c:v>-0.107778295076</c:v>
                </c:pt>
                <c:pt idx="645">
                  <c:v>-0.121607096346</c:v>
                </c:pt>
                <c:pt idx="646">
                  <c:v>-0.122795205188</c:v>
                </c:pt>
                <c:pt idx="647">
                  <c:v>-0.124738415746</c:v>
                </c:pt>
                <c:pt idx="648">
                  <c:v>-0.107240457593</c:v>
                </c:pt>
                <c:pt idx="649">
                  <c:v>-0.113296651583</c:v>
                </c:pt>
                <c:pt idx="650">
                  <c:v>-0.100888598858</c:v>
                </c:pt>
                <c:pt idx="651">
                  <c:v>-0.102590248704</c:v>
                </c:pt>
                <c:pt idx="652">
                  <c:v>-0.101387573836</c:v>
                </c:pt>
                <c:pt idx="653">
                  <c:v>-0.103859779588</c:v>
                </c:pt>
                <c:pt idx="654">
                  <c:v>-0.0910458746326</c:v>
                </c:pt>
                <c:pt idx="655">
                  <c:v>-0.0911819416577</c:v>
                </c:pt>
                <c:pt idx="656">
                  <c:v>-0.107164053828</c:v>
                </c:pt>
                <c:pt idx="657">
                  <c:v>-0.104179484143</c:v>
                </c:pt>
                <c:pt idx="658">
                  <c:v>-0.0979126202515</c:v>
                </c:pt>
                <c:pt idx="659">
                  <c:v>-0.0799174213885</c:v>
                </c:pt>
                <c:pt idx="660">
                  <c:v>-0.0765744498074</c:v>
                </c:pt>
                <c:pt idx="661">
                  <c:v>-0.0731722013828</c:v>
                </c:pt>
                <c:pt idx="662">
                  <c:v>-0.0826236211109</c:v>
                </c:pt>
                <c:pt idx="663">
                  <c:v>-0.100257993302</c:v>
                </c:pt>
                <c:pt idx="664">
                  <c:v>-0.115157320258</c:v>
                </c:pt>
                <c:pt idx="665">
                  <c:v>-0.109247996274</c:v>
                </c:pt>
                <c:pt idx="666">
                  <c:v>-0.097882643739</c:v>
                </c:pt>
                <c:pt idx="667">
                  <c:v>-0.0978526355333</c:v>
                </c:pt>
                <c:pt idx="668">
                  <c:v>-0.104255944769</c:v>
                </c:pt>
                <c:pt idx="669">
                  <c:v>-0.102462088743</c:v>
                </c:pt>
                <c:pt idx="670">
                  <c:v>-0.10349947449</c:v>
                </c:pt>
                <c:pt idx="671">
                  <c:v>-0.091773762488</c:v>
                </c:pt>
                <c:pt idx="672">
                  <c:v>-0.0872009163661</c:v>
                </c:pt>
                <c:pt idx="673">
                  <c:v>-0.0735596705513</c:v>
                </c:pt>
                <c:pt idx="674">
                  <c:v>-0.0661031252859</c:v>
                </c:pt>
                <c:pt idx="675">
                  <c:v>-0.0652172861845</c:v>
                </c:pt>
                <c:pt idx="676">
                  <c:v>-0.0702090173774</c:v>
                </c:pt>
                <c:pt idx="677">
                  <c:v>-0.064758718522</c:v>
                </c:pt>
                <c:pt idx="678">
                  <c:v>-0.0528181925524</c:v>
                </c:pt>
                <c:pt idx="679">
                  <c:v>-0.0584088224183</c:v>
                </c:pt>
                <c:pt idx="680">
                  <c:v>-0.0554896152345</c:v>
                </c:pt>
                <c:pt idx="681">
                  <c:v>-0.0523467750369</c:v>
                </c:pt>
                <c:pt idx="682">
                  <c:v>-0.0496634376687</c:v>
                </c:pt>
                <c:pt idx="683">
                  <c:v>-0.0560500192468</c:v>
                </c:pt>
                <c:pt idx="684">
                  <c:v>-0.0593827481228</c:v>
                </c:pt>
                <c:pt idx="685">
                  <c:v>-0.0598227014743</c:v>
                </c:pt>
                <c:pt idx="686">
                  <c:v>-0.0548546649254</c:v>
                </c:pt>
                <c:pt idx="687">
                  <c:v>-0.0563553631182</c:v>
                </c:pt>
                <c:pt idx="688">
                  <c:v>-0.044452731698</c:v>
                </c:pt>
                <c:pt idx="689">
                  <c:v>-0.0385971648647</c:v>
                </c:pt>
                <c:pt idx="690">
                  <c:v>-0.0342803149254</c:v>
                </c:pt>
                <c:pt idx="691">
                  <c:v>-0.0330942119512</c:v>
                </c:pt>
                <c:pt idx="692">
                  <c:v>-0.0316328708884</c:v>
                </c:pt>
                <c:pt idx="693">
                  <c:v>-0.0323618307116</c:v>
                </c:pt>
                <c:pt idx="694">
                  <c:v>-0.0283803951924</c:v>
                </c:pt>
                <c:pt idx="695">
                  <c:v>-0.0235544454375</c:v>
                </c:pt>
                <c:pt idx="696">
                  <c:v>-0.0164709332677</c:v>
                </c:pt>
                <c:pt idx="697">
                  <c:v>-0.0202529548915</c:v>
                </c:pt>
                <c:pt idx="698">
                  <c:v>-0.0200363417442</c:v>
                </c:pt>
                <c:pt idx="699">
                  <c:v>-0.0165289907197</c:v>
                </c:pt>
                <c:pt idx="700">
                  <c:v>-0.0235673078622</c:v>
                </c:pt>
                <c:pt idx="701">
                  <c:v>-0.0225990248457</c:v>
                </c:pt>
                <c:pt idx="702">
                  <c:v>-0.0246137370878</c:v>
                </c:pt>
              </c:numCache>
            </c:numRef>
          </c:val>
          <c:smooth val="0"/>
        </c:ser>
        <c:ser>
          <c:idx val="1"/>
          <c:order val="1"/>
          <c:tx>
            <c:strRef>
              <c:f>MGRP</c:f>
              <c:strCache>
                <c:ptCount val="1"/>
                <c:pt idx="0">
                  <c:v>MGRP</c:v>
                </c:pt>
              </c:strCache>
            </c:strRef>
          </c:tx>
          <c:spPr>
            <a:ln w="16193" cap="rnd">
              <a:solidFill>
                <a:srgbClr val="72B5C0"/>
              </a:solidFill>
              <a:prstDash val="solid"/>
              <a:round/>
            </a:ln>
          </c:spPr>
          <c:marker>
            <c:symbol val="none"/>
          </c:marker>
          <c:dLbls>
            <c:delete val="1"/>
          </c:dLbls>
          <c:cat>
            <c:strRef>
              <c:f>'Chart Data'!$C$2:$C$704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Data'!$D$2:$D$704</c:f>
              <c:numCache>
                <c:formatCode>0.0%</c:formatCode>
                <c:ptCount val="703"/>
                <c:pt idx="0">
                  <c:v>0</c:v>
                </c:pt>
                <c:pt idx="1">
                  <c:v>-0.00692200068573</c:v>
                </c:pt>
                <c:pt idx="2">
                  <c:v>-0.00558446069972</c:v>
                </c:pt>
                <c:pt idx="3">
                  <c:v>-0.00852759783365</c:v>
                </c:pt>
                <c:pt idx="4">
                  <c:v>-0.00568393037853</c:v>
                </c:pt>
                <c:pt idx="5">
                  <c:v>-0.00342048937291</c:v>
                </c:pt>
                <c:pt idx="6">
                  <c:v>-0.00461963323475</c:v>
                </c:pt>
                <c:pt idx="7">
                  <c:v>-0.00619566204707</c:v>
                </c:pt>
                <c:pt idx="8">
                  <c:v>-0.00205421678145</c:v>
                </c:pt>
                <c:pt idx="9">
                  <c:v>-0.00127044836387</c:v>
                </c:pt>
                <c:pt idx="10">
                  <c:v>-0.000167184256086</c:v>
                </c:pt>
                <c:pt idx="11">
                  <c:v>-0.00565739266063</c:v>
                </c:pt>
                <c:pt idx="12">
                  <c:v>-0.013622149468</c:v>
                </c:pt>
                <c:pt idx="13">
                  <c:v>-0.00790030394202</c:v>
                </c:pt>
                <c:pt idx="14">
                  <c:v>-0.00140217699787</c:v>
                </c:pt>
                <c:pt idx="15">
                  <c:v>-0.00456901581247</c:v>
                </c:pt>
                <c:pt idx="16">
                  <c:v>-0.00257064123929</c:v>
                </c:pt>
                <c:pt idx="17">
                  <c:v>-0.00115826231958</c:v>
                </c:pt>
                <c:pt idx="18">
                  <c:v>-0.000377258562691</c:v>
                </c:pt>
                <c:pt idx="19">
                  <c:v>0</c:v>
                </c:pt>
                <c:pt idx="20">
                  <c:v>0</c:v>
                </c:pt>
                <c:pt idx="21">
                  <c:v>-0.000948384569183</c:v>
                </c:pt>
                <c:pt idx="22">
                  <c:v>-0.0053904289434</c:v>
                </c:pt>
                <c:pt idx="23">
                  <c:v>0</c:v>
                </c:pt>
                <c:pt idx="24">
                  <c:v>0</c:v>
                </c:pt>
                <c:pt idx="25">
                  <c:v>0</c:v>
                </c:pt>
                <c:pt idx="26">
                  <c:v>0</c:v>
                </c:pt>
                <c:pt idx="27">
                  <c:v>0</c:v>
                </c:pt>
                <c:pt idx="28">
                  <c:v>-0.000561717974526</c:v>
                </c:pt>
                <c:pt idx="29">
                  <c:v>0</c:v>
                </c:pt>
                <c:pt idx="30">
                  <c:v>-0.00278288648781</c:v>
                </c:pt>
                <c:pt idx="31">
                  <c:v>-0.0168329053193</c:v>
                </c:pt>
                <c:pt idx="32">
                  <c:v>-0.00824411185274</c:v>
                </c:pt>
                <c:pt idx="33">
                  <c:v>-0.00393083166279</c:v>
                </c:pt>
                <c:pt idx="34">
                  <c:v>-0.00604319299833</c:v>
                </c:pt>
                <c:pt idx="35">
                  <c:v>-0.00622045609569</c:v>
                </c:pt>
                <c:pt idx="36">
                  <c:v>-0.00495326302158</c:v>
                </c:pt>
                <c:pt idx="37">
                  <c:v>-0.00645644548304</c:v>
                </c:pt>
                <c:pt idx="38">
                  <c:v>0</c:v>
                </c:pt>
                <c:pt idx="39">
                  <c:v>0</c:v>
                </c:pt>
                <c:pt idx="40">
                  <c:v>-0.00214984385459</c:v>
                </c:pt>
                <c:pt idx="41">
                  <c:v>-0.00110855478655</c:v>
                </c:pt>
                <c:pt idx="42">
                  <c:v>-0.00106950547421</c:v>
                </c:pt>
                <c:pt idx="43">
                  <c:v>0</c:v>
                </c:pt>
                <c:pt idx="44">
                  <c:v>0</c:v>
                </c:pt>
                <c:pt idx="45">
                  <c:v>0</c:v>
                </c:pt>
                <c:pt idx="46">
                  <c:v>-0.00267722996287</c:v>
                </c:pt>
                <c:pt idx="47">
                  <c:v>0</c:v>
                </c:pt>
                <c:pt idx="48">
                  <c:v>0</c:v>
                </c:pt>
                <c:pt idx="49">
                  <c:v>-0.00261817267903</c:v>
                </c:pt>
                <c:pt idx="50">
                  <c:v>-0.00277777721716</c:v>
                </c:pt>
                <c:pt idx="51">
                  <c:v>-0.00277507555422</c:v>
                </c:pt>
                <c:pt idx="52">
                  <c:v>0</c:v>
                </c:pt>
                <c:pt idx="53">
                  <c:v>-0.00414331279498</c:v>
                </c:pt>
                <c:pt idx="54">
                  <c:v>-0.0057575449959</c:v>
                </c:pt>
                <c:pt idx="55">
                  <c:v>-0.00140044697667</c:v>
                </c:pt>
                <c:pt idx="56">
                  <c:v>-0.000406159708391</c:v>
                </c:pt>
                <c:pt idx="57">
                  <c:v>0</c:v>
                </c:pt>
                <c:pt idx="58">
                  <c:v>-0.0017498903238</c:v>
                </c:pt>
                <c:pt idx="59">
                  <c:v>-0.00436455932703</c:v>
                </c:pt>
                <c:pt idx="60">
                  <c:v>0</c:v>
                </c:pt>
                <c:pt idx="61">
                  <c:v>-0.00240489393572</c:v>
                </c:pt>
                <c:pt idx="62">
                  <c:v>0</c:v>
                </c:pt>
                <c:pt idx="63">
                  <c:v>0</c:v>
                </c:pt>
                <c:pt idx="64">
                  <c:v>0</c:v>
                </c:pt>
                <c:pt idx="65">
                  <c:v>0</c:v>
                </c:pt>
                <c:pt idx="66">
                  <c:v>0</c:v>
                </c:pt>
                <c:pt idx="67">
                  <c:v>-0.00617628035614</c:v>
                </c:pt>
                <c:pt idx="68">
                  <c:v>-0.0021230830418</c:v>
                </c:pt>
                <c:pt idx="69">
                  <c:v>0</c:v>
                </c:pt>
                <c:pt idx="70">
                  <c:v>0</c:v>
                </c:pt>
                <c:pt idx="71">
                  <c:v>-0.0157410444378</c:v>
                </c:pt>
                <c:pt idx="72">
                  <c:v>-0.00209732165109</c:v>
                </c:pt>
                <c:pt idx="73">
                  <c:v>-0.0135039885058</c:v>
                </c:pt>
                <c:pt idx="74">
                  <c:v>-0.0127490546253</c:v>
                </c:pt>
                <c:pt idx="75">
                  <c:v>-0.0151543812953</c:v>
                </c:pt>
                <c:pt idx="76">
                  <c:v>-0.0145913220392</c:v>
                </c:pt>
                <c:pt idx="77">
                  <c:v>-0.0176319162585</c:v>
                </c:pt>
                <c:pt idx="78">
                  <c:v>-0.0180262284563</c:v>
                </c:pt>
                <c:pt idx="79">
                  <c:v>-0.0204283653443</c:v>
                </c:pt>
                <c:pt idx="80">
                  <c:v>-0.0154183116762</c:v>
                </c:pt>
                <c:pt idx="81">
                  <c:v>-0.0182302461331</c:v>
                </c:pt>
                <c:pt idx="82">
                  <c:v>-0.0185457022243</c:v>
                </c:pt>
                <c:pt idx="83">
                  <c:v>-0.0130088916719</c:v>
                </c:pt>
                <c:pt idx="84">
                  <c:v>-0.00638806637188</c:v>
                </c:pt>
                <c:pt idx="85">
                  <c:v>-0.021558539219</c:v>
                </c:pt>
                <c:pt idx="86">
                  <c:v>-0.0145109033385</c:v>
                </c:pt>
                <c:pt idx="87">
                  <c:v>-0.00984664954146</c:v>
                </c:pt>
                <c:pt idx="88">
                  <c:v>-0.00737171792352</c:v>
                </c:pt>
                <c:pt idx="89">
                  <c:v>-0.00501032975717</c:v>
                </c:pt>
                <c:pt idx="90">
                  <c:v>-0.00546820254066</c:v>
                </c:pt>
                <c:pt idx="91">
                  <c:v>-0.00720278152444</c:v>
                </c:pt>
                <c:pt idx="92">
                  <c:v>-0.00200597969457</c:v>
                </c:pt>
                <c:pt idx="93">
                  <c:v>0</c:v>
                </c:pt>
                <c:pt idx="94">
                  <c:v>0</c:v>
                </c:pt>
                <c:pt idx="95">
                  <c:v>0</c:v>
                </c:pt>
                <c:pt idx="96">
                  <c:v>0</c:v>
                </c:pt>
                <c:pt idx="97">
                  <c:v>-0.00396344892443</c:v>
                </c:pt>
                <c:pt idx="98">
                  <c:v>0</c:v>
                </c:pt>
                <c:pt idx="99">
                  <c:v>-0.000552871919501</c:v>
                </c:pt>
                <c:pt idx="100">
                  <c:v>-0.000439712619984</c:v>
                </c:pt>
                <c:pt idx="101">
                  <c:v>-0.00449257884772</c:v>
                </c:pt>
                <c:pt idx="102">
                  <c:v>-0.00815749832485</c:v>
                </c:pt>
                <c:pt idx="103">
                  <c:v>-0.00505239277156</c:v>
                </c:pt>
                <c:pt idx="104">
                  <c:v>-0.00609339604807</c:v>
                </c:pt>
                <c:pt idx="105">
                  <c:v>-0.00585212951356</c:v>
                </c:pt>
                <c:pt idx="106">
                  <c:v>-0.0144461108202</c:v>
                </c:pt>
                <c:pt idx="107">
                  <c:v>-0.0116355076226</c:v>
                </c:pt>
                <c:pt idx="108">
                  <c:v>-0.0124800714083</c:v>
                </c:pt>
                <c:pt idx="109">
                  <c:v>-0.00320939256413</c:v>
                </c:pt>
                <c:pt idx="110">
                  <c:v>-0.00725193121692</c:v>
                </c:pt>
                <c:pt idx="111">
                  <c:v>0</c:v>
                </c:pt>
                <c:pt idx="112">
                  <c:v>0</c:v>
                </c:pt>
                <c:pt idx="113">
                  <c:v>-0.00999033971724</c:v>
                </c:pt>
                <c:pt idx="114">
                  <c:v>-0.00444865010648</c:v>
                </c:pt>
                <c:pt idx="115">
                  <c:v>-0.00475207405818</c:v>
                </c:pt>
                <c:pt idx="116">
                  <c:v>-0.00117232218516</c:v>
                </c:pt>
                <c:pt idx="117">
                  <c:v>-0.00248100217639</c:v>
                </c:pt>
                <c:pt idx="118">
                  <c:v>-0.00135404798353</c:v>
                </c:pt>
                <c:pt idx="119">
                  <c:v>0</c:v>
                </c:pt>
                <c:pt idx="120">
                  <c:v>0</c:v>
                </c:pt>
                <c:pt idx="121">
                  <c:v>0</c:v>
                </c:pt>
                <c:pt idx="122">
                  <c:v>-0.00137477159474</c:v>
                </c:pt>
                <c:pt idx="123">
                  <c:v>-0.00199599787177</c:v>
                </c:pt>
                <c:pt idx="124">
                  <c:v>-0.000716498046076</c:v>
                </c:pt>
                <c:pt idx="125">
                  <c:v>-0.000785667560514</c:v>
                </c:pt>
                <c:pt idx="126">
                  <c:v>-0.00237277094265</c:v>
                </c:pt>
                <c:pt idx="127">
                  <c:v>0</c:v>
                </c:pt>
                <c:pt idx="128">
                  <c:v>0</c:v>
                </c:pt>
                <c:pt idx="129">
                  <c:v>-0.000124482759678</c:v>
                </c:pt>
                <c:pt idx="130">
                  <c:v>0</c:v>
                </c:pt>
                <c:pt idx="131">
                  <c:v>0</c:v>
                </c:pt>
                <c:pt idx="132">
                  <c:v>-0.00202069753383</c:v>
                </c:pt>
                <c:pt idx="133">
                  <c:v>0</c:v>
                </c:pt>
                <c:pt idx="134">
                  <c:v>-0.00654406088292</c:v>
                </c:pt>
                <c:pt idx="135">
                  <c:v>-0.00642818032635</c:v>
                </c:pt>
                <c:pt idx="136">
                  <c:v>-0.000218684324326</c:v>
                </c:pt>
                <c:pt idx="137">
                  <c:v>0</c:v>
                </c:pt>
                <c:pt idx="138">
                  <c:v>-0.00250205991699</c:v>
                </c:pt>
                <c:pt idx="139">
                  <c:v>-0.00390919023742</c:v>
                </c:pt>
                <c:pt idx="140">
                  <c:v>0</c:v>
                </c:pt>
                <c:pt idx="141">
                  <c:v>-0.00896802214435</c:v>
                </c:pt>
                <c:pt idx="142">
                  <c:v>-0.0197666455582</c:v>
                </c:pt>
                <c:pt idx="143">
                  <c:v>-0.0273283793351</c:v>
                </c:pt>
                <c:pt idx="144">
                  <c:v>-0.0213756172587</c:v>
                </c:pt>
                <c:pt idx="145">
                  <c:v>-0.0241006724263</c:v>
                </c:pt>
                <c:pt idx="146">
                  <c:v>-0.0361005088544</c:v>
                </c:pt>
                <c:pt idx="147">
                  <c:v>-0.042470579784</c:v>
                </c:pt>
                <c:pt idx="148">
                  <c:v>-0.0369558148678</c:v>
                </c:pt>
                <c:pt idx="149">
                  <c:v>-0.0392335292313</c:v>
                </c:pt>
                <c:pt idx="150">
                  <c:v>-0.0409655461661</c:v>
                </c:pt>
                <c:pt idx="151">
                  <c:v>-0.0235706690561</c:v>
                </c:pt>
                <c:pt idx="152">
                  <c:v>-0.0398209327407</c:v>
                </c:pt>
                <c:pt idx="153">
                  <c:v>-0.0537534146368</c:v>
                </c:pt>
                <c:pt idx="154">
                  <c:v>-0.0881625042693</c:v>
                </c:pt>
                <c:pt idx="155">
                  <c:v>-0.0904377661755</c:v>
                </c:pt>
                <c:pt idx="156">
                  <c:v>-0.0843624885991</c:v>
                </c:pt>
                <c:pt idx="157">
                  <c:v>-0.0717571797459</c:v>
                </c:pt>
                <c:pt idx="158">
                  <c:v>-0.0697095853947</c:v>
                </c:pt>
                <c:pt idx="159">
                  <c:v>-0.0670199600703</c:v>
                </c:pt>
                <c:pt idx="160">
                  <c:v>-0.0588526894817</c:v>
                </c:pt>
                <c:pt idx="161">
                  <c:v>-0.0610315986581</c:v>
                </c:pt>
                <c:pt idx="162">
                  <c:v>-0.0501521599404</c:v>
                </c:pt>
                <c:pt idx="163">
                  <c:v>-0.0376675054888</c:v>
                </c:pt>
                <c:pt idx="164">
                  <c:v>-0.0364394165387</c:v>
                </c:pt>
                <c:pt idx="165">
                  <c:v>-0.0388239192103</c:v>
                </c:pt>
                <c:pt idx="166">
                  <c:v>-0.0389120106521</c:v>
                </c:pt>
                <c:pt idx="167">
                  <c:v>-0.0425089614306</c:v>
                </c:pt>
                <c:pt idx="168">
                  <c:v>-0.0336278059772</c:v>
                </c:pt>
                <c:pt idx="169">
                  <c:v>-0.0376256136574</c:v>
                </c:pt>
                <c:pt idx="170">
                  <c:v>-0.0350361113059</c:v>
                </c:pt>
                <c:pt idx="171">
                  <c:v>-0.0408810377506</c:v>
                </c:pt>
                <c:pt idx="172">
                  <c:v>-0.0365925307209</c:v>
                </c:pt>
                <c:pt idx="173">
                  <c:v>-0.032315979357</c:v>
                </c:pt>
                <c:pt idx="174">
                  <c:v>-0.0286285123327</c:v>
                </c:pt>
                <c:pt idx="175">
                  <c:v>-0.0338901410964</c:v>
                </c:pt>
                <c:pt idx="176">
                  <c:v>-0.040263115162</c:v>
                </c:pt>
                <c:pt idx="177">
                  <c:v>-0.0380178669061</c:v>
                </c:pt>
                <c:pt idx="178">
                  <c:v>-0.0465247614737</c:v>
                </c:pt>
                <c:pt idx="179">
                  <c:v>-0.0365395006879</c:v>
                </c:pt>
                <c:pt idx="180">
                  <c:v>-0.0304765778424</c:v>
                </c:pt>
                <c:pt idx="181">
                  <c:v>-0.0282938408602</c:v>
                </c:pt>
                <c:pt idx="182">
                  <c:v>-0.0228443296031</c:v>
                </c:pt>
                <c:pt idx="183">
                  <c:v>-0.0209545938521</c:v>
                </c:pt>
                <c:pt idx="184">
                  <c:v>-0.0189057000038</c:v>
                </c:pt>
                <c:pt idx="185">
                  <c:v>-0.0201695689968</c:v>
                </c:pt>
                <c:pt idx="186">
                  <c:v>-0.0259780373049</c:v>
                </c:pt>
                <c:pt idx="187">
                  <c:v>-0.0162955211229</c:v>
                </c:pt>
                <c:pt idx="188">
                  <c:v>-0.0189716557959</c:v>
                </c:pt>
                <c:pt idx="189">
                  <c:v>-0.0179393487863</c:v>
                </c:pt>
                <c:pt idx="190">
                  <c:v>-0.0103453746074</c:v>
                </c:pt>
                <c:pt idx="191">
                  <c:v>-0.0242476073464</c:v>
                </c:pt>
                <c:pt idx="192">
                  <c:v>-0.0124411480985</c:v>
                </c:pt>
                <c:pt idx="193">
                  <c:v>-0.0175710585865</c:v>
                </c:pt>
                <c:pt idx="194">
                  <c:v>-0.0223027191461</c:v>
                </c:pt>
                <c:pt idx="195">
                  <c:v>-0.0169583238395</c:v>
                </c:pt>
                <c:pt idx="196">
                  <c:v>-0.0142234675132</c:v>
                </c:pt>
                <c:pt idx="197">
                  <c:v>-0.0174503338643</c:v>
                </c:pt>
                <c:pt idx="198">
                  <c:v>-0.0163726134104</c:v>
                </c:pt>
                <c:pt idx="199">
                  <c:v>-0.0151335079969</c:v>
                </c:pt>
                <c:pt idx="200">
                  <c:v>-0.0175715472279</c:v>
                </c:pt>
                <c:pt idx="201">
                  <c:v>-0.0177680837568</c:v>
                </c:pt>
                <c:pt idx="202">
                  <c:v>-0.0157269884846</c:v>
                </c:pt>
                <c:pt idx="203">
                  <c:v>-0.0150707585857</c:v>
                </c:pt>
                <c:pt idx="204">
                  <c:v>-0.0120877319883</c:v>
                </c:pt>
                <c:pt idx="205">
                  <c:v>-0.0113491180807</c:v>
                </c:pt>
                <c:pt idx="206">
                  <c:v>-0.00624554229792</c:v>
                </c:pt>
                <c:pt idx="207">
                  <c:v>-0.00600464299677</c:v>
                </c:pt>
                <c:pt idx="208">
                  <c:v>-0.00143560393945</c:v>
                </c:pt>
                <c:pt idx="209">
                  <c:v>-0.0111270941439</c:v>
                </c:pt>
                <c:pt idx="210">
                  <c:v>-0.00655734316527</c:v>
                </c:pt>
                <c:pt idx="211">
                  <c:v>-0.0121039360903</c:v>
                </c:pt>
                <c:pt idx="212">
                  <c:v>-0.00398691323444</c:v>
                </c:pt>
                <c:pt idx="213">
                  <c:v>-0.00879600070193</c:v>
                </c:pt>
                <c:pt idx="214">
                  <c:v>-0.00611397937364</c:v>
                </c:pt>
                <c:pt idx="215">
                  <c:v>-0.00493295168884</c:v>
                </c:pt>
                <c:pt idx="216">
                  <c:v>-0.00570084791269</c:v>
                </c:pt>
                <c:pt idx="217">
                  <c:v>-0.0132580020077</c:v>
                </c:pt>
                <c:pt idx="218">
                  <c:v>-0.0182740721834</c:v>
                </c:pt>
                <c:pt idx="219">
                  <c:v>-0.0115762993939</c:v>
                </c:pt>
                <c:pt idx="220">
                  <c:v>-0.00665950944835</c:v>
                </c:pt>
                <c:pt idx="221">
                  <c:v>-0.0155461486843</c:v>
                </c:pt>
                <c:pt idx="222">
                  <c:v>0</c:v>
                </c:pt>
                <c:pt idx="223">
                  <c:v>-0.0030609747604</c:v>
                </c:pt>
                <c:pt idx="224">
                  <c:v>-0.00409399572782</c:v>
                </c:pt>
                <c:pt idx="225">
                  <c:v>-0.0113286236053</c:v>
                </c:pt>
                <c:pt idx="226">
                  <c:v>-0.0106304317595</c:v>
                </c:pt>
                <c:pt idx="227">
                  <c:v>-0.0086956150823</c:v>
                </c:pt>
                <c:pt idx="228">
                  <c:v>-0.00995124460432</c:v>
                </c:pt>
                <c:pt idx="229">
                  <c:v>-0.00657054576229</c:v>
                </c:pt>
                <c:pt idx="230">
                  <c:v>-0.0028160739554</c:v>
                </c:pt>
                <c:pt idx="231">
                  <c:v>-0.00365302270616</c:v>
                </c:pt>
                <c:pt idx="232">
                  <c:v>-0.000298527917844</c:v>
                </c:pt>
                <c:pt idx="233">
                  <c:v>0</c:v>
                </c:pt>
                <c:pt idx="234">
                  <c:v>0</c:v>
                </c:pt>
                <c:pt idx="235">
                  <c:v>0</c:v>
                </c:pt>
                <c:pt idx="236">
                  <c:v>-0.000239520254543</c:v>
                </c:pt>
                <c:pt idx="237">
                  <c:v>-0.00149790194121</c:v>
                </c:pt>
                <c:pt idx="238">
                  <c:v>0</c:v>
                </c:pt>
                <c:pt idx="239">
                  <c:v>0</c:v>
                </c:pt>
                <c:pt idx="240">
                  <c:v>0</c:v>
                </c:pt>
                <c:pt idx="241">
                  <c:v>0</c:v>
                </c:pt>
                <c:pt idx="242">
                  <c:v>0</c:v>
                </c:pt>
                <c:pt idx="243">
                  <c:v>-0.00352126658938</c:v>
                </c:pt>
                <c:pt idx="244">
                  <c:v>-0.00194372140566</c:v>
                </c:pt>
                <c:pt idx="245">
                  <c:v>-0.00238350522772</c:v>
                </c:pt>
                <c:pt idx="246">
                  <c:v>-0.0022419857775</c:v>
                </c:pt>
                <c:pt idx="247">
                  <c:v>-0.00623248106637</c:v>
                </c:pt>
                <c:pt idx="248">
                  <c:v>-0.00690674472553</c:v>
                </c:pt>
                <c:pt idx="249">
                  <c:v>-0.00430900975911</c:v>
                </c:pt>
                <c:pt idx="250">
                  <c:v>-0.00661240607316</c:v>
                </c:pt>
                <c:pt idx="251">
                  <c:v>-0.0226689594667</c:v>
                </c:pt>
                <c:pt idx="252">
                  <c:v>-0.0198914729592</c:v>
                </c:pt>
                <c:pt idx="253">
                  <c:v>-0.0182774851611</c:v>
                </c:pt>
                <c:pt idx="254">
                  <c:v>-0.0189576564278</c:v>
                </c:pt>
                <c:pt idx="255">
                  <c:v>-0.0129419293031</c:v>
                </c:pt>
                <c:pt idx="256">
                  <c:v>-0.0120515018155</c:v>
                </c:pt>
                <c:pt idx="257">
                  <c:v>-0.0167772584926</c:v>
                </c:pt>
                <c:pt idx="258">
                  <c:v>-0.0190135101715</c:v>
                </c:pt>
                <c:pt idx="259">
                  <c:v>-0.0210342843709</c:v>
                </c:pt>
                <c:pt idx="260">
                  <c:v>-0.0140294155491</c:v>
                </c:pt>
                <c:pt idx="261">
                  <c:v>-0.00957342126867</c:v>
                </c:pt>
                <c:pt idx="262">
                  <c:v>-0.0079575010557</c:v>
                </c:pt>
                <c:pt idx="263">
                  <c:v>-0.0101557111399</c:v>
                </c:pt>
                <c:pt idx="264">
                  <c:v>0</c:v>
                </c:pt>
                <c:pt idx="265">
                  <c:v>-0.00570071600259</c:v>
                </c:pt>
                <c:pt idx="266">
                  <c:v>-0.0126672962917</c:v>
                </c:pt>
                <c:pt idx="267">
                  <c:v>-0.0171977327077</c:v>
                </c:pt>
                <c:pt idx="268">
                  <c:v>-0.0148958278411</c:v>
                </c:pt>
                <c:pt idx="269">
                  <c:v>-0.011981519761</c:v>
                </c:pt>
                <c:pt idx="270">
                  <c:v>-0.00657875242741</c:v>
                </c:pt>
                <c:pt idx="271">
                  <c:v>-0.00518138052872</c:v>
                </c:pt>
                <c:pt idx="272">
                  <c:v>-0.0052999731242</c:v>
                </c:pt>
                <c:pt idx="273">
                  <c:v>-0.00535798943835</c:v>
                </c:pt>
                <c:pt idx="274">
                  <c:v>-0.00338428659017</c:v>
                </c:pt>
                <c:pt idx="275">
                  <c:v>-0.000453198494737</c:v>
                </c:pt>
                <c:pt idx="276">
                  <c:v>0</c:v>
                </c:pt>
                <c:pt idx="277">
                  <c:v>-0.00930600705168</c:v>
                </c:pt>
                <c:pt idx="278">
                  <c:v>-0.00475075520635</c:v>
                </c:pt>
                <c:pt idx="279">
                  <c:v>-0.00591874967762</c:v>
                </c:pt>
                <c:pt idx="280">
                  <c:v>-0.0020428664306</c:v>
                </c:pt>
                <c:pt idx="281">
                  <c:v>0</c:v>
                </c:pt>
                <c:pt idx="282">
                  <c:v>0</c:v>
                </c:pt>
                <c:pt idx="283">
                  <c:v>0</c:v>
                </c:pt>
                <c:pt idx="284">
                  <c:v>-0.000909375124087</c:v>
                </c:pt>
                <c:pt idx="285">
                  <c:v>-6.21662464526e-5</c:v>
                </c:pt>
                <c:pt idx="286">
                  <c:v>0</c:v>
                </c:pt>
                <c:pt idx="287">
                  <c:v>0</c:v>
                </c:pt>
                <c:pt idx="288">
                  <c:v>-0.00252369741185</c:v>
                </c:pt>
                <c:pt idx="289">
                  <c:v>-0.00412827438065</c:v>
                </c:pt>
                <c:pt idx="290">
                  <c:v>0</c:v>
                </c:pt>
                <c:pt idx="291">
                  <c:v>-0.00709735835588</c:v>
                </c:pt>
                <c:pt idx="292">
                  <c:v>-0.00616188779934</c:v>
                </c:pt>
                <c:pt idx="293">
                  <c:v>0</c:v>
                </c:pt>
                <c:pt idx="294">
                  <c:v>0</c:v>
                </c:pt>
                <c:pt idx="295">
                  <c:v>0</c:v>
                </c:pt>
                <c:pt idx="296">
                  <c:v>-0.00958082009171</c:v>
                </c:pt>
                <c:pt idx="297">
                  <c:v>-0.00758240644585</c:v>
                </c:pt>
                <c:pt idx="298">
                  <c:v>-0.0132675344429</c:v>
                </c:pt>
                <c:pt idx="299">
                  <c:v>-0.0142721000363</c:v>
                </c:pt>
                <c:pt idx="300">
                  <c:v>-0.0213453276242</c:v>
                </c:pt>
                <c:pt idx="301">
                  <c:v>-0.0181165672054</c:v>
                </c:pt>
                <c:pt idx="302">
                  <c:v>-0.0164409791543</c:v>
                </c:pt>
                <c:pt idx="303">
                  <c:v>-0.0203449069017</c:v>
                </c:pt>
                <c:pt idx="304">
                  <c:v>-0.0199358365176</c:v>
                </c:pt>
                <c:pt idx="305">
                  <c:v>-0.0248236697358</c:v>
                </c:pt>
                <c:pt idx="306">
                  <c:v>-0.0233381706803</c:v>
                </c:pt>
                <c:pt idx="307">
                  <c:v>-0.0336755074545</c:v>
                </c:pt>
                <c:pt idx="308">
                  <c:v>-0.0397423828317</c:v>
                </c:pt>
                <c:pt idx="309">
                  <c:v>-0.0379136452107</c:v>
                </c:pt>
                <c:pt idx="310">
                  <c:v>-0.0372004090854</c:v>
                </c:pt>
                <c:pt idx="311">
                  <c:v>-0.0319826281765</c:v>
                </c:pt>
                <c:pt idx="312">
                  <c:v>-0.025670842989</c:v>
                </c:pt>
                <c:pt idx="313">
                  <c:v>-0.0227507876505</c:v>
                </c:pt>
                <c:pt idx="314">
                  <c:v>-0.0176503836947</c:v>
                </c:pt>
                <c:pt idx="315">
                  <c:v>-0.0152441279772</c:v>
                </c:pt>
                <c:pt idx="316">
                  <c:v>-0.0167818348095</c:v>
                </c:pt>
                <c:pt idx="317">
                  <c:v>-0.0115500640049</c:v>
                </c:pt>
                <c:pt idx="318">
                  <c:v>-0.00671117273371</c:v>
                </c:pt>
                <c:pt idx="319">
                  <c:v>-0.00869290739604</c:v>
                </c:pt>
                <c:pt idx="320">
                  <c:v>-0.00316524002751</c:v>
                </c:pt>
                <c:pt idx="321">
                  <c:v>-0.00650778229439</c:v>
                </c:pt>
                <c:pt idx="322">
                  <c:v>0</c:v>
                </c:pt>
                <c:pt idx="323">
                  <c:v>-0.001181361478</c:v>
                </c:pt>
                <c:pt idx="324">
                  <c:v>-3.11805522514e-5</c:v>
                </c:pt>
                <c:pt idx="325">
                  <c:v>-0.0140117253856</c:v>
                </c:pt>
                <c:pt idx="326">
                  <c:v>-0.0469324773342</c:v>
                </c:pt>
                <c:pt idx="327">
                  <c:v>-0.087759966485</c:v>
                </c:pt>
                <c:pt idx="328">
                  <c:v>-0.0965625082773</c:v>
                </c:pt>
                <c:pt idx="329">
                  <c:v>-0.0909214660339</c:v>
                </c:pt>
                <c:pt idx="330">
                  <c:v>-0.0705931797822</c:v>
                </c:pt>
                <c:pt idx="331">
                  <c:v>-0.075229880506</c:v>
                </c:pt>
                <c:pt idx="332">
                  <c:v>-0.0745964578248</c:v>
                </c:pt>
                <c:pt idx="333">
                  <c:v>-0.0678093910343</c:v>
                </c:pt>
                <c:pt idx="334">
                  <c:v>-0.0532007709787</c:v>
                </c:pt>
                <c:pt idx="335">
                  <c:v>-0.045202139034</c:v>
                </c:pt>
                <c:pt idx="336">
                  <c:v>-0.035145223592</c:v>
                </c:pt>
                <c:pt idx="337">
                  <c:v>-0.0346783511284</c:v>
                </c:pt>
                <c:pt idx="338">
                  <c:v>-0.0351738698478</c:v>
                </c:pt>
                <c:pt idx="339">
                  <c:v>-0.029306001529</c:v>
                </c:pt>
                <c:pt idx="340">
                  <c:v>-0.0299521644738</c:v>
                </c:pt>
                <c:pt idx="341">
                  <c:v>-0.0279260755234</c:v>
                </c:pt>
                <c:pt idx="342">
                  <c:v>-0.0350915583615</c:v>
                </c:pt>
                <c:pt idx="343">
                  <c:v>-0.0389942456983</c:v>
                </c:pt>
                <c:pt idx="344">
                  <c:v>-0.0435801994108</c:v>
                </c:pt>
                <c:pt idx="345">
                  <c:v>-0.0373970519041</c:v>
                </c:pt>
                <c:pt idx="346">
                  <c:v>-0.0374451949539</c:v>
                </c:pt>
                <c:pt idx="347">
                  <c:v>-0.0260415035636</c:v>
                </c:pt>
                <c:pt idx="348">
                  <c:v>-0.0328733130978</c:v>
                </c:pt>
                <c:pt idx="349">
                  <c:v>-0.0430214710071</c:v>
                </c:pt>
                <c:pt idx="350">
                  <c:v>-0.031370410762</c:v>
                </c:pt>
                <c:pt idx="351">
                  <c:v>-0.0463474113297</c:v>
                </c:pt>
                <c:pt idx="352">
                  <c:v>-0.0427243890092</c:v>
                </c:pt>
                <c:pt idx="353">
                  <c:v>-0.0548333006523</c:v>
                </c:pt>
                <c:pt idx="354">
                  <c:v>-0.0455586039181</c:v>
                </c:pt>
                <c:pt idx="355">
                  <c:v>-0.0491125448407</c:v>
                </c:pt>
                <c:pt idx="356">
                  <c:v>-0.0443614049599</c:v>
                </c:pt>
                <c:pt idx="357">
                  <c:v>-0.0366318904361</c:v>
                </c:pt>
                <c:pt idx="358">
                  <c:v>-0.0335587776584</c:v>
                </c:pt>
                <c:pt idx="359">
                  <c:v>-0.040429557854</c:v>
                </c:pt>
                <c:pt idx="360">
                  <c:v>-0.0274030209814</c:v>
                </c:pt>
                <c:pt idx="361">
                  <c:v>-0.0310586741853</c:v>
                </c:pt>
                <c:pt idx="362">
                  <c:v>-0.0371000612114</c:v>
                </c:pt>
                <c:pt idx="363">
                  <c:v>-0.0346065403805</c:v>
                </c:pt>
                <c:pt idx="364">
                  <c:v>-0.0294337434277</c:v>
                </c:pt>
                <c:pt idx="365">
                  <c:v>-0.0362922830069</c:v>
                </c:pt>
                <c:pt idx="366">
                  <c:v>-0.0248720781695</c:v>
                </c:pt>
                <c:pt idx="367">
                  <c:v>-0.0319774891685</c:v>
                </c:pt>
                <c:pt idx="368">
                  <c:v>-0.0228283627819</c:v>
                </c:pt>
                <c:pt idx="369">
                  <c:v>-0.0227189369505</c:v>
                </c:pt>
                <c:pt idx="370">
                  <c:v>-0.023117314898</c:v>
                </c:pt>
                <c:pt idx="371">
                  <c:v>-0.0167122498593</c:v>
                </c:pt>
                <c:pt idx="372">
                  <c:v>-0.0166221885404</c:v>
                </c:pt>
                <c:pt idx="373">
                  <c:v>-0.0157226339132</c:v>
                </c:pt>
                <c:pt idx="374">
                  <c:v>-0.0133705140642</c:v>
                </c:pt>
                <c:pt idx="375">
                  <c:v>-0.01947172329</c:v>
                </c:pt>
                <c:pt idx="376">
                  <c:v>-0.0171751601839</c:v>
                </c:pt>
                <c:pt idx="377">
                  <c:v>-0.0190928925884</c:v>
                </c:pt>
                <c:pt idx="378">
                  <c:v>-0.018948764482</c:v>
                </c:pt>
                <c:pt idx="379">
                  <c:v>-0.0224596603483</c:v>
                </c:pt>
                <c:pt idx="380">
                  <c:v>-0.0230039071126</c:v>
                </c:pt>
                <c:pt idx="381">
                  <c:v>-0.0205593616172</c:v>
                </c:pt>
                <c:pt idx="382">
                  <c:v>-0.0165655518276</c:v>
                </c:pt>
                <c:pt idx="383">
                  <c:v>-0.0137291031251</c:v>
                </c:pt>
                <c:pt idx="384">
                  <c:v>-0.0121813119023</c:v>
                </c:pt>
                <c:pt idx="385">
                  <c:v>-0.016435521313</c:v>
                </c:pt>
                <c:pt idx="386">
                  <c:v>-0.0119023657822</c:v>
                </c:pt>
                <c:pt idx="387">
                  <c:v>-0.00842435021897</c:v>
                </c:pt>
                <c:pt idx="388">
                  <c:v>-0.00474261115924</c:v>
                </c:pt>
                <c:pt idx="389">
                  <c:v>-0.0043831447283</c:v>
                </c:pt>
                <c:pt idx="390">
                  <c:v>-0.00358023956705</c:v>
                </c:pt>
                <c:pt idx="391">
                  <c:v>-0.00653796224137</c:v>
                </c:pt>
                <c:pt idx="392">
                  <c:v>-0.00310567582733</c:v>
                </c:pt>
                <c:pt idx="393">
                  <c:v>0</c:v>
                </c:pt>
                <c:pt idx="394">
                  <c:v>0</c:v>
                </c:pt>
                <c:pt idx="395">
                  <c:v>-0.000778625116385</c:v>
                </c:pt>
                <c:pt idx="396">
                  <c:v>0</c:v>
                </c:pt>
                <c:pt idx="397">
                  <c:v>0</c:v>
                </c:pt>
                <c:pt idx="398">
                  <c:v>0</c:v>
                </c:pt>
                <c:pt idx="399">
                  <c:v>0</c:v>
                </c:pt>
                <c:pt idx="400">
                  <c:v>0</c:v>
                </c:pt>
                <c:pt idx="401">
                  <c:v>0</c:v>
                </c:pt>
                <c:pt idx="402">
                  <c:v>-0.000452378945795</c:v>
                </c:pt>
                <c:pt idx="403">
                  <c:v>0</c:v>
                </c:pt>
                <c:pt idx="404">
                  <c:v>0</c:v>
                </c:pt>
                <c:pt idx="405">
                  <c:v>-0.00368322598097</c:v>
                </c:pt>
                <c:pt idx="406">
                  <c:v>-0.00404871431221</c:v>
                </c:pt>
                <c:pt idx="407">
                  <c:v>-0.000653503751973</c:v>
                </c:pt>
                <c:pt idx="408">
                  <c:v>-0.00711409257465</c:v>
                </c:pt>
                <c:pt idx="409">
                  <c:v>-0.00553521388861</c:v>
                </c:pt>
                <c:pt idx="410">
                  <c:v>-0.00368093589891</c:v>
                </c:pt>
                <c:pt idx="411">
                  <c:v>-0.000236005353614</c:v>
                </c:pt>
                <c:pt idx="412">
                  <c:v>-0.00103560717929</c:v>
                </c:pt>
                <c:pt idx="413">
                  <c:v>0</c:v>
                </c:pt>
                <c:pt idx="414">
                  <c:v>0</c:v>
                </c:pt>
                <c:pt idx="415">
                  <c:v>0</c:v>
                </c:pt>
                <c:pt idx="416">
                  <c:v>-0.00374392529866</c:v>
                </c:pt>
                <c:pt idx="417">
                  <c:v>0</c:v>
                </c:pt>
                <c:pt idx="418">
                  <c:v>0</c:v>
                </c:pt>
                <c:pt idx="419">
                  <c:v>-0.00535728662642</c:v>
                </c:pt>
                <c:pt idx="420">
                  <c:v>-0.00565697407301</c:v>
                </c:pt>
                <c:pt idx="421">
                  <c:v>-0.00731092738635</c:v>
                </c:pt>
                <c:pt idx="422">
                  <c:v>-0.00891165046021</c:v>
                </c:pt>
                <c:pt idx="423">
                  <c:v>-0.00805946948059</c:v>
                </c:pt>
                <c:pt idx="424">
                  <c:v>-0.00910361453108</c:v>
                </c:pt>
                <c:pt idx="425">
                  <c:v>0</c:v>
                </c:pt>
                <c:pt idx="426">
                  <c:v>-0.004707091639</c:v>
                </c:pt>
                <c:pt idx="427">
                  <c:v>-0.00182681808883</c:v>
                </c:pt>
                <c:pt idx="428">
                  <c:v>-0.00211996237476</c:v>
                </c:pt>
                <c:pt idx="429">
                  <c:v>0</c:v>
                </c:pt>
                <c:pt idx="430">
                  <c:v>-0.000167605567299</c:v>
                </c:pt>
                <c:pt idx="431">
                  <c:v>0</c:v>
                </c:pt>
                <c:pt idx="432">
                  <c:v>0</c:v>
                </c:pt>
                <c:pt idx="433">
                  <c:v>0</c:v>
                </c:pt>
                <c:pt idx="434">
                  <c:v>0</c:v>
                </c:pt>
                <c:pt idx="435">
                  <c:v>0</c:v>
                </c:pt>
                <c:pt idx="436">
                  <c:v>0</c:v>
                </c:pt>
                <c:pt idx="437">
                  <c:v>-0.00255409405768</c:v>
                </c:pt>
                <c:pt idx="438">
                  <c:v>0</c:v>
                </c:pt>
                <c:pt idx="439">
                  <c:v>0</c:v>
                </c:pt>
                <c:pt idx="440">
                  <c:v>0</c:v>
                </c:pt>
                <c:pt idx="441">
                  <c:v>0</c:v>
                </c:pt>
                <c:pt idx="442">
                  <c:v>-0.000664707239338</c:v>
                </c:pt>
                <c:pt idx="443">
                  <c:v>-0.00544154014371</c:v>
                </c:pt>
                <c:pt idx="444">
                  <c:v>-0.00508032027891</c:v>
                </c:pt>
                <c:pt idx="445">
                  <c:v>-0.000797816985573</c:v>
                </c:pt>
                <c:pt idx="446">
                  <c:v>0</c:v>
                </c:pt>
                <c:pt idx="447">
                  <c:v>-0.00182842891393</c:v>
                </c:pt>
                <c:pt idx="448">
                  <c:v>-0.00560217210677</c:v>
                </c:pt>
                <c:pt idx="449">
                  <c:v>-0.00551615492184</c:v>
                </c:pt>
                <c:pt idx="450">
                  <c:v>-0.000392033710365</c:v>
                </c:pt>
                <c:pt idx="451">
                  <c:v>0</c:v>
                </c:pt>
                <c:pt idx="452">
                  <c:v>0</c:v>
                </c:pt>
                <c:pt idx="453">
                  <c:v>0</c:v>
                </c:pt>
                <c:pt idx="454">
                  <c:v>0</c:v>
                </c:pt>
                <c:pt idx="455">
                  <c:v>0</c:v>
                </c:pt>
                <c:pt idx="456">
                  <c:v>0</c:v>
                </c:pt>
                <c:pt idx="457">
                  <c:v>0</c:v>
                </c:pt>
                <c:pt idx="458">
                  <c:v>0</c:v>
                </c:pt>
                <c:pt idx="459">
                  <c:v>-0.0052783374589</c:v>
                </c:pt>
                <c:pt idx="460">
                  <c:v>-0.0170539219852</c:v>
                </c:pt>
                <c:pt idx="461">
                  <c:v>-0.00857779497028</c:v>
                </c:pt>
                <c:pt idx="462">
                  <c:v>-0.0130232299724</c:v>
                </c:pt>
                <c:pt idx="463">
                  <c:v>-0.00351510924236</c:v>
                </c:pt>
                <c:pt idx="464">
                  <c:v>-0.0045564526051</c:v>
                </c:pt>
                <c:pt idx="465">
                  <c:v>-0.00981279271831</c:v>
                </c:pt>
                <c:pt idx="466">
                  <c:v>0</c:v>
                </c:pt>
                <c:pt idx="467">
                  <c:v>-0.00785366097052</c:v>
                </c:pt>
                <c:pt idx="468">
                  <c:v>-0.00553163102706</c:v>
                </c:pt>
                <c:pt idx="469">
                  <c:v>-0.000877087085643</c:v>
                </c:pt>
                <c:pt idx="470">
                  <c:v>0</c:v>
                </c:pt>
                <c:pt idx="471">
                  <c:v>0</c:v>
                </c:pt>
                <c:pt idx="472">
                  <c:v>0</c:v>
                </c:pt>
                <c:pt idx="473">
                  <c:v>-0.00226177224573</c:v>
                </c:pt>
                <c:pt idx="474">
                  <c:v>-0.00397527750315</c:v>
                </c:pt>
                <c:pt idx="475">
                  <c:v>-0.00310334156381</c:v>
                </c:pt>
                <c:pt idx="476">
                  <c:v>0</c:v>
                </c:pt>
                <c:pt idx="477">
                  <c:v>-0.0125100394538</c:v>
                </c:pt>
                <c:pt idx="478">
                  <c:v>-0.0122729719372</c:v>
                </c:pt>
                <c:pt idx="479">
                  <c:v>-0.00821139527034</c:v>
                </c:pt>
                <c:pt idx="480">
                  <c:v>-0.0098333445387</c:v>
                </c:pt>
                <c:pt idx="481">
                  <c:v>-0.00252473826558</c:v>
                </c:pt>
                <c:pt idx="482">
                  <c:v>0</c:v>
                </c:pt>
                <c:pt idx="483">
                  <c:v>-0.000424349472476</c:v>
                </c:pt>
                <c:pt idx="484">
                  <c:v>-0.00385893448393</c:v>
                </c:pt>
                <c:pt idx="485">
                  <c:v>-0.0103955034721</c:v>
                </c:pt>
                <c:pt idx="486">
                  <c:v>-0.0133908440983</c:v>
                </c:pt>
                <c:pt idx="487">
                  <c:v>-0.0136359626507</c:v>
                </c:pt>
                <c:pt idx="488">
                  <c:v>-0.0162678748259</c:v>
                </c:pt>
                <c:pt idx="489">
                  <c:v>-0.0157558552908</c:v>
                </c:pt>
                <c:pt idx="490">
                  <c:v>-0.016771355062</c:v>
                </c:pt>
                <c:pt idx="491">
                  <c:v>-0.00865387965455</c:v>
                </c:pt>
                <c:pt idx="492">
                  <c:v>-0.00877709911022</c:v>
                </c:pt>
                <c:pt idx="493">
                  <c:v>-0.0045753669052</c:v>
                </c:pt>
                <c:pt idx="494">
                  <c:v>-0.00633516579511</c:v>
                </c:pt>
                <c:pt idx="495">
                  <c:v>-0.00279711823054</c:v>
                </c:pt>
                <c:pt idx="496">
                  <c:v>-0.00734127791494</c:v>
                </c:pt>
                <c:pt idx="497">
                  <c:v>-0.0077518316712</c:v>
                </c:pt>
                <c:pt idx="498">
                  <c:v>-0.00530343442911</c:v>
                </c:pt>
                <c:pt idx="499">
                  <c:v>-0.0082428391839</c:v>
                </c:pt>
                <c:pt idx="500">
                  <c:v>-0.0072602685291</c:v>
                </c:pt>
                <c:pt idx="501">
                  <c:v>-0.0120742739901</c:v>
                </c:pt>
                <c:pt idx="502">
                  <c:v>-0.0107844038123</c:v>
                </c:pt>
                <c:pt idx="503">
                  <c:v>-0.00670900819697</c:v>
                </c:pt>
                <c:pt idx="504">
                  <c:v>-0.00857965428157</c:v>
                </c:pt>
                <c:pt idx="505">
                  <c:v>-0.0125551213662</c:v>
                </c:pt>
                <c:pt idx="506">
                  <c:v>-0.0136981566371</c:v>
                </c:pt>
                <c:pt idx="507">
                  <c:v>-0.0156088828294</c:v>
                </c:pt>
                <c:pt idx="508">
                  <c:v>-0.016242684585</c:v>
                </c:pt>
                <c:pt idx="509">
                  <c:v>-0.0128144345617</c:v>
                </c:pt>
                <c:pt idx="510">
                  <c:v>-0.0112193711143</c:v>
                </c:pt>
                <c:pt idx="511">
                  <c:v>-0.00395129508897</c:v>
                </c:pt>
                <c:pt idx="512">
                  <c:v>-0.00082957093653</c:v>
                </c:pt>
                <c:pt idx="513">
                  <c:v>0</c:v>
                </c:pt>
                <c:pt idx="514">
                  <c:v>-0.00162687835535</c:v>
                </c:pt>
                <c:pt idx="515">
                  <c:v>-0.00517661949259</c:v>
                </c:pt>
                <c:pt idx="516">
                  <c:v>-0.00342062975831</c:v>
                </c:pt>
                <c:pt idx="517">
                  <c:v>-0.0110537168177</c:v>
                </c:pt>
                <c:pt idx="518">
                  <c:v>-0.00595881268285</c:v>
                </c:pt>
                <c:pt idx="519">
                  <c:v>0</c:v>
                </c:pt>
                <c:pt idx="520">
                  <c:v>0</c:v>
                </c:pt>
                <c:pt idx="521">
                  <c:v>-0.00401278218454</c:v>
                </c:pt>
                <c:pt idx="522">
                  <c:v>-0.00155060724779</c:v>
                </c:pt>
                <c:pt idx="523">
                  <c:v>0</c:v>
                </c:pt>
                <c:pt idx="524">
                  <c:v>0</c:v>
                </c:pt>
                <c:pt idx="525">
                  <c:v>0</c:v>
                </c:pt>
                <c:pt idx="526">
                  <c:v>0</c:v>
                </c:pt>
                <c:pt idx="527">
                  <c:v>-0.000933314635637</c:v>
                </c:pt>
                <c:pt idx="528">
                  <c:v>-0.000616273116531</c:v>
                </c:pt>
                <c:pt idx="529">
                  <c:v>-0.00277597444987</c:v>
                </c:pt>
                <c:pt idx="530">
                  <c:v>-0.00327566926221</c:v>
                </c:pt>
                <c:pt idx="531">
                  <c:v>0</c:v>
                </c:pt>
                <c:pt idx="532">
                  <c:v>0</c:v>
                </c:pt>
                <c:pt idx="533">
                  <c:v>0</c:v>
                </c:pt>
                <c:pt idx="534">
                  <c:v>-0.00266421159645</c:v>
                </c:pt>
                <c:pt idx="535">
                  <c:v>0</c:v>
                </c:pt>
                <c:pt idx="536">
                  <c:v>0</c:v>
                </c:pt>
                <c:pt idx="537">
                  <c:v>0</c:v>
                </c:pt>
                <c:pt idx="538">
                  <c:v>-0.0218914689534</c:v>
                </c:pt>
                <c:pt idx="539">
                  <c:v>-0.0277443746509</c:v>
                </c:pt>
                <c:pt idx="540">
                  <c:v>-0.0150954781466</c:v>
                </c:pt>
                <c:pt idx="541">
                  <c:v>-0.0185047250117</c:v>
                </c:pt>
                <c:pt idx="542">
                  <c:v>-0.0190679667811</c:v>
                </c:pt>
                <c:pt idx="543">
                  <c:v>-0.0101180887457</c:v>
                </c:pt>
                <c:pt idx="544">
                  <c:v>-0.00806707200296</c:v>
                </c:pt>
                <c:pt idx="545">
                  <c:v>-0.00887120784799</c:v>
                </c:pt>
                <c:pt idx="546">
                  <c:v>-0.00644520983385</c:v>
                </c:pt>
                <c:pt idx="547">
                  <c:v>-0.010900753246</c:v>
                </c:pt>
                <c:pt idx="548">
                  <c:v>-0.0109945282101</c:v>
                </c:pt>
                <c:pt idx="549">
                  <c:v>-0.0108842323707</c:v>
                </c:pt>
                <c:pt idx="550">
                  <c:v>-0.0128686588133</c:v>
                </c:pt>
                <c:pt idx="551">
                  <c:v>-0.00869472300856</c:v>
                </c:pt>
                <c:pt idx="552">
                  <c:v>-0.00264522652762</c:v>
                </c:pt>
                <c:pt idx="553">
                  <c:v>0</c:v>
                </c:pt>
                <c:pt idx="554">
                  <c:v>-0.00167239586514</c:v>
                </c:pt>
                <c:pt idx="555">
                  <c:v>0</c:v>
                </c:pt>
                <c:pt idx="556">
                  <c:v>0</c:v>
                </c:pt>
                <c:pt idx="557">
                  <c:v>-0.0052282225368</c:v>
                </c:pt>
                <c:pt idx="558">
                  <c:v>-0.0006888773424</c:v>
                </c:pt>
                <c:pt idx="559">
                  <c:v>-0.0034438986997</c:v>
                </c:pt>
                <c:pt idx="560">
                  <c:v>-0.0107526289409</c:v>
                </c:pt>
                <c:pt idx="561">
                  <c:v>-0.0104811001072</c:v>
                </c:pt>
                <c:pt idx="562">
                  <c:v>-0.013659939907</c:v>
                </c:pt>
                <c:pt idx="563">
                  <c:v>-0.0107640299988</c:v>
                </c:pt>
                <c:pt idx="564">
                  <c:v>-0.00789796335161</c:v>
                </c:pt>
                <c:pt idx="565">
                  <c:v>-0.00946844300246</c:v>
                </c:pt>
                <c:pt idx="566">
                  <c:v>-0.0149083009538</c:v>
                </c:pt>
                <c:pt idx="567">
                  <c:v>-0.0177317600058</c:v>
                </c:pt>
                <c:pt idx="568">
                  <c:v>-0.0210508755356</c:v>
                </c:pt>
                <c:pt idx="569">
                  <c:v>-0.0121482082472</c:v>
                </c:pt>
                <c:pt idx="570">
                  <c:v>-0.0082383862724</c:v>
                </c:pt>
                <c:pt idx="571">
                  <c:v>-0.0117234105429</c:v>
                </c:pt>
                <c:pt idx="572">
                  <c:v>-0.0103877318822</c:v>
                </c:pt>
                <c:pt idx="573">
                  <c:v>-0.0273998957852</c:v>
                </c:pt>
                <c:pt idx="574">
                  <c:v>-0.0287643391442</c:v>
                </c:pt>
                <c:pt idx="575">
                  <c:v>-0.0323654226526</c:v>
                </c:pt>
                <c:pt idx="576">
                  <c:v>-0.0234136962891</c:v>
                </c:pt>
                <c:pt idx="577">
                  <c:v>-0.0307108205455</c:v>
                </c:pt>
                <c:pt idx="578">
                  <c:v>-0.029649808918</c:v>
                </c:pt>
                <c:pt idx="579">
                  <c:v>-0.0232994963898</c:v>
                </c:pt>
                <c:pt idx="580">
                  <c:v>-0.0150045308587</c:v>
                </c:pt>
                <c:pt idx="581">
                  <c:v>-0.0130311036255</c:v>
                </c:pt>
                <c:pt idx="582">
                  <c:v>-0.0144860767406</c:v>
                </c:pt>
                <c:pt idx="583">
                  <c:v>-0.00681984114405</c:v>
                </c:pt>
                <c:pt idx="584">
                  <c:v>-0.00895644326623</c:v>
                </c:pt>
                <c:pt idx="585">
                  <c:v>-0.000335469080659</c:v>
                </c:pt>
                <c:pt idx="586">
                  <c:v>-0.00229968311831</c:v>
                </c:pt>
                <c:pt idx="587">
                  <c:v>-0.00189451602567</c:v>
                </c:pt>
                <c:pt idx="588">
                  <c:v>0</c:v>
                </c:pt>
                <c:pt idx="589">
                  <c:v>0</c:v>
                </c:pt>
                <c:pt idx="590">
                  <c:v>-0.000702499233299</c:v>
                </c:pt>
                <c:pt idx="591">
                  <c:v>0</c:v>
                </c:pt>
                <c:pt idx="592">
                  <c:v>-0.000714621250403</c:v>
                </c:pt>
                <c:pt idx="593">
                  <c:v>-0.000692928221516</c:v>
                </c:pt>
                <c:pt idx="594">
                  <c:v>-0.0029976980372</c:v>
                </c:pt>
                <c:pt idx="595">
                  <c:v>0</c:v>
                </c:pt>
                <c:pt idx="596">
                  <c:v>-0.00221469337703</c:v>
                </c:pt>
                <c:pt idx="597">
                  <c:v>0</c:v>
                </c:pt>
                <c:pt idx="598">
                  <c:v>-0.000898154064026</c:v>
                </c:pt>
                <c:pt idx="599">
                  <c:v>-0.00584942089687</c:v>
                </c:pt>
                <c:pt idx="600">
                  <c:v>-0.00258705329055</c:v>
                </c:pt>
                <c:pt idx="601">
                  <c:v>0</c:v>
                </c:pt>
                <c:pt idx="602">
                  <c:v>-0.00528330270259</c:v>
                </c:pt>
                <c:pt idx="603">
                  <c:v>-0.00229592362217</c:v>
                </c:pt>
                <c:pt idx="604">
                  <c:v>0</c:v>
                </c:pt>
                <c:pt idx="605">
                  <c:v>0</c:v>
                </c:pt>
                <c:pt idx="606">
                  <c:v>-0.00396264969772</c:v>
                </c:pt>
                <c:pt idx="607">
                  <c:v>-0.000149806892462</c:v>
                </c:pt>
                <c:pt idx="608">
                  <c:v>0</c:v>
                </c:pt>
                <c:pt idx="609">
                  <c:v>0</c:v>
                </c:pt>
                <c:pt idx="610">
                  <c:v>0</c:v>
                </c:pt>
                <c:pt idx="611">
                  <c:v>-0.00104097098482</c:v>
                </c:pt>
                <c:pt idx="612">
                  <c:v>-0.0078670662713</c:v>
                </c:pt>
                <c:pt idx="613">
                  <c:v>-0.00271763028026</c:v>
                </c:pt>
                <c:pt idx="614">
                  <c:v>-0.00249110702042</c:v>
                </c:pt>
                <c:pt idx="615">
                  <c:v>-0.00226130753898</c:v>
                </c:pt>
                <c:pt idx="616">
                  <c:v>-0.00436828395408</c:v>
                </c:pt>
                <c:pt idx="617">
                  <c:v>-0.00400883409987</c:v>
                </c:pt>
                <c:pt idx="618">
                  <c:v>-0.00282804290653</c:v>
                </c:pt>
                <c:pt idx="619">
                  <c:v>-0.00474215049023</c:v>
                </c:pt>
                <c:pt idx="620">
                  <c:v>-0.0105375317457</c:v>
                </c:pt>
                <c:pt idx="621">
                  <c:v>-0.00816231579827</c:v>
                </c:pt>
                <c:pt idx="622">
                  <c:v>-0.00762574356003</c:v>
                </c:pt>
                <c:pt idx="623">
                  <c:v>-0.0020897845027</c:v>
                </c:pt>
                <c:pt idx="624">
                  <c:v>0</c:v>
                </c:pt>
                <c:pt idx="625">
                  <c:v>0</c:v>
                </c:pt>
                <c:pt idx="626">
                  <c:v>-0.0040667588928</c:v>
                </c:pt>
                <c:pt idx="627">
                  <c:v>-0.0271878734266</c:v>
                </c:pt>
                <c:pt idx="628">
                  <c:v>-0.0242704247553</c:v>
                </c:pt>
                <c:pt idx="629">
                  <c:v>-0.0268726603592</c:v>
                </c:pt>
                <c:pt idx="630">
                  <c:v>-0.0403536321063</c:v>
                </c:pt>
                <c:pt idx="631">
                  <c:v>-0.0288686226754</c:v>
                </c:pt>
                <c:pt idx="632">
                  <c:v>-0.0291412115182</c:v>
                </c:pt>
                <c:pt idx="633">
                  <c:v>-0.0193058856296</c:v>
                </c:pt>
                <c:pt idx="634">
                  <c:v>-0.0220083553692</c:v>
                </c:pt>
                <c:pt idx="635">
                  <c:v>-0.0244515488208</c:v>
                </c:pt>
                <c:pt idx="636">
                  <c:v>-0.0141997132688</c:v>
                </c:pt>
                <c:pt idx="637">
                  <c:v>-0.0150119971944</c:v>
                </c:pt>
                <c:pt idx="638">
                  <c:v>-0.0167951074763</c:v>
                </c:pt>
                <c:pt idx="639">
                  <c:v>-0.0281397493487</c:v>
                </c:pt>
                <c:pt idx="640">
                  <c:v>-0.0337224473329</c:v>
                </c:pt>
                <c:pt idx="641">
                  <c:v>-0.0267865981002</c:v>
                </c:pt>
                <c:pt idx="642">
                  <c:v>-0.0353088521288</c:v>
                </c:pt>
                <c:pt idx="643">
                  <c:v>-0.0321000928217</c:v>
                </c:pt>
                <c:pt idx="644">
                  <c:v>-0.0305307140477</c:v>
                </c:pt>
                <c:pt idx="645">
                  <c:v>-0.0351911147115</c:v>
                </c:pt>
                <c:pt idx="646">
                  <c:v>-0.0287049152414</c:v>
                </c:pt>
                <c:pt idx="647">
                  <c:v>-0.0286519484684</c:v>
                </c:pt>
                <c:pt idx="648">
                  <c:v>-0.0189132261947</c:v>
                </c:pt>
                <c:pt idx="649">
                  <c:v>-0.0143451617575</c:v>
                </c:pt>
                <c:pt idx="650">
                  <c:v>-0.00696164539995</c:v>
                </c:pt>
                <c:pt idx="651">
                  <c:v>-0.00236688485282</c:v>
                </c:pt>
                <c:pt idx="652">
                  <c:v>0</c:v>
                </c:pt>
                <c:pt idx="653">
                  <c:v>0</c:v>
                </c:pt>
                <c:pt idx="654">
                  <c:v>0</c:v>
                </c:pt>
                <c:pt idx="655">
                  <c:v>0</c:v>
                </c:pt>
                <c:pt idx="656">
                  <c:v>-0.00951391499512</c:v>
                </c:pt>
                <c:pt idx="657">
                  <c:v>-0.0101927891223</c:v>
                </c:pt>
                <c:pt idx="658">
                  <c:v>-0.00816159920171</c:v>
                </c:pt>
                <c:pt idx="659">
                  <c:v>0</c:v>
                </c:pt>
                <c:pt idx="660">
                  <c:v>0</c:v>
                </c:pt>
                <c:pt idx="661">
                  <c:v>-0.000340491653376</c:v>
                </c:pt>
                <c:pt idx="662">
                  <c:v>-0.00317670240113</c:v>
                </c:pt>
                <c:pt idx="663">
                  <c:v>-0.0104270519763</c:v>
                </c:pt>
                <c:pt idx="664">
                  <c:v>-0.0138523056833</c:v>
                </c:pt>
                <c:pt idx="665">
                  <c:v>-0.00498963128685</c:v>
                </c:pt>
                <c:pt idx="666">
                  <c:v>-0.00289336009741</c:v>
                </c:pt>
                <c:pt idx="667">
                  <c:v>-0.00414706167363</c:v>
                </c:pt>
                <c:pt idx="668">
                  <c:v>-0.00854516175599</c:v>
                </c:pt>
                <c:pt idx="669">
                  <c:v>-0.00631112128979</c:v>
                </c:pt>
                <c:pt idx="670">
                  <c:v>-0.00911186822711</c:v>
                </c:pt>
                <c:pt idx="671">
                  <c:v>-0.00360036126905</c:v>
                </c:pt>
                <c:pt idx="672">
                  <c:v>0</c:v>
                </c:pt>
                <c:pt idx="673">
                  <c:v>0</c:v>
                </c:pt>
                <c:pt idx="674">
                  <c:v>0</c:v>
                </c:pt>
                <c:pt idx="675">
                  <c:v>0</c:v>
                </c:pt>
                <c:pt idx="676">
                  <c:v>0</c:v>
                </c:pt>
                <c:pt idx="677">
                  <c:v>0</c:v>
                </c:pt>
                <c:pt idx="678">
                  <c:v>0</c:v>
                </c:pt>
                <c:pt idx="679">
                  <c:v>-0.00997965498594</c:v>
                </c:pt>
                <c:pt idx="680">
                  <c:v>-0.00687755286021</c:v>
                </c:pt>
                <c:pt idx="681">
                  <c:v>-0.00973034258071</c:v>
                </c:pt>
                <c:pt idx="682">
                  <c:v>-0.00662520854587</c:v>
                </c:pt>
                <c:pt idx="683">
                  <c:v>-0.0126893420208</c:v>
                </c:pt>
                <c:pt idx="684">
                  <c:v>-0.00930931915028</c:v>
                </c:pt>
                <c:pt idx="685">
                  <c:v>-0.00993899302256</c:v>
                </c:pt>
                <c:pt idx="686">
                  <c:v>-0.00518494318419</c:v>
                </c:pt>
                <c:pt idx="687">
                  <c:v>-0.00770779375251</c:v>
                </c:pt>
                <c:pt idx="688">
                  <c:v>-0.0010883200398</c:v>
                </c:pt>
                <c:pt idx="689">
                  <c:v>-0.00363471816668</c:v>
                </c:pt>
                <c:pt idx="690">
                  <c:v>0</c:v>
                </c:pt>
                <c:pt idx="691">
                  <c:v>0</c:v>
                </c:pt>
                <c:pt idx="692">
                  <c:v>0</c:v>
                </c:pt>
                <c:pt idx="693">
                  <c:v>-0.000448153001689</c:v>
                </c:pt>
                <c:pt idx="694">
                  <c:v>-0.00184763282825</c:v>
                </c:pt>
                <c:pt idx="695">
                  <c:v>-0.00304541282581</c:v>
                </c:pt>
                <c:pt idx="696">
                  <c:v>-0.00576501289131</c:v>
                </c:pt>
                <c:pt idx="697">
                  <c:v>-0.00141037284502</c:v>
                </c:pt>
                <c:pt idx="698">
                  <c:v>-0.00608181991645</c:v>
                </c:pt>
                <c:pt idx="699">
                  <c:v>-0.00712512533199</c:v>
                </c:pt>
                <c:pt idx="700">
                  <c:v>-0.0106648421846</c:v>
                </c:pt>
                <c:pt idx="701">
                  <c:v>-0.00245767472286</c:v>
                </c:pt>
                <c:pt idx="702">
                  <c:v>-0.00331116569561</c:v>
                </c:pt>
              </c:numCache>
            </c:numRef>
          </c:val>
          <c:smooth val="0"/>
        </c:ser>
        <c:ser>
          <c:idx val="2"/>
          <c:order val="2"/>
          <c:tx>
            <c:strRef>
              <c:f>MWRP</c:f>
              <c:strCache>
                <c:ptCount val="1"/>
                <c:pt idx="0">
                  <c:v>MWRP</c:v>
                </c:pt>
              </c:strCache>
            </c:strRef>
          </c:tx>
          <c:spPr>
            <a:ln w="16193" cap="rnd">
              <a:solidFill>
                <a:srgbClr val="12838D"/>
              </a:solidFill>
              <a:prstDash val="solid"/>
              <a:round/>
            </a:ln>
          </c:spPr>
          <c:marker>
            <c:symbol val="none"/>
          </c:marker>
          <c:dLbls>
            <c:delete val="1"/>
          </c:dLbls>
          <c:cat>
            <c:strRef>
              <c:f>'Chart Data'!$E$2:$E$704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Data'!$F$2:$F$704</c:f>
              <c:numCache>
                <c:formatCode>0.0%</c:formatCode>
                <c:ptCount val="703"/>
                <c:pt idx="0">
                  <c:v>0</c:v>
                </c:pt>
                <c:pt idx="1">
                  <c:v>-0.00710602824806</c:v>
                </c:pt>
                <c:pt idx="2">
                  <c:v>-0.00495201716267</c:v>
                </c:pt>
                <c:pt idx="3">
                  <c:v>-0.00766708077875</c:v>
                </c:pt>
                <c:pt idx="4">
                  <c:v>-0.00499845583592</c:v>
                </c:pt>
                <c:pt idx="5">
                  <c:v>-0.00161414814445</c:v>
                </c:pt>
                <c:pt idx="6">
                  <c:v>-0.00179803411644</c:v>
                </c:pt>
                <c:pt idx="7">
                  <c:v>-0.00227005159289</c:v>
                </c:pt>
                <c:pt idx="8">
                  <c:v>0</c:v>
                </c:pt>
                <c:pt idx="9">
                  <c:v>0</c:v>
                </c:pt>
                <c:pt idx="10">
                  <c:v>0</c:v>
                </c:pt>
                <c:pt idx="11">
                  <c:v>-0.00372919980322</c:v>
                </c:pt>
                <c:pt idx="12">
                  <c:v>-0.0104985400674</c:v>
                </c:pt>
                <c:pt idx="13">
                  <c:v>-0.00419754324687</c:v>
                </c:pt>
                <c:pt idx="14">
                  <c:v>0</c:v>
                </c:pt>
                <c:pt idx="15">
                  <c:v>-0.0023308977513</c:v>
                </c:pt>
                <c:pt idx="16">
                  <c:v>-0.000460111514115</c:v>
                </c:pt>
                <c:pt idx="17">
                  <c:v>-0.000238792088533</c:v>
                </c:pt>
                <c:pt idx="18">
                  <c:v>0</c:v>
                </c:pt>
                <c:pt idx="19">
                  <c:v>0</c:v>
                </c:pt>
                <c:pt idx="20">
                  <c:v>0</c:v>
                </c:pt>
                <c:pt idx="21">
                  <c:v>-0.000484324405386</c:v>
                </c:pt>
                <c:pt idx="22">
                  <c:v>-0.00638912056894</c:v>
                </c:pt>
                <c:pt idx="23">
                  <c:v>0</c:v>
                </c:pt>
                <c:pt idx="24">
                  <c:v>0</c:v>
                </c:pt>
                <c:pt idx="25">
                  <c:v>0</c:v>
                </c:pt>
                <c:pt idx="26">
                  <c:v>0</c:v>
                </c:pt>
                <c:pt idx="27">
                  <c:v>0</c:v>
                </c:pt>
                <c:pt idx="28">
                  <c:v>-0.000402859971879</c:v>
                </c:pt>
                <c:pt idx="29">
                  <c:v>0</c:v>
                </c:pt>
                <c:pt idx="30">
                  <c:v>-0.00252637608274</c:v>
                </c:pt>
                <c:pt idx="31">
                  <c:v>-0.0165781711942</c:v>
                </c:pt>
                <c:pt idx="32">
                  <c:v>-0.0068565979913</c:v>
                </c:pt>
                <c:pt idx="33">
                  <c:v>-0.00251669690351</c:v>
                </c:pt>
                <c:pt idx="34">
                  <c:v>-0.0056482881166</c:v>
                </c:pt>
                <c:pt idx="35">
                  <c:v>-0.00582562164163</c:v>
                </c:pt>
                <c:pt idx="36">
                  <c:v>-0.00591794313449</c:v>
                </c:pt>
                <c:pt idx="37">
                  <c:v>-0.00731964257227</c:v>
                </c:pt>
                <c:pt idx="38">
                  <c:v>0</c:v>
                </c:pt>
                <c:pt idx="39">
                  <c:v>0</c:v>
                </c:pt>
                <c:pt idx="40">
                  <c:v>-0.00231956696949</c:v>
                </c:pt>
                <c:pt idx="41">
                  <c:v>-0.000934027094114</c:v>
                </c:pt>
                <c:pt idx="42">
                  <c:v>-0.00126419756834</c:v>
                </c:pt>
                <c:pt idx="43">
                  <c:v>0</c:v>
                </c:pt>
                <c:pt idx="44">
                  <c:v>0</c:v>
                </c:pt>
                <c:pt idx="45">
                  <c:v>0</c:v>
                </c:pt>
                <c:pt idx="46">
                  <c:v>-0.0029101111166</c:v>
                </c:pt>
                <c:pt idx="47">
                  <c:v>0</c:v>
                </c:pt>
                <c:pt idx="48">
                  <c:v>0</c:v>
                </c:pt>
                <c:pt idx="49">
                  <c:v>-0.00307156521587</c:v>
                </c:pt>
                <c:pt idx="50">
                  <c:v>-0.00356929504129</c:v>
                </c:pt>
                <c:pt idx="51">
                  <c:v>-0.00353519496954</c:v>
                </c:pt>
                <c:pt idx="52">
                  <c:v>-8.57657518807e-5</c:v>
                </c:pt>
                <c:pt idx="53">
                  <c:v>-0.00383576498976</c:v>
                </c:pt>
                <c:pt idx="54">
                  <c:v>-0.00558325380817</c:v>
                </c:pt>
                <c:pt idx="55">
                  <c:v>-0.000776692264467</c:v>
                </c:pt>
                <c:pt idx="56">
                  <c:v>0</c:v>
                </c:pt>
                <c:pt idx="57">
                  <c:v>0</c:v>
                </c:pt>
                <c:pt idx="58">
                  <c:v>-0.00148992109688</c:v>
                </c:pt>
                <c:pt idx="59">
                  <c:v>-0.0036197981826</c:v>
                </c:pt>
                <c:pt idx="60">
                  <c:v>0</c:v>
                </c:pt>
                <c:pt idx="61">
                  <c:v>-0.00233853765832</c:v>
                </c:pt>
                <c:pt idx="62">
                  <c:v>0</c:v>
                </c:pt>
                <c:pt idx="63">
                  <c:v>0</c:v>
                </c:pt>
                <c:pt idx="64">
                  <c:v>0</c:v>
                </c:pt>
                <c:pt idx="65">
                  <c:v>0</c:v>
                </c:pt>
                <c:pt idx="66">
                  <c:v>0</c:v>
                </c:pt>
                <c:pt idx="67">
                  <c:v>-0.00870070871161</c:v>
                </c:pt>
                <c:pt idx="68">
                  <c:v>-0.000906199991247</c:v>
                </c:pt>
                <c:pt idx="69">
                  <c:v>0</c:v>
                </c:pt>
                <c:pt idx="70">
                  <c:v>0</c:v>
                </c:pt>
                <c:pt idx="71">
                  <c:v>-0.014069250931</c:v>
                </c:pt>
                <c:pt idx="72">
                  <c:v>0</c:v>
                </c:pt>
                <c:pt idx="73">
                  <c:v>-0.0133416914916</c:v>
                </c:pt>
                <c:pt idx="74">
                  <c:v>-0.0110203724086</c:v>
                </c:pt>
                <c:pt idx="75">
                  <c:v>-0.0121701293776</c:v>
                </c:pt>
                <c:pt idx="76">
                  <c:v>-0.0140145766612</c:v>
                </c:pt>
                <c:pt idx="77">
                  <c:v>-0.0167640202351</c:v>
                </c:pt>
                <c:pt idx="78">
                  <c:v>-0.0182754136912</c:v>
                </c:pt>
                <c:pt idx="79">
                  <c:v>-0.0210425268902</c:v>
                </c:pt>
                <c:pt idx="80">
                  <c:v>-0.0151661313338</c:v>
                </c:pt>
                <c:pt idx="81">
                  <c:v>-0.0174155877947</c:v>
                </c:pt>
                <c:pt idx="82">
                  <c:v>-0.0171715372605</c:v>
                </c:pt>
                <c:pt idx="83">
                  <c:v>-0.0114834086284</c:v>
                </c:pt>
                <c:pt idx="84">
                  <c:v>-0.00603438743093</c:v>
                </c:pt>
                <c:pt idx="85">
                  <c:v>-0.0224346900694</c:v>
                </c:pt>
                <c:pt idx="86">
                  <c:v>-0.0162929360455</c:v>
                </c:pt>
                <c:pt idx="87">
                  <c:v>-0.0123648612328</c:v>
                </c:pt>
                <c:pt idx="88">
                  <c:v>-0.0100082572966</c:v>
                </c:pt>
                <c:pt idx="89">
                  <c:v>-0.0067764803539</c:v>
                </c:pt>
                <c:pt idx="90">
                  <c:v>-0.00784513152422</c:v>
                </c:pt>
                <c:pt idx="91">
                  <c:v>-0.00887752187149</c:v>
                </c:pt>
                <c:pt idx="92">
                  <c:v>-0.00306170906496</c:v>
                </c:pt>
                <c:pt idx="93">
                  <c:v>-0.00045362014029</c:v>
                </c:pt>
                <c:pt idx="94">
                  <c:v>0</c:v>
                </c:pt>
                <c:pt idx="95">
                  <c:v>0</c:v>
                </c:pt>
                <c:pt idx="96">
                  <c:v>0</c:v>
                </c:pt>
                <c:pt idx="97">
                  <c:v>-0.00446782391508</c:v>
                </c:pt>
                <c:pt idx="98">
                  <c:v>0</c:v>
                </c:pt>
                <c:pt idx="99">
                  <c:v>-6.5243208055e-5</c:v>
                </c:pt>
                <c:pt idx="100">
                  <c:v>-0.00012011767593</c:v>
                </c:pt>
                <c:pt idx="101">
                  <c:v>-0.00518217476701</c:v>
                </c:pt>
                <c:pt idx="102">
                  <c:v>-0.00969292578702</c:v>
                </c:pt>
                <c:pt idx="103">
                  <c:v>-0.00618089631661</c:v>
                </c:pt>
                <c:pt idx="104">
                  <c:v>-0.00727302766775</c:v>
                </c:pt>
                <c:pt idx="105">
                  <c:v>-0.00540683481904</c:v>
                </c:pt>
                <c:pt idx="106">
                  <c:v>-0.0136881187352</c:v>
                </c:pt>
                <c:pt idx="107">
                  <c:v>-0.0123254399796</c:v>
                </c:pt>
                <c:pt idx="108">
                  <c:v>-0.0132486269552</c:v>
                </c:pt>
                <c:pt idx="109">
                  <c:v>-0.00538792546513</c:v>
                </c:pt>
                <c:pt idx="110">
                  <c:v>-0.0109045775224</c:v>
                </c:pt>
                <c:pt idx="111">
                  <c:v>-0.00357805954877</c:v>
                </c:pt>
                <c:pt idx="112">
                  <c:v>-0.0017345682983</c:v>
                </c:pt>
                <c:pt idx="113">
                  <c:v>-0.0115813878475</c:v>
                </c:pt>
                <c:pt idx="114">
                  <c:v>-0.00589812210826</c:v>
                </c:pt>
                <c:pt idx="115">
                  <c:v>-0.00559846890803</c:v>
                </c:pt>
                <c:pt idx="116">
                  <c:v>-0.00201105833776</c:v>
                </c:pt>
                <c:pt idx="117">
                  <c:v>-0.00330958348776</c:v>
                </c:pt>
                <c:pt idx="118">
                  <c:v>-0.00185030213684</c:v>
                </c:pt>
                <c:pt idx="119">
                  <c:v>0</c:v>
                </c:pt>
                <c:pt idx="120">
                  <c:v>0</c:v>
                </c:pt>
                <c:pt idx="121">
                  <c:v>0</c:v>
                </c:pt>
                <c:pt idx="122">
                  <c:v>-0.00107783282094</c:v>
                </c:pt>
                <c:pt idx="123">
                  <c:v>-0.00184706004307</c:v>
                </c:pt>
                <c:pt idx="124">
                  <c:v>-0.000844676530137</c:v>
                </c:pt>
                <c:pt idx="125">
                  <c:v>-0.000520675864502</c:v>
                </c:pt>
                <c:pt idx="126">
                  <c:v>-0.00184672635668</c:v>
                </c:pt>
                <c:pt idx="127">
                  <c:v>0</c:v>
                </c:pt>
                <c:pt idx="128">
                  <c:v>0</c:v>
                </c:pt>
                <c:pt idx="129">
                  <c:v>-0.000123497694432</c:v>
                </c:pt>
                <c:pt idx="130">
                  <c:v>0</c:v>
                </c:pt>
                <c:pt idx="131">
                  <c:v>0</c:v>
                </c:pt>
                <c:pt idx="132">
                  <c:v>-0.00202069753383</c:v>
                </c:pt>
                <c:pt idx="133">
                  <c:v>0</c:v>
                </c:pt>
                <c:pt idx="134">
                  <c:v>-0.0051438048632</c:v>
                </c:pt>
                <c:pt idx="135">
                  <c:v>-0.00394361311294</c:v>
                </c:pt>
                <c:pt idx="136">
                  <c:v>0</c:v>
                </c:pt>
                <c:pt idx="137">
                  <c:v>-0.00118369755758</c:v>
                </c:pt>
                <c:pt idx="138">
                  <c:v>-0.00252105865989</c:v>
                </c:pt>
                <c:pt idx="139">
                  <c:v>-0.00221183035536</c:v>
                </c:pt>
                <c:pt idx="140">
                  <c:v>0</c:v>
                </c:pt>
                <c:pt idx="141">
                  <c:v>-0.0106005529561</c:v>
                </c:pt>
                <c:pt idx="142">
                  <c:v>-0.0214976058441</c:v>
                </c:pt>
                <c:pt idx="143">
                  <c:v>-0.0283303721705</c:v>
                </c:pt>
                <c:pt idx="144">
                  <c:v>-0.0212876075658</c:v>
                </c:pt>
                <c:pt idx="145">
                  <c:v>-0.0227139592067</c:v>
                </c:pt>
                <c:pt idx="146">
                  <c:v>-0.0372650936803</c:v>
                </c:pt>
                <c:pt idx="147">
                  <c:v>-0.0448651101836</c:v>
                </c:pt>
                <c:pt idx="148">
                  <c:v>-0.0369314758271</c:v>
                </c:pt>
                <c:pt idx="149">
                  <c:v>-0.0381730050159</c:v>
                </c:pt>
                <c:pt idx="150">
                  <c:v>-0.0397349007264</c:v>
                </c:pt>
                <c:pt idx="151">
                  <c:v>-0.0232344256772</c:v>
                </c:pt>
                <c:pt idx="152">
                  <c:v>-0.0394715495696</c:v>
                </c:pt>
                <c:pt idx="153">
                  <c:v>-0.053173681252</c:v>
                </c:pt>
                <c:pt idx="154">
                  <c:v>-0.0850375697959</c:v>
                </c:pt>
                <c:pt idx="155">
                  <c:v>-0.0863759685713</c:v>
                </c:pt>
                <c:pt idx="156">
                  <c:v>-0.0833583366874</c:v>
                </c:pt>
                <c:pt idx="157">
                  <c:v>-0.0682759338461</c:v>
                </c:pt>
                <c:pt idx="158">
                  <c:v>-0.0658243221339</c:v>
                </c:pt>
                <c:pt idx="159">
                  <c:v>-0.0614471297686</c:v>
                </c:pt>
                <c:pt idx="160">
                  <c:v>-0.0540211105959</c:v>
                </c:pt>
                <c:pt idx="161">
                  <c:v>-0.0585598218217</c:v>
                </c:pt>
                <c:pt idx="162">
                  <c:v>-0.0484947519945</c:v>
                </c:pt>
                <c:pt idx="163">
                  <c:v>-0.0344273454958</c:v>
                </c:pt>
                <c:pt idx="164">
                  <c:v>-0.0338682519833</c:v>
                </c:pt>
                <c:pt idx="165">
                  <c:v>-0.0376801565656</c:v>
                </c:pt>
                <c:pt idx="166">
                  <c:v>-0.0381858201022</c:v>
                </c:pt>
                <c:pt idx="167">
                  <c:v>-0.0441463402131</c:v>
                </c:pt>
                <c:pt idx="168">
                  <c:v>-0.0328235792701</c:v>
                </c:pt>
                <c:pt idx="169">
                  <c:v>-0.038191797474</c:v>
                </c:pt>
                <c:pt idx="170">
                  <c:v>-0.0350215137049</c:v>
                </c:pt>
                <c:pt idx="171">
                  <c:v>-0.0417905759897</c:v>
                </c:pt>
                <c:pt idx="172">
                  <c:v>-0.0376085996968</c:v>
                </c:pt>
                <c:pt idx="173">
                  <c:v>-0.0350503629709</c:v>
                </c:pt>
                <c:pt idx="174">
                  <c:v>-0.0318311727584</c:v>
                </c:pt>
                <c:pt idx="175">
                  <c:v>-0.0398445501707</c:v>
                </c:pt>
                <c:pt idx="176">
                  <c:v>-0.0437807414941</c:v>
                </c:pt>
                <c:pt idx="177">
                  <c:v>-0.0408425491575</c:v>
                </c:pt>
                <c:pt idx="178">
                  <c:v>-0.0495835942995</c:v>
                </c:pt>
                <c:pt idx="179">
                  <c:v>-0.0393426870268</c:v>
                </c:pt>
                <c:pt idx="180">
                  <c:v>-0.033389376397</c:v>
                </c:pt>
                <c:pt idx="181">
                  <c:v>-0.0310597137056</c:v>
                </c:pt>
                <c:pt idx="182">
                  <c:v>-0.0229674344882</c:v>
                </c:pt>
                <c:pt idx="183">
                  <c:v>-0.0202493578749</c:v>
                </c:pt>
                <c:pt idx="184">
                  <c:v>-0.019382849626</c:v>
                </c:pt>
                <c:pt idx="185">
                  <c:v>-0.0200541130412</c:v>
                </c:pt>
                <c:pt idx="186">
                  <c:v>-0.0249433883202</c:v>
                </c:pt>
                <c:pt idx="187">
                  <c:v>-0.013101365149</c:v>
                </c:pt>
                <c:pt idx="188">
                  <c:v>-0.0138362069561</c:v>
                </c:pt>
                <c:pt idx="189">
                  <c:v>-0.0121851406145</c:v>
                </c:pt>
                <c:pt idx="190">
                  <c:v>-0.00411298599159</c:v>
                </c:pt>
                <c:pt idx="191">
                  <c:v>-0.0173726547339</c:v>
                </c:pt>
                <c:pt idx="192">
                  <c:v>-0.00666871089992</c:v>
                </c:pt>
                <c:pt idx="193">
                  <c:v>-0.0133682385432</c:v>
                </c:pt>
                <c:pt idx="194">
                  <c:v>-0.017427778848</c:v>
                </c:pt>
                <c:pt idx="195">
                  <c:v>-0.0124023948545</c:v>
                </c:pt>
                <c:pt idx="196">
                  <c:v>-0.00912467179455</c:v>
                </c:pt>
                <c:pt idx="197">
                  <c:v>-0.0118939374557</c:v>
                </c:pt>
                <c:pt idx="198">
                  <c:v>-0.00998284186677</c:v>
                </c:pt>
                <c:pt idx="199">
                  <c:v>-0.00807631030355</c:v>
                </c:pt>
                <c:pt idx="200">
                  <c:v>-0.0123393161558</c:v>
                </c:pt>
                <c:pt idx="201">
                  <c:v>-0.0117536892474</c:v>
                </c:pt>
                <c:pt idx="202">
                  <c:v>-0.00865751982869</c:v>
                </c:pt>
                <c:pt idx="203">
                  <c:v>-0.00751781019528</c:v>
                </c:pt>
                <c:pt idx="204">
                  <c:v>-0.00487184724912</c:v>
                </c:pt>
                <c:pt idx="205">
                  <c:v>-0.0054218044617</c:v>
                </c:pt>
                <c:pt idx="206">
                  <c:v>-0.000787356455879</c:v>
                </c:pt>
                <c:pt idx="207">
                  <c:v>0</c:v>
                </c:pt>
                <c:pt idx="208">
                  <c:v>0</c:v>
                </c:pt>
                <c:pt idx="209">
                  <c:v>-0.00743787067759</c:v>
                </c:pt>
                <c:pt idx="210">
                  <c:v>-0.00353928581479</c:v>
                </c:pt>
                <c:pt idx="211">
                  <c:v>-0.00891436184506</c:v>
                </c:pt>
                <c:pt idx="212">
                  <c:v>-0.00158901331983</c:v>
                </c:pt>
                <c:pt idx="213">
                  <c:v>-0.0055457105688</c:v>
                </c:pt>
                <c:pt idx="214">
                  <c:v>-0.00317195723917</c:v>
                </c:pt>
                <c:pt idx="215">
                  <c:v>-0.00193523539612</c:v>
                </c:pt>
                <c:pt idx="216">
                  <c:v>-0.00371905332907</c:v>
                </c:pt>
                <c:pt idx="217">
                  <c:v>-0.0112353851973</c:v>
                </c:pt>
                <c:pt idx="218">
                  <c:v>-0.0145323784626</c:v>
                </c:pt>
                <c:pt idx="219">
                  <c:v>-0.00929599904998</c:v>
                </c:pt>
                <c:pt idx="220">
                  <c:v>-0.00504959406811</c:v>
                </c:pt>
                <c:pt idx="221">
                  <c:v>-0.0116475476837</c:v>
                </c:pt>
                <c:pt idx="222">
                  <c:v>0</c:v>
                </c:pt>
                <c:pt idx="223">
                  <c:v>-0.00240362022457</c:v>
                </c:pt>
                <c:pt idx="224">
                  <c:v>-0.004732158601</c:v>
                </c:pt>
                <c:pt idx="225">
                  <c:v>-0.0111478062753</c:v>
                </c:pt>
                <c:pt idx="226">
                  <c:v>-0.0095992356194</c:v>
                </c:pt>
                <c:pt idx="227">
                  <c:v>-0.00841832622271</c:v>
                </c:pt>
                <c:pt idx="228">
                  <c:v>-0.00940989734084</c:v>
                </c:pt>
                <c:pt idx="229">
                  <c:v>-0.00496540039522</c:v>
                </c:pt>
                <c:pt idx="230">
                  <c:v>-0.000191524753667</c:v>
                </c:pt>
                <c:pt idx="231">
                  <c:v>-3.3264799695e-5</c:v>
                </c:pt>
                <c:pt idx="232">
                  <c:v>0</c:v>
                </c:pt>
                <c:pt idx="233">
                  <c:v>0</c:v>
                </c:pt>
                <c:pt idx="234">
                  <c:v>-0.00500247506301</c:v>
                </c:pt>
                <c:pt idx="235">
                  <c:v>-0.00533900465332</c:v>
                </c:pt>
                <c:pt idx="236">
                  <c:v>-0.00606236237254</c:v>
                </c:pt>
                <c:pt idx="237">
                  <c:v>-0.00664900890568</c:v>
                </c:pt>
                <c:pt idx="238">
                  <c:v>-0.000600621839451</c:v>
                </c:pt>
                <c:pt idx="239">
                  <c:v>0</c:v>
                </c:pt>
                <c:pt idx="240">
                  <c:v>0</c:v>
                </c:pt>
                <c:pt idx="241">
                  <c:v>0</c:v>
                </c:pt>
                <c:pt idx="242">
                  <c:v>0</c:v>
                </c:pt>
                <c:pt idx="243">
                  <c:v>-0.00341611861123</c:v>
                </c:pt>
                <c:pt idx="244">
                  <c:v>-0.00354458461183</c:v>
                </c:pt>
                <c:pt idx="245">
                  <c:v>-0.00192604794172</c:v>
                </c:pt>
                <c:pt idx="246">
                  <c:v>-0.00224323914572</c:v>
                </c:pt>
                <c:pt idx="247">
                  <c:v>-0.00513475426363</c:v>
                </c:pt>
                <c:pt idx="248">
                  <c:v>-0.00532442096584</c:v>
                </c:pt>
                <c:pt idx="249">
                  <c:v>-0.00237969135008</c:v>
                </c:pt>
                <c:pt idx="250">
                  <c:v>-0.00508069203222</c:v>
                </c:pt>
                <c:pt idx="251">
                  <c:v>-0.0201181215198</c:v>
                </c:pt>
                <c:pt idx="252">
                  <c:v>-0.0184731322714</c:v>
                </c:pt>
                <c:pt idx="253">
                  <c:v>-0.0178775636051</c:v>
                </c:pt>
                <c:pt idx="254">
                  <c:v>-0.0172912840103</c:v>
                </c:pt>
                <c:pt idx="255">
                  <c:v>-0.0110595964452</c:v>
                </c:pt>
                <c:pt idx="256">
                  <c:v>-0.0100828440946</c:v>
                </c:pt>
                <c:pt idx="257">
                  <c:v>-0.0142776330421</c:v>
                </c:pt>
                <c:pt idx="258">
                  <c:v>-0.0162393034408</c:v>
                </c:pt>
                <c:pt idx="259">
                  <c:v>-0.0185448310303</c:v>
                </c:pt>
                <c:pt idx="260">
                  <c:v>-0.0112560460283</c:v>
                </c:pt>
                <c:pt idx="261">
                  <c:v>-0.00706424341485</c:v>
                </c:pt>
                <c:pt idx="262">
                  <c:v>-0.00601536384313</c:v>
                </c:pt>
                <c:pt idx="263">
                  <c:v>-0.00649035325963</c:v>
                </c:pt>
                <c:pt idx="264">
                  <c:v>0</c:v>
                </c:pt>
                <c:pt idx="265">
                  <c:v>-0.00696575980735</c:v>
                </c:pt>
                <c:pt idx="266">
                  <c:v>-0.0133493696001</c:v>
                </c:pt>
                <c:pt idx="267">
                  <c:v>-0.0188547574015</c:v>
                </c:pt>
                <c:pt idx="268">
                  <c:v>-0.0161701554691</c:v>
                </c:pt>
                <c:pt idx="269">
                  <c:v>-0.015162158672</c:v>
                </c:pt>
                <c:pt idx="270">
                  <c:v>-0.00879714554622</c:v>
                </c:pt>
                <c:pt idx="271">
                  <c:v>-0.00836191594218</c:v>
                </c:pt>
                <c:pt idx="272">
                  <c:v>-0.00855387741796</c:v>
                </c:pt>
                <c:pt idx="273">
                  <c:v>-0.00880334904048</c:v>
                </c:pt>
                <c:pt idx="274">
                  <c:v>-0.0073734388568</c:v>
                </c:pt>
                <c:pt idx="275">
                  <c:v>-0.00468806826442</c:v>
                </c:pt>
                <c:pt idx="276">
                  <c:v>-0.00296054126928</c:v>
                </c:pt>
                <c:pt idx="277">
                  <c:v>-0.0106959092924</c:v>
                </c:pt>
                <c:pt idx="278">
                  <c:v>-0.00685256407121</c:v>
                </c:pt>
                <c:pt idx="279">
                  <c:v>-0.00776690571995</c:v>
                </c:pt>
                <c:pt idx="280">
                  <c:v>-0.00411445217901</c:v>
                </c:pt>
                <c:pt idx="281">
                  <c:v>0</c:v>
                </c:pt>
                <c:pt idx="282">
                  <c:v>0</c:v>
                </c:pt>
                <c:pt idx="283">
                  <c:v>0</c:v>
                </c:pt>
                <c:pt idx="284">
                  <c:v>-0.000703302481237</c:v>
                </c:pt>
                <c:pt idx="285">
                  <c:v>-0.000431791052198</c:v>
                </c:pt>
                <c:pt idx="286">
                  <c:v>0</c:v>
                </c:pt>
                <c:pt idx="287">
                  <c:v>0</c:v>
                </c:pt>
                <c:pt idx="288">
                  <c:v>-0.002962151832</c:v>
                </c:pt>
                <c:pt idx="289">
                  <c:v>-0.00413042772167</c:v>
                </c:pt>
                <c:pt idx="290">
                  <c:v>0</c:v>
                </c:pt>
                <c:pt idx="291">
                  <c:v>-0.0085041135016</c:v>
                </c:pt>
                <c:pt idx="292">
                  <c:v>-0.00753293520517</c:v>
                </c:pt>
                <c:pt idx="293">
                  <c:v>0</c:v>
                </c:pt>
                <c:pt idx="294">
                  <c:v>0</c:v>
                </c:pt>
                <c:pt idx="295">
                  <c:v>0</c:v>
                </c:pt>
                <c:pt idx="296">
                  <c:v>-0.0079526814512</c:v>
                </c:pt>
                <c:pt idx="297">
                  <c:v>-0.00498675466863</c:v>
                </c:pt>
                <c:pt idx="298">
                  <c:v>-0.0114810953296</c:v>
                </c:pt>
                <c:pt idx="299">
                  <c:v>-0.0123855972412</c:v>
                </c:pt>
                <c:pt idx="300">
                  <c:v>-0.0193641763681</c:v>
                </c:pt>
                <c:pt idx="301">
                  <c:v>-0.0182652447717</c:v>
                </c:pt>
                <c:pt idx="302">
                  <c:v>-0.0136215986111</c:v>
                </c:pt>
                <c:pt idx="303">
                  <c:v>-0.015468041779</c:v>
                </c:pt>
                <c:pt idx="304">
                  <c:v>-0.0145919077109</c:v>
                </c:pt>
                <c:pt idx="305">
                  <c:v>-0.0189255991708</c:v>
                </c:pt>
                <c:pt idx="306">
                  <c:v>-0.0183440533551</c:v>
                </c:pt>
                <c:pt idx="307">
                  <c:v>-0.0283116735049</c:v>
                </c:pt>
                <c:pt idx="308">
                  <c:v>-0.034529578323</c:v>
                </c:pt>
                <c:pt idx="309">
                  <c:v>-0.0323991030812</c:v>
                </c:pt>
                <c:pt idx="310">
                  <c:v>-0.0297784051572</c:v>
                </c:pt>
                <c:pt idx="311">
                  <c:v>-0.0253058885486</c:v>
                </c:pt>
                <c:pt idx="312">
                  <c:v>-0.0191411641503</c:v>
                </c:pt>
                <c:pt idx="313">
                  <c:v>-0.0144372224515</c:v>
                </c:pt>
                <c:pt idx="314">
                  <c:v>-0.00968188433941</c:v>
                </c:pt>
                <c:pt idx="315">
                  <c:v>-0.00714471949746</c:v>
                </c:pt>
                <c:pt idx="316">
                  <c:v>-0.00902906075324</c:v>
                </c:pt>
                <c:pt idx="317">
                  <c:v>-0.00472344213548</c:v>
                </c:pt>
                <c:pt idx="318">
                  <c:v>0</c:v>
                </c:pt>
                <c:pt idx="319">
                  <c:v>-0.00153151768499</c:v>
                </c:pt>
                <c:pt idx="320">
                  <c:v>0</c:v>
                </c:pt>
                <c:pt idx="321">
                  <c:v>-0.00188652420036</c:v>
                </c:pt>
                <c:pt idx="322">
                  <c:v>0</c:v>
                </c:pt>
                <c:pt idx="323">
                  <c:v>-0.00166986531353</c:v>
                </c:pt>
                <c:pt idx="324">
                  <c:v>-0.00108613394123</c:v>
                </c:pt>
                <c:pt idx="325">
                  <c:v>-0.0113537857275</c:v>
                </c:pt>
                <c:pt idx="326">
                  <c:v>-0.0428863179838</c:v>
                </c:pt>
                <c:pt idx="327">
                  <c:v>-0.0852926619226</c:v>
                </c:pt>
                <c:pt idx="328">
                  <c:v>-0.0915136664456</c:v>
                </c:pt>
                <c:pt idx="329">
                  <c:v>-0.0869074704062</c:v>
                </c:pt>
                <c:pt idx="330">
                  <c:v>-0.0620284129107</c:v>
                </c:pt>
                <c:pt idx="331">
                  <c:v>-0.0664667022534</c:v>
                </c:pt>
                <c:pt idx="332">
                  <c:v>-0.066036037893</c:v>
                </c:pt>
                <c:pt idx="333">
                  <c:v>-0.0582849738606</c:v>
                </c:pt>
                <c:pt idx="334">
                  <c:v>-0.0416747744858</c:v>
                </c:pt>
                <c:pt idx="335">
                  <c:v>-0.0345726362542</c:v>
                </c:pt>
                <c:pt idx="336">
                  <c:v>-0.0206137813335</c:v>
                </c:pt>
                <c:pt idx="337">
                  <c:v>-0.0216373606049</c:v>
                </c:pt>
                <c:pt idx="338">
                  <c:v>-0.023696288769</c:v>
                </c:pt>
                <c:pt idx="339">
                  <c:v>-0.0172149731695</c:v>
                </c:pt>
                <c:pt idx="340">
                  <c:v>-0.0190656657469</c:v>
                </c:pt>
                <c:pt idx="341">
                  <c:v>-0.0152403404806</c:v>
                </c:pt>
                <c:pt idx="342">
                  <c:v>-0.0220992091604</c:v>
                </c:pt>
                <c:pt idx="343">
                  <c:v>-0.0251194069176</c:v>
                </c:pt>
                <c:pt idx="344">
                  <c:v>-0.0319869447166</c:v>
                </c:pt>
                <c:pt idx="345">
                  <c:v>-0.0260330306948</c:v>
                </c:pt>
                <c:pt idx="346">
                  <c:v>-0.0225667472849</c:v>
                </c:pt>
                <c:pt idx="347">
                  <c:v>-0.00888694598968</c:v>
                </c:pt>
                <c:pt idx="348">
                  <c:v>-0.0175822530695</c:v>
                </c:pt>
                <c:pt idx="349">
                  <c:v>-0.028801545833</c:v>
                </c:pt>
                <c:pt idx="350">
                  <c:v>-0.0170064261523</c:v>
                </c:pt>
                <c:pt idx="351">
                  <c:v>-0.0349727481749</c:v>
                </c:pt>
                <c:pt idx="352">
                  <c:v>-0.0301721337931</c:v>
                </c:pt>
                <c:pt idx="353">
                  <c:v>-0.0445615734618</c:v>
                </c:pt>
                <c:pt idx="354">
                  <c:v>-0.0341174116249</c:v>
                </c:pt>
                <c:pt idx="355">
                  <c:v>-0.0397895343004</c:v>
                </c:pt>
                <c:pt idx="356">
                  <c:v>-0.0333629458671</c:v>
                </c:pt>
                <c:pt idx="357">
                  <c:v>-0.0240906655874</c:v>
                </c:pt>
                <c:pt idx="358">
                  <c:v>-0.0202678378224</c:v>
                </c:pt>
                <c:pt idx="359">
                  <c:v>-0.0282827678434</c:v>
                </c:pt>
                <c:pt idx="360">
                  <c:v>-0.0132015580124</c:v>
                </c:pt>
                <c:pt idx="361">
                  <c:v>-0.0172687283621</c:v>
                </c:pt>
                <c:pt idx="362">
                  <c:v>-0.0255612080568</c:v>
                </c:pt>
                <c:pt idx="363">
                  <c:v>-0.0232517164878</c:v>
                </c:pt>
                <c:pt idx="364">
                  <c:v>-0.0171373489328</c:v>
                </c:pt>
                <c:pt idx="365">
                  <c:v>-0.025046682989</c:v>
                </c:pt>
                <c:pt idx="366">
                  <c:v>-0.0103017935672</c:v>
                </c:pt>
                <c:pt idx="367">
                  <c:v>-0.0185586539547</c:v>
                </c:pt>
                <c:pt idx="368">
                  <c:v>-0.00997061912929</c:v>
                </c:pt>
                <c:pt idx="369">
                  <c:v>-0.0106630738064</c:v>
                </c:pt>
                <c:pt idx="370">
                  <c:v>-0.0125570936738</c:v>
                </c:pt>
                <c:pt idx="371">
                  <c:v>-0.00637885976041</c:v>
                </c:pt>
                <c:pt idx="372">
                  <c:v>-0.00694150332717</c:v>
                </c:pt>
                <c:pt idx="373">
                  <c:v>-0.00621016240565</c:v>
                </c:pt>
                <c:pt idx="374">
                  <c:v>-0.00286552440473</c:v>
                </c:pt>
                <c:pt idx="375">
                  <c:v>-0.00627174941025</c:v>
                </c:pt>
                <c:pt idx="376">
                  <c:v>-0.00632507297145</c:v>
                </c:pt>
                <c:pt idx="377">
                  <c:v>-0.00680798535672</c:v>
                </c:pt>
                <c:pt idx="378">
                  <c:v>-0.00727994646499</c:v>
                </c:pt>
                <c:pt idx="379">
                  <c:v>-0.0109533252487</c:v>
                </c:pt>
                <c:pt idx="380">
                  <c:v>-0.0108054286954</c:v>
                </c:pt>
                <c:pt idx="381">
                  <c:v>-0.00913601330788</c:v>
                </c:pt>
                <c:pt idx="382">
                  <c:v>-0.0087391658381</c:v>
                </c:pt>
                <c:pt idx="383">
                  <c:v>-0.00550555817261</c:v>
                </c:pt>
                <c:pt idx="384">
                  <c:v>-0.00464178867216</c:v>
                </c:pt>
                <c:pt idx="385">
                  <c:v>-0.0099570224363</c:v>
                </c:pt>
                <c:pt idx="386">
                  <c:v>-0.00490741542672</c:v>
                </c:pt>
                <c:pt idx="387">
                  <c:v>-0.000528262805556</c:v>
                </c:pt>
                <c:pt idx="388">
                  <c:v>0</c:v>
                </c:pt>
                <c:pt idx="389">
                  <c:v>0</c:v>
                </c:pt>
                <c:pt idx="390">
                  <c:v>0</c:v>
                </c:pt>
                <c:pt idx="391">
                  <c:v>-0.002380071412</c:v>
                </c:pt>
                <c:pt idx="392">
                  <c:v>0</c:v>
                </c:pt>
                <c:pt idx="393">
                  <c:v>0</c:v>
                </c:pt>
                <c:pt idx="394">
                  <c:v>0</c:v>
                </c:pt>
                <c:pt idx="395">
                  <c:v>0</c:v>
                </c:pt>
                <c:pt idx="396">
                  <c:v>0</c:v>
                </c:pt>
                <c:pt idx="397">
                  <c:v>0</c:v>
                </c:pt>
                <c:pt idx="398">
                  <c:v>0</c:v>
                </c:pt>
                <c:pt idx="399">
                  <c:v>0</c:v>
                </c:pt>
                <c:pt idx="400">
                  <c:v>0</c:v>
                </c:pt>
                <c:pt idx="401">
                  <c:v>0</c:v>
                </c:pt>
                <c:pt idx="402">
                  <c:v>-0.000485815605835</c:v>
                </c:pt>
                <c:pt idx="403">
                  <c:v>0</c:v>
                </c:pt>
                <c:pt idx="404">
                  <c:v>0</c:v>
                </c:pt>
                <c:pt idx="405">
                  <c:v>-0.00530952159559</c:v>
                </c:pt>
                <c:pt idx="406">
                  <c:v>-0.00578789982602</c:v>
                </c:pt>
                <c:pt idx="407">
                  <c:v>-0.00391504271086</c:v>
                </c:pt>
                <c:pt idx="408">
                  <c:v>-0.0113041084217</c:v>
                </c:pt>
                <c:pt idx="409">
                  <c:v>-0.00981805959933</c:v>
                </c:pt>
                <c:pt idx="410">
                  <c:v>-0.00807795497922</c:v>
                </c:pt>
                <c:pt idx="411">
                  <c:v>-0.00396541066973</c:v>
                </c:pt>
                <c:pt idx="412">
                  <c:v>-0.00407243268718</c:v>
                </c:pt>
                <c:pt idx="413">
                  <c:v>-0.000509359710596</c:v>
                </c:pt>
                <c:pt idx="414">
                  <c:v>0</c:v>
                </c:pt>
                <c:pt idx="415">
                  <c:v>-0.00042005228027</c:v>
                </c:pt>
                <c:pt idx="416">
                  <c:v>-0.00502647013722</c:v>
                </c:pt>
                <c:pt idx="417">
                  <c:v>0</c:v>
                </c:pt>
                <c:pt idx="418">
                  <c:v>0</c:v>
                </c:pt>
                <c:pt idx="419">
                  <c:v>-0.00560932214198</c:v>
                </c:pt>
                <c:pt idx="420">
                  <c:v>-0.00618968300487</c:v>
                </c:pt>
                <c:pt idx="421">
                  <c:v>-0.0080924205879</c:v>
                </c:pt>
                <c:pt idx="422">
                  <c:v>-0.0092653234692</c:v>
                </c:pt>
                <c:pt idx="423">
                  <c:v>-0.00767427314097</c:v>
                </c:pt>
                <c:pt idx="424">
                  <c:v>-0.00835108483236</c:v>
                </c:pt>
                <c:pt idx="425">
                  <c:v>0</c:v>
                </c:pt>
                <c:pt idx="426">
                  <c:v>-0.00399276505408</c:v>
                </c:pt>
                <c:pt idx="427">
                  <c:v>-0.00144428882306</c:v>
                </c:pt>
                <c:pt idx="428">
                  <c:v>-0.00181401701508</c:v>
                </c:pt>
                <c:pt idx="429">
                  <c:v>0</c:v>
                </c:pt>
                <c:pt idx="430">
                  <c:v>0</c:v>
                </c:pt>
                <c:pt idx="431">
                  <c:v>0</c:v>
                </c:pt>
                <c:pt idx="432">
                  <c:v>0</c:v>
                </c:pt>
                <c:pt idx="433">
                  <c:v>0</c:v>
                </c:pt>
                <c:pt idx="434">
                  <c:v>-0.000359210484373</c:v>
                </c:pt>
                <c:pt idx="435">
                  <c:v>0</c:v>
                </c:pt>
                <c:pt idx="436">
                  <c:v>0</c:v>
                </c:pt>
                <c:pt idx="437">
                  <c:v>-0.00309152325394</c:v>
                </c:pt>
                <c:pt idx="438">
                  <c:v>0</c:v>
                </c:pt>
                <c:pt idx="439">
                  <c:v>0</c:v>
                </c:pt>
                <c:pt idx="440">
                  <c:v>0</c:v>
                </c:pt>
                <c:pt idx="441">
                  <c:v>0</c:v>
                </c:pt>
                <c:pt idx="442">
                  <c:v>-0.000494338525119</c:v>
                </c:pt>
                <c:pt idx="443">
                  <c:v>-0.00573020929828</c:v>
                </c:pt>
                <c:pt idx="444">
                  <c:v>-0.00617757834699</c:v>
                </c:pt>
                <c:pt idx="445">
                  <c:v>-0.00185840431325</c:v>
                </c:pt>
                <c:pt idx="446">
                  <c:v>0</c:v>
                </c:pt>
                <c:pt idx="447">
                  <c:v>-0.000837318342006</c:v>
                </c:pt>
                <c:pt idx="448">
                  <c:v>-0.0050748619846</c:v>
                </c:pt>
                <c:pt idx="449">
                  <c:v>-0.00444418288676</c:v>
                </c:pt>
                <c:pt idx="450">
                  <c:v>0</c:v>
                </c:pt>
                <c:pt idx="451">
                  <c:v>0</c:v>
                </c:pt>
                <c:pt idx="452">
                  <c:v>0</c:v>
                </c:pt>
                <c:pt idx="453">
                  <c:v>0</c:v>
                </c:pt>
                <c:pt idx="454">
                  <c:v>0</c:v>
                </c:pt>
                <c:pt idx="455">
                  <c:v>0</c:v>
                </c:pt>
                <c:pt idx="456">
                  <c:v>0</c:v>
                </c:pt>
                <c:pt idx="457">
                  <c:v>-4.3091498575e-5</c:v>
                </c:pt>
                <c:pt idx="458">
                  <c:v>0</c:v>
                </c:pt>
                <c:pt idx="459">
                  <c:v>-0.00659564759652</c:v>
                </c:pt>
                <c:pt idx="460">
                  <c:v>-0.0211849811135</c:v>
                </c:pt>
                <c:pt idx="461">
                  <c:v>-0.00761374191969</c:v>
                </c:pt>
                <c:pt idx="462">
                  <c:v>-0.0111814137274</c:v>
                </c:pt>
                <c:pt idx="463">
                  <c:v>-8.52801378084e-5</c:v>
                </c:pt>
                <c:pt idx="464">
                  <c:v>0</c:v>
                </c:pt>
                <c:pt idx="465">
                  <c:v>-0.00578213167425</c:v>
                </c:pt>
                <c:pt idx="466">
                  <c:v>0</c:v>
                </c:pt>
                <c:pt idx="467">
                  <c:v>-0.0137654519475</c:v>
                </c:pt>
                <c:pt idx="468">
                  <c:v>-0.0113173221437</c:v>
                </c:pt>
                <c:pt idx="469">
                  <c:v>-0.00612675696931</c:v>
                </c:pt>
                <c:pt idx="470">
                  <c:v>-0.00250722718931</c:v>
                </c:pt>
                <c:pt idx="471">
                  <c:v>0</c:v>
                </c:pt>
                <c:pt idx="472">
                  <c:v>-0.000795617312657</c:v>
                </c:pt>
                <c:pt idx="473">
                  <c:v>-0.00222773163292</c:v>
                </c:pt>
                <c:pt idx="474">
                  <c:v>-0.00349188135659</c:v>
                </c:pt>
                <c:pt idx="475">
                  <c:v>-0.00303255263496</c:v>
                </c:pt>
                <c:pt idx="476">
                  <c:v>0</c:v>
                </c:pt>
                <c:pt idx="477">
                  <c:v>-0.0133047263928</c:v>
                </c:pt>
                <c:pt idx="478">
                  <c:v>-0.0112023442583</c:v>
                </c:pt>
                <c:pt idx="479">
                  <c:v>-0.00864854052519</c:v>
                </c:pt>
                <c:pt idx="480">
                  <c:v>-0.010221894712</c:v>
                </c:pt>
                <c:pt idx="481">
                  <c:v>-0.00116720842007</c:v>
                </c:pt>
                <c:pt idx="482">
                  <c:v>0</c:v>
                </c:pt>
                <c:pt idx="483">
                  <c:v>0</c:v>
                </c:pt>
                <c:pt idx="484">
                  <c:v>-0.00385760614821</c:v>
                </c:pt>
                <c:pt idx="485">
                  <c:v>-0.0104409236885</c:v>
                </c:pt>
                <c:pt idx="486">
                  <c:v>-0.0147654353377</c:v>
                </c:pt>
                <c:pt idx="487">
                  <c:v>-0.016148159181</c:v>
                </c:pt>
                <c:pt idx="488">
                  <c:v>-0.0180520963307</c:v>
                </c:pt>
                <c:pt idx="489">
                  <c:v>-0.0188256288246</c:v>
                </c:pt>
                <c:pt idx="490">
                  <c:v>-0.0197390254851</c:v>
                </c:pt>
                <c:pt idx="491">
                  <c:v>-0.0106848531205</c:v>
                </c:pt>
                <c:pt idx="492">
                  <c:v>-0.0102474372108</c:v>
                </c:pt>
                <c:pt idx="493">
                  <c:v>-0.00613903786575</c:v>
                </c:pt>
                <c:pt idx="494">
                  <c:v>-0.00772619838847</c:v>
                </c:pt>
                <c:pt idx="495">
                  <c:v>-0.0036056223999</c:v>
                </c:pt>
                <c:pt idx="496">
                  <c:v>-0.00721569710622</c:v>
                </c:pt>
                <c:pt idx="497">
                  <c:v>-0.00753164979795</c:v>
                </c:pt>
                <c:pt idx="498">
                  <c:v>-0.00540687835363</c:v>
                </c:pt>
                <c:pt idx="499">
                  <c:v>-0.00778187530086</c:v>
                </c:pt>
                <c:pt idx="500">
                  <c:v>-0.00664079717673</c:v>
                </c:pt>
                <c:pt idx="501">
                  <c:v>-0.0109934617234</c:v>
                </c:pt>
                <c:pt idx="502">
                  <c:v>-0.00947169710372</c:v>
                </c:pt>
                <c:pt idx="503">
                  <c:v>-0.00542069046218</c:v>
                </c:pt>
                <c:pt idx="504">
                  <c:v>-0.00627878642613</c:v>
                </c:pt>
                <c:pt idx="505">
                  <c:v>-0.00806523931365</c:v>
                </c:pt>
                <c:pt idx="506">
                  <c:v>-0.00928553126593</c:v>
                </c:pt>
                <c:pt idx="507">
                  <c:v>-0.0116878488663</c:v>
                </c:pt>
                <c:pt idx="508">
                  <c:v>-0.0125661361165</c:v>
                </c:pt>
                <c:pt idx="509">
                  <c:v>-0.00927745763771</c:v>
                </c:pt>
                <c:pt idx="510">
                  <c:v>-0.00678909863936</c:v>
                </c:pt>
                <c:pt idx="511">
                  <c:v>0</c:v>
                </c:pt>
                <c:pt idx="512">
                  <c:v>0</c:v>
                </c:pt>
                <c:pt idx="513">
                  <c:v>0</c:v>
                </c:pt>
                <c:pt idx="514">
                  <c:v>-0.000882582096143</c:v>
                </c:pt>
                <c:pt idx="515">
                  <c:v>-0.00708089089982</c:v>
                </c:pt>
                <c:pt idx="516">
                  <c:v>-0.00481092725837</c:v>
                </c:pt>
                <c:pt idx="517">
                  <c:v>-0.0115946113006</c:v>
                </c:pt>
                <c:pt idx="518">
                  <c:v>-0.00438049239572</c:v>
                </c:pt>
                <c:pt idx="519">
                  <c:v>0</c:v>
                </c:pt>
                <c:pt idx="520">
                  <c:v>0</c:v>
                </c:pt>
                <c:pt idx="521">
                  <c:v>-0.00323596160137</c:v>
                </c:pt>
                <c:pt idx="522">
                  <c:v>-0.00173011572984</c:v>
                </c:pt>
                <c:pt idx="523">
                  <c:v>0</c:v>
                </c:pt>
                <c:pt idx="524">
                  <c:v>0</c:v>
                </c:pt>
                <c:pt idx="525">
                  <c:v>0</c:v>
                </c:pt>
                <c:pt idx="526">
                  <c:v>0</c:v>
                </c:pt>
                <c:pt idx="527">
                  <c:v>-0.000473017548007</c:v>
                </c:pt>
                <c:pt idx="528">
                  <c:v>0</c:v>
                </c:pt>
                <c:pt idx="529">
                  <c:v>-0.0023965369468</c:v>
                </c:pt>
                <c:pt idx="530">
                  <c:v>-0.00138048551539</c:v>
                </c:pt>
                <c:pt idx="531">
                  <c:v>0</c:v>
                </c:pt>
                <c:pt idx="532">
                  <c:v>0</c:v>
                </c:pt>
                <c:pt idx="533">
                  <c:v>0</c:v>
                </c:pt>
                <c:pt idx="534">
                  <c:v>-0.00248394647023</c:v>
                </c:pt>
                <c:pt idx="535">
                  <c:v>0</c:v>
                </c:pt>
                <c:pt idx="536">
                  <c:v>0</c:v>
                </c:pt>
                <c:pt idx="537">
                  <c:v>0</c:v>
                </c:pt>
                <c:pt idx="538">
                  <c:v>-0.0254173288174</c:v>
                </c:pt>
                <c:pt idx="539">
                  <c:v>-0.0307823104968</c:v>
                </c:pt>
                <c:pt idx="540">
                  <c:v>-0.0157989713174</c:v>
                </c:pt>
                <c:pt idx="541">
                  <c:v>-0.0189365280236</c:v>
                </c:pt>
                <c:pt idx="542">
                  <c:v>-0.0211969665062</c:v>
                </c:pt>
                <c:pt idx="543">
                  <c:v>-0.0121645429812</c:v>
                </c:pt>
                <c:pt idx="544">
                  <c:v>-0.00867625526808</c:v>
                </c:pt>
                <c:pt idx="545">
                  <c:v>-0.0105417448887</c:v>
                </c:pt>
                <c:pt idx="546">
                  <c:v>-0.0062691956643</c:v>
                </c:pt>
                <c:pt idx="547">
                  <c:v>-0.0120473717914</c:v>
                </c:pt>
                <c:pt idx="548">
                  <c:v>-0.0135197144912</c:v>
                </c:pt>
                <c:pt idx="549">
                  <c:v>-0.0134251939947</c:v>
                </c:pt>
                <c:pt idx="550">
                  <c:v>-0.0165432594197</c:v>
                </c:pt>
                <c:pt idx="551">
                  <c:v>-0.0115596049777</c:v>
                </c:pt>
                <c:pt idx="552">
                  <c:v>-0.00486046761223</c:v>
                </c:pt>
                <c:pt idx="553">
                  <c:v>0</c:v>
                </c:pt>
                <c:pt idx="554">
                  <c:v>-0.000625044057161</c:v>
                </c:pt>
                <c:pt idx="555">
                  <c:v>0</c:v>
                </c:pt>
                <c:pt idx="556">
                  <c:v>0</c:v>
                </c:pt>
                <c:pt idx="557">
                  <c:v>-0.00640368515687</c:v>
                </c:pt>
                <c:pt idx="558">
                  <c:v>-0.00171133963577</c:v>
                </c:pt>
                <c:pt idx="559">
                  <c:v>-0.00638393594446</c:v>
                </c:pt>
                <c:pt idx="560">
                  <c:v>-0.0164218700422</c:v>
                </c:pt>
                <c:pt idx="561">
                  <c:v>-0.0168806629896</c:v>
                </c:pt>
                <c:pt idx="562">
                  <c:v>-0.0208355093879</c:v>
                </c:pt>
                <c:pt idx="563">
                  <c:v>-0.0169134898186</c:v>
                </c:pt>
                <c:pt idx="564">
                  <c:v>-0.0149897892096</c:v>
                </c:pt>
                <c:pt idx="565">
                  <c:v>-0.014274079114</c:v>
                </c:pt>
                <c:pt idx="566">
                  <c:v>-0.0193912139025</c:v>
                </c:pt>
                <c:pt idx="567">
                  <c:v>-0.0236396232022</c:v>
                </c:pt>
                <c:pt idx="568">
                  <c:v>-0.0270161890958</c:v>
                </c:pt>
                <c:pt idx="569">
                  <c:v>-0.0175404931014</c:v>
                </c:pt>
                <c:pt idx="570">
                  <c:v>-0.0131362248088</c:v>
                </c:pt>
                <c:pt idx="571">
                  <c:v>-0.0167393330367</c:v>
                </c:pt>
                <c:pt idx="572">
                  <c:v>-0.0168373372937</c:v>
                </c:pt>
                <c:pt idx="573">
                  <c:v>-0.0347233443651</c:v>
                </c:pt>
                <c:pt idx="574">
                  <c:v>-0.0367700935511</c:v>
                </c:pt>
                <c:pt idx="575">
                  <c:v>-0.0403887841707</c:v>
                </c:pt>
                <c:pt idx="576">
                  <c:v>-0.0303998531975</c:v>
                </c:pt>
                <c:pt idx="577">
                  <c:v>-0.0390242527202</c:v>
                </c:pt>
                <c:pt idx="578">
                  <c:v>-0.0360106413969</c:v>
                </c:pt>
                <c:pt idx="579">
                  <c:v>-0.0304886345274</c:v>
                </c:pt>
                <c:pt idx="580">
                  <c:v>-0.0217509262335</c:v>
                </c:pt>
                <c:pt idx="581">
                  <c:v>-0.0181977381391</c:v>
                </c:pt>
                <c:pt idx="582">
                  <c:v>-0.0213883624844</c:v>
                </c:pt>
                <c:pt idx="583">
                  <c:v>-0.0144784913445</c:v>
                </c:pt>
                <c:pt idx="584">
                  <c:v>-0.0164019057535</c:v>
                </c:pt>
                <c:pt idx="585">
                  <c:v>-0.0138513254192</c:v>
                </c:pt>
                <c:pt idx="586">
                  <c:v>-0.0146229869221</c:v>
                </c:pt>
                <c:pt idx="587">
                  <c:v>-0.0154378998388</c:v>
                </c:pt>
                <c:pt idx="588">
                  <c:v>-0.00881982452385</c:v>
                </c:pt>
                <c:pt idx="589">
                  <c:v>-0.00425595528835</c:v>
                </c:pt>
                <c:pt idx="590">
                  <c:v>-0.00512233720442</c:v>
                </c:pt>
                <c:pt idx="591">
                  <c:v>-0.00262960829121</c:v>
                </c:pt>
                <c:pt idx="592">
                  <c:v>-0.00593168052909</c:v>
                </c:pt>
                <c:pt idx="593">
                  <c:v>-0.00456240905446</c:v>
                </c:pt>
                <c:pt idx="594">
                  <c:v>-0.00604081313977</c:v>
                </c:pt>
                <c:pt idx="595">
                  <c:v>0</c:v>
                </c:pt>
                <c:pt idx="596">
                  <c:v>-0.000226769364308</c:v>
                </c:pt>
                <c:pt idx="597">
                  <c:v>0</c:v>
                </c:pt>
                <c:pt idx="598">
                  <c:v>-0.000231517771556</c:v>
                </c:pt>
                <c:pt idx="599">
                  <c:v>-0.00473149252205</c:v>
                </c:pt>
                <c:pt idx="600">
                  <c:v>0</c:v>
                </c:pt>
                <c:pt idx="601">
                  <c:v>0</c:v>
                </c:pt>
                <c:pt idx="602">
                  <c:v>-0.00635361761324</c:v>
                </c:pt>
                <c:pt idx="603">
                  <c:v>-0.00280325118514</c:v>
                </c:pt>
                <c:pt idx="604">
                  <c:v>0</c:v>
                </c:pt>
                <c:pt idx="605">
                  <c:v>0</c:v>
                </c:pt>
                <c:pt idx="606">
                  <c:v>-0.00474813334443</c:v>
                </c:pt>
                <c:pt idx="607">
                  <c:v>-0.000204305798271</c:v>
                </c:pt>
                <c:pt idx="608">
                  <c:v>0</c:v>
                </c:pt>
                <c:pt idx="609">
                  <c:v>0</c:v>
                </c:pt>
                <c:pt idx="610">
                  <c:v>0</c:v>
                </c:pt>
                <c:pt idx="611">
                  <c:v>-0.00209243103881</c:v>
                </c:pt>
                <c:pt idx="612">
                  <c:v>-0.0100419712164</c:v>
                </c:pt>
                <c:pt idx="613">
                  <c:v>-0.00444498163226</c:v>
                </c:pt>
                <c:pt idx="614">
                  <c:v>-0.00450217839433</c:v>
                </c:pt>
                <c:pt idx="615">
                  <c:v>-0.00535107988983</c:v>
                </c:pt>
                <c:pt idx="616">
                  <c:v>-0.00768501304159</c:v>
                </c:pt>
                <c:pt idx="617">
                  <c:v>-0.00849065493106</c:v>
                </c:pt>
                <c:pt idx="618">
                  <c:v>-0.00749981724748</c:v>
                </c:pt>
                <c:pt idx="619">
                  <c:v>-0.00820022235637</c:v>
                </c:pt>
                <c:pt idx="620">
                  <c:v>-0.0154037257017</c:v>
                </c:pt>
                <c:pt idx="621">
                  <c:v>-0.0127889443359</c:v>
                </c:pt>
                <c:pt idx="622">
                  <c:v>-0.0131033578005</c:v>
                </c:pt>
                <c:pt idx="623">
                  <c:v>-0.00561169692333</c:v>
                </c:pt>
                <c:pt idx="624">
                  <c:v>0</c:v>
                </c:pt>
                <c:pt idx="625">
                  <c:v>0</c:v>
                </c:pt>
                <c:pt idx="626">
                  <c:v>-0.00582019443494</c:v>
                </c:pt>
                <c:pt idx="627">
                  <c:v>-0.0299677590484</c:v>
                </c:pt>
                <c:pt idx="628">
                  <c:v>-0.0261229787592</c:v>
                </c:pt>
                <c:pt idx="629">
                  <c:v>-0.028225266449</c:v>
                </c:pt>
                <c:pt idx="630">
                  <c:v>-0.0394431104664</c:v>
                </c:pt>
                <c:pt idx="631">
                  <c:v>-0.0287801287239</c:v>
                </c:pt>
                <c:pt idx="632">
                  <c:v>-0.0294755089246</c:v>
                </c:pt>
                <c:pt idx="633">
                  <c:v>-0.0207427689407</c:v>
                </c:pt>
                <c:pt idx="634">
                  <c:v>-0.0246739125551</c:v>
                </c:pt>
                <c:pt idx="635">
                  <c:v>-0.025642703267</c:v>
                </c:pt>
                <c:pt idx="636">
                  <c:v>-0.0141437887533</c:v>
                </c:pt>
                <c:pt idx="637">
                  <c:v>-0.0149849463717</c:v>
                </c:pt>
                <c:pt idx="638">
                  <c:v>-0.0164199349885</c:v>
                </c:pt>
                <c:pt idx="639">
                  <c:v>-0.0294206725189</c:v>
                </c:pt>
                <c:pt idx="640">
                  <c:v>-0.0343506910787</c:v>
                </c:pt>
                <c:pt idx="641">
                  <c:v>-0.0266432344107</c:v>
                </c:pt>
                <c:pt idx="642">
                  <c:v>-0.0366734860583</c:v>
                </c:pt>
                <c:pt idx="643">
                  <c:v>-0.0332644326156</c:v>
                </c:pt>
                <c:pt idx="644">
                  <c:v>-0.0312197720921</c:v>
                </c:pt>
                <c:pt idx="645">
                  <c:v>-0.0378022150851</c:v>
                </c:pt>
                <c:pt idx="646">
                  <c:v>-0.0325496590855</c:v>
                </c:pt>
                <c:pt idx="647">
                  <c:v>-0.0325154749704</c:v>
                </c:pt>
                <c:pt idx="648">
                  <c:v>-0.0212340030988</c:v>
                </c:pt>
                <c:pt idx="649">
                  <c:v>-0.0174157081639</c:v>
                </c:pt>
                <c:pt idx="650">
                  <c:v>-0.00831760064612</c:v>
                </c:pt>
                <c:pt idx="651">
                  <c:v>-0.00476884285505</c:v>
                </c:pt>
                <c:pt idx="652">
                  <c:v>0</c:v>
                </c:pt>
                <c:pt idx="653">
                  <c:v>0</c:v>
                </c:pt>
                <c:pt idx="654">
                  <c:v>0</c:v>
                </c:pt>
                <c:pt idx="655">
                  <c:v>0</c:v>
                </c:pt>
                <c:pt idx="656">
                  <c:v>-0.0108567649311</c:v>
                </c:pt>
                <c:pt idx="657">
                  <c:v>-0.0104463690512</c:v>
                </c:pt>
                <c:pt idx="658">
                  <c:v>-0.00761915926431</c:v>
                </c:pt>
                <c:pt idx="659">
                  <c:v>0</c:v>
                </c:pt>
                <c:pt idx="660">
                  <c:v>0</c:v>
                </c:pt>
                <c:pt idx="661">
                  <c:v>0</c:v>
                </c:pt>
                <c:pt idx="662">
                  <c:v>-0.00444725821614</c:v>
                </c:pt>
                <c:pt idx="663">
                  <c:v>-0.0133304303904</c:v>
                </c:pt>
                <c:pt idx="664">
                  <c:v>-0.0191819692631</c:v>
                </c:pt>
                <c:pt idx="665">
                  <c:v>-0.00853325515727</c:v>
                </c:pt>
                <c:pt idx="666">
                  <c:v>-0.00604844203085</c:v>
                </c:pt>
                <c:pt idx="667">
                  <c:v>-0.00746563796123</c:v>
                </c:pt>
                <c:pt idx="668">
                  <c:v>-0.0139370673543</c:v>
                </c:pt>
                <c:pt idx="669">
                  <c:v>-0.0132576976316</c:v>
                </c:pt>
                <c:pt idx="670">
                  <c:v>-0.015773112197</c:v>
                </c:pt>
                <c:pt idx="671">
                  <c:v>-0.00928523095947</c:v>
                </c:pt>
                <c:pt idx="672">
                  <c:v>-0.00267672262393</c:v>
                </c:pt>
                <c:pt idx="673">
                  <c:v>0</c:v>
                </c:pt>
                <c:pt idx="674">
                  <c:v>0</c:v>
                </c:pt>
                <c:pt idx="675">
                  <c:v>0</c:v>
                </c:pt>
                <c:pt idx="676">
                  <c:v>0</c:v>
                </c:pt>
                <c:pt idx="677">
                  <c:v>0</c:v>
                </c:pt>
                <c:pt idx="678">
                  <c:v>0</c:v>
                </c:pt>
                <c:pt idx="679">
                  <c:v>-0.0086231806113</c:v>
                </c:pt>
                <c:pt idx="680">
                  <c:v>-0.00588491411121</c:v>
                </c:pt>
                <c:pt idx="681">
                  <c:v>-0.00866511127424</c:v>
                </c:pt>
                <c:pt idx="682">
                  <c:v>-0.00566705255803</c:v>
                </c:pt>
                <c:pt idx="683">
                  <c:v>-0.0114061966059</c:v>
                </c:pt>
                <c:pt idx="684">
                  <c:v>-0.00940894973264</c:v>
                </c:pt>
                <c:pt idx="685">
                  <c:v>-0.00999019246293</c:v>
                </c:pt>
                <c:pt idx="686">
                  <c:v>-0.00514069097773</c:v>
                </c:pt>
                <c:pt idx="687">
                  <c:v>-0.00735776013334</c:v>
                </c:pt>
                <c:pt idx="688">
                  <c:v>-0.000163168479365</c:v>
                </c:pt>
                <c:pt idx="689">
                  <c:v>-0.00184385242952</c:v>
                </c:pt>
                <c:pt idx="690">
                  <c:v>0</c:v>
                </c:pt>
                <c:pt idx="691">
                  <c:v>0</c:v>
                </c:pt>
                <c:pt idx="692">
                  <c:v>0</c:v>
                </c:pt>
                <c:pt idx="693">
                  <c:v>-0.000497034576113</c:v>
                </c:pt>
                <c:pt idx="694">
                  <c:v>-0.00152247720853</c:v>
                </c:pt>
                <c:pt idx="695">
                  <c:v>-0.00193614554352</c:v>
                </c:pt>
                <c:pt idx="696">
                  <c:v>-0.00278552340342</c:v>
                </c:pt>
                <c:pt idx="697">
                  <c:v>0</c:v>
                </c:pt>
                <c:pt idx="698">
                  <c:v>-0.0029937568012</c:v>
                </c:pt>
                <c:pt idx="699">
                  <c:v>-0.00358180724377</c:v>
                </c:pt>
                <c:pt idx="700">
                  <c:v>-0.00777661459508</c:v>
                </c:pt>
                <c:pt idx="701">
                  <c:v>-0.000780891730974</c:v>
                </c:pt>
                <c:pt idx="702">
                  <c:v>-0.00181256455516</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efa6b13e-51ce-4bbf-b4c3-3f306e46b497}"/>
      </c:ext>
    </c:extLst>
  </c:chart>
  <c:spPr>
    <a:solidFill>
      <a:srgbClr val="F5F7F9"/>
    </a:solidFill>
  </c:spPr>
  <c:txPr>
    <a:bodyPr/>
    <a:lstStyle/>
    <a:p>
      <a:pPr>
        <a:defRPr lang="zh-CN"/>
      </a:pP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Dual Momentum</c:f>
              <c:strCache>
                <c:ptCount val="1"/>
                <c:pt idx="0">
                  <c:v>Dual Momentum</c:v>
                </c:pt>
              </c:strCache>
            </c:strRef>
          </c:tx>
          <c:spPr>
            <a:ln w="16193" cap="rnd">
              <a:solidFill>
                <a:srgbClr val="8196B0"/>
              </a:solidFill>
              <a:prstDash val="solid"/>
              <a:round/>
            </a:ln>
          </c:spPr>
          <c:marker>
            <c:symbol val="none"/>
          </c:marker>
          <c:dLbls>
            <c:delete val="1"/>
          </c:dLbls>
          <c:cat>
            <c:strRef>
              <c:f>'Chart Data'!$A$2:$A$23</c:f>
              <c:strCache>
                <c:ptCount val="22"/>
                <c:pt idx="0">
                  <c:v>2026-09-18</c:v>
                </c:pt>
                <c:pt idx="1">
                  <c:v>2026-09-21</c:v>
                </c:pt>
                <c:pt idx="2">
                  <c:v>2026-09-22</c:v>
                </c:pt>
                <c:pt idx="3">
                  <c:v>2026-09-23</c:v>
                </c:pt>
                <c:pt idx="4">
                  <c:v>2026-09-24</c:v>
                </c:pt>
                <c:pt idx="5">
                  <c:v>2026-09-25</c:v>
                </c:pt>
                <c:pt idx="6">
                  <c:v>2026-09-28</c:v>
                </c:pt>
                <c:pt idx="7">
                  <c:v>2026-09-29</c:v>
                </c:pt>
                <c:pt idx="8">
                  <c:v>2026-09-30</c:v>
                </c:pt>
                <c:pt idx="9">
                  <c:v>2026-10-01</c:v>
                </c:pt>
                <c:pt idx="10">
                  <c:v>2026-10-02</c:v>
                </c:pt>
                <c:pt idx="11">
                  <c:v>2026-10-05</c:v>
                </c:pt>
                <c:pt idx="12">
                  <c:v>2026-10-06</c:v>
                </c:pt>
                <c:pt idx="13">
                  <c:v>2026-10-07</c:v>
                </c:pt>
                <c:pt idx="14">
                  <c:v>2026-10-08</c:v>
                </c:pt>
                <c:pt idx="15">
                  <c:v>2026-10-09</c:v>
                </c:pt>
                <c:pt idx="16">
                  <c:v>2026-10-12</c:v>
                </c:pt>
                <c:pt idx="17">
                  <c:v>2026-10-13</c:v>
                </c:pt>
                <c:pt idx="18">
                  <c:v>2026-10-14</c:v>
                </c:pt>
                <c:pt idx="19">
                  <c:v>2026-10-15</c:v>
                </c:pt>
                <c:pt idx="20">
                  <c:v>2026-10-16</c:v>
                </c:pt>
                <c:pt idx="21">
                  <c:v>2026-10-19</c:v>
                </c:pt>
              </c:strCache>
            </c:strRef>
          </c:cat>
          <c:val>
            <c:numRef>
              <c:f>'Chart Data'!$B$2:$B$23</c:f>
              <c:numCache>
                <c:formatCode>0.00</c:formatCode>
                <c:ptCount val="22"/>
                <c:pt idx="0">
                  <c:v>1</c:v>
                </c:pt>
                <c:pt idx="1">
                  <c:v>0.996872999336</c:v>
                </c:pt>
                <c:pt idx="2">
                  <c:v>1.00011647777</c:v>
                </c:pt>
                <c:pt idx="3">
                  <c:v>1.00427879651</c:v>
                </c:pt>
                <c:pt idx="4">
                  <c:v>1.00879363278</c:v>
                </c:pt>
                <c:pt idx="5">
                  <c:v>1.00332712445</c:v>
                </c:pt>
                <c:pt idx="6">
                  <c:v>1.00045348901</c:v>
                </c:pt>
                <c:pt idx="7">
                  <c:v>0.991489803848</c:v>
                </c:pt>
                <c:pt idx="8">
                  <c:v>0.994672376753</c:v>
                </c:pt>
                <c:pt idx="9">
                  <c:v>0.999887117488</c:v>
                </c:pt>
                <c:pt idx="10">
                  <c:v>0.993848528379</c:v>
                </c:pt>
                <c:pt idx="11">
                  <c:v>0.998905579913</c:v>
                </c:pt>
                <c:pt idx="12">
                  <c:v>1.00455477015</c:v>
                </c:pt>
                <c:pt idx="13">
                  <c:v>0.996214418664</c:v>
                </c:pt>
                <c:pt idx="14">
                  <c:v>0.977545862715</c:v>
                </c:pt>
                <c:pt idx="15">
                  <c:v>0.980672405889</c:v>
                </c:pt>
                <c:pt idx="16">
                  <c:v>0.981155571192</c:v>
                </c:pt>
                <c:pt idx="17">
                  <c:v>0.982096173246</c:v>
                </c:pt>
                <c:pt idx="18">
                  <c:v>0.974478975316</c:v>
                </c:pt>
                <c:pt idx="19">
                  <c:v>0.974359086545</c:v>
                </c:pt>
                <c:pt idx="20">
                  <c:v>0.971554540794</c:v>
                </c:pt>
                <c:pt idx="21">
                  <c:v>0.969537049861</c:v>
                </c:pt>
              </c:numCache>
            </c:numRef>
          </c:val>
          <c:smooth val="0"/>
        </c:ser>
        <c:ser>
          <c:idx val="1"/>
          <c:order val="1"/>
          <c:tx>
            <c:strRef>
              <c:f>MGRP</c:f>
              <c:strCache>
                <c:ptCount val="1"/>
                <c:pt idx="0">
                  <c:v>MGRP</c:v>
                </c:pt>
              </c:strCache>
            </c:strRef>
          </c:tx>
          <c:spPr>
            <a:ln w="16193" cap="rnd">
              <a:solidFill>
                <a:srgbClr val="72B5C0"/>
              </a:solidFill>
              <a:prstDash val="solid"/>
              <a:round/>
            </a:ln>
          </c:spPr>
          <c:marker>
            <c:symbol val="none"/>
          </c:marker>
          <c:dLbls>
            <c:delete val="1"/>
          </c:dLbls>
          <c:cat>
            <c:strRef>
              <c:f>'Chart Data'!$C$2:$C$23</c:f>
              <c:strCache>
                <c:ptCount val="22"/>
                <c:pt idx="0">
                  <c:v>2026-09-18</c:v>
                </c:pt>
                <c:pt idx="1">
                  <c:v>2026-09-21</c:v>
                </c:pt>
                <c:pt idx="2">
                  <c:v>2026-09-22</c:v>
                </c:pt>
                <c:pt idx="3">
                  <c:v>2026-09-23</c:v>
                </c:pt>
                <c:pt idx="4">
                  <c:v>2026-09-24</c:v>
                </c:pt>
                <c:pt idx="5">
                  <c:v>2026-09-25</c:v>
                </c:pt>
                <c:pt idx="6">
                  <c:v>2026-09-28</c:v>
                </c:pt>
                <c:pt idx="7">
                  <c:v>2026-09-29</c:v>
                </c:pt>
                <c:pt idx="8">
                  <c:v>2026-09-30</c:v>
                </c:pt>
                <c:pt idx="9">
                  <c:v>2026-10-01</c:v>
                </c:pt>
                <c:pt idx="10">
                  <c:v>2026-10-02</c:v>
                </c:pt>
                <c:pt idx="11">
                  <c:v>2026-10-05</c:v>
                </c:pt>
                <c:pt idx="12">
                  <c:v>2026-10-06</c:v>
                </c:pt>
                <c:pt idx="13">
                  <c:v>2026-10-07</c:v>
                </c:pt>
                <c:pt idx="14">
                  <c:v>2026-10-08</c:v>
                </c:pt>
                <c:pt idx="15">
                  <c:v>2026-10-09</c:v>
                </c:pt>
                <c:pt idx="16">
                  <c:v>2026-10-12</c:v>
                </c:pt>
                <c:pt idx="17">
                  <c:v>2026-10-13</c:v>
                </c:pt>
                <c:pt idx="18">
                  <c:v>2026-10-14</c:v>
                </c:pt>
                <c:pt idx="19">
                  <c:v>2026-10-15</c:v>
                </c:pt>
                <c:pt idx="20">
                  <c:v>2026-10-16</c:v>
                </c:pt>
                <c:pt idx="21">
                  <c:v>2026-10-19</c:v>
                </c:pt>
              </c:strCache>
            </c:strRef>
          </c:cat>
          <c:val>
            <c:numRef>
              <c:f>'Chart Data'!$D$2:$D$23</c:f>
              <c:numCache>
                <c:formatCode>0.00</c:formatCode>
                <c:ptCount val="22"/>
                <c:pt idx="0">
                  <c:v>1</c:v>
                </c:pt>
                <c:pt idx="1">
                  <c:v>1.0077363436</c:v>
                </c:pt>
                <c:pt idx="2">
                  <c:v>1.01075200206</c:v>
                </c:pt>
                <c:pt idx="3">
                  <c:v>1.00658147297</c:v>
                </c:pt>
                <c:pt idx="4">
                  <c:v>1.00854139973</c:v>
                </c:pt>
                <c:pt idx="5">
                  <c:v>1.00993875536</c:v>
                </c:pt>
                <c:pt idx="6">
                  <c:v>1.00470515024</c:v>
                </c:pt>
                <c:pt idx="7">
                  <c:v>1.00005768151</c:v>
                </c:pt>
                <c:pt idx="8">
                  <c:v>0.999055702188</c:v>
                </c:pt>
                <c:pt idx="9">
                  <c:v>1.00146927484</c:v>
                </c:pt>
                <c:pt idx="10">
                  <c:v>1.00339681522</c:v>
                </c:pt>
                <c:pt idx="11">
                  <c:v>1.00529777703</c:v>
                </c:pt>
                <c:pt idx="12">
                  <c:v>1.01088894404</c:v>
                </c:pt>
                <c:pt idx="13">
                  <c:v>1.0023496154</c:v>
                </c:pt>
                <c:pt idx="14">
                  <c:v>0.990194087746</c:v>
                </c:pt>
                <c:pt idx="15">
                  <c:v>0.993364495131</c:v>
                </c:pt>
                <c:pt idx="16">
                  <c:v>0.995412008956</c:v>
                </c:pt>
                <c:pt idx="17">
                  <c:v>0.997265625739</c:v>
                </c:pt>
                <c:pt idx="18">
                  <c:v>0.988819809315</c:v>
                </c:pt>
                <c:pt idx="19">
                  <c:v>0.987857948591</c:v>
                </c:pt>
                <c:pt idx="20">
                  <c:v>0.988887565326</c:v>
                </c:pt>
                <c:pt idx="21">
                  <c:v>0.986552784633</c:v>
                </c:pt>
              </c:numCache>
            </c:numRef>
          </c:val>
          <c:smooth val="0"/>
        </c:ser>
        <c:ser>
          <c:idx val="2"/>
          <c:order val="2"/>
          <c:tx>
            <c:strRef>
              <c:f>MWRP</c:f>
              <c:strCache>
                <c:ptCount val="1"/>
                <c:pt idx="0">
                  <c:v>MWRP</c:v>
                </c:pt>
              </c:strCache>
            </c:strRef>
          </c:tx>
          <c:spPr>
            <a:ln w="16193" cap="rnd">
              <a:solidFill>
                <a:srgbClr val="12838D"/>
              </a:solidFill>
              <a:prstDash val="solid"/>
              <a:round/>
            </a:ln>
          </c:spPr>
          <c:marker>
            <c:symbol val="none"/>
          </c:marker>
          <c:dLbls>
            <c:delete val="1"/>
          </c:dLbls>
          <c:cat>
            <c:strRef>
              <c:f>'Chart Data'!$E$2:$E$23</c:f>
              <c:strCache>
                <c:ptCount val="22"/>
                <c:pt idx="0">
                  <c:v>2026-09-18</c:v>
                </c:pt>
                <c:pt idx="1">
                  <c:v>2026-09-21</c:v>
                </c:pt>
                <c:pt idx="2">
                  <c:v>2026-09-22</c:v>
                </c:pt>
                <c:pt idx="3">
                  <c:v>2026-09-23</c:v>
                </c:pt>
                <c:pt idx="4">
                  <c:v>2026-09-24</c:v>
                </c:pt>
                <c:pt idx="5">
                  <c:v>2026-09-25</c:v>
                </c:pt>
                <c:pt idx="6">
                  <c:v>2026-09-28</c:v>
                </c:pt>
                <c:pt idx="7">
                  <c:v>2026-09-29</c:v>
                </c:pt>
                <c:pt idx="8">
                  <c:v>2026-09-30</c:v>
                </c:pt>
                <c:pt idx="9">
                  <c:v>2026-10-01</c:v>
                </c:pt>
                <c:pt idx="10">
                  <c:v>2026-10-02</c:v>
                </c:pt>
                <c:pt idx="11">
                  <c:v>2026-10-05</c:v>
                </c:pt>
                <c:pt idx="12">
                  <c:v>2026-10-06</c:v>
                </c:pt>
                <c:pt idx="13">
                  <c:v>2026-10-07</c:v>
                </c:pt>
                <c:pt idx="14">
                  <c:v>2026-10-08</c:v>
                </c:pt>
                <c:pt idx="15">
                  <c:v>2026-10-09</c:v>
                </c:pt>
                <c:pt idx="16">
                  <c:v>2026-10-12</c:v>
                </c:pt>
                <c:pt idx="17">
                  <c:v>2026-10-13</c:v>
                </c:pt>
                <c:pt idx="18">
                  <c:v>2026-10-14</c:v>
                </c:pt>
                <c:pt idx="19">
                  <c:v>2026-10-15</c:v>
                </c:pt>
                <c:pt idx="20">
                  <c:v>2026-10-16</c:v>
                </c:pt>
                <c:pt idx="21">
                  <c:v>2026-10-19</c:v>
                </c:pt>
              </c:strCache>
            </c:strRef>
          </c:cat>
          <c:val>
            <c:numRef>
              <c:f>'Chart Data'!$F$2:$F$23</c:f>
              <c:numCache>
                <c:formatCode>0.00</c:formatCode>
                <c:ptCount val="22"/>
                <c:pt idx="0">
                  <c:v>1</c:v>
                </c:pt>
                <c:pt idx="1">
                  <c:v>1.00587103247</c:v>
                </c:pt>
                <c:pt idx="2">
                  <c:v>1.0088911167</c:v>
                </c:pt>
                <c:pt idx="3">
                  <c:v>1.00638984114</c:v>
                </c:pt>
                <c:pt idx="4">
                  <c:v>1.00887264702</c:v>
                </c:pt>
                <c:pt idx="5">
                  <c:v>1.00920409713</c:v>
                </c:pt>
                <c:pt idx="6">
                  <c:v>1.00450574258</c:v>
                </c:pt>
                <c:pt idx="7">
                  <c:v>0.999091285479</c:v>
                </c:pt>
                <c:pt idx="8">
                  <c:v>0.998904418398</c:v>
                </c:pt>
                <c:pt idx="9">
                  <c:v>1.00167500215</c:v>
                </c:pt>
                <c:pt idx="10">
                  <c:v>1.00231477971</c:v>
                </c:pt>
                <c:pt idx="11">
                  <c:v>1.00464959072</c:v>
                </c:pt>
                <c:pt idx="12">
                  <c:v>1.01039337464</c:v>
                </c:pt>
                <c:pt idx="13">
                  <c:v>1.00159704881</c:v>
                </c:pt>
                <c:pt idx="14">
                  <c:v>0.986970354504</c:v>
                </c:pt>
                <c:pt idx="15">
                  <c:v>0.989778724312</c:v>
                </c:pt>
                <c:pt idx="16">
                  <c:v>0.991720941763</c:v>
                </c:pt>
                <c:pt idx="17">
                  <c:v>0.99351692043</c:v>
                </c:pt>
                <c:pt idx="18">
                  <c:v>0.985652375278</c:v>
                </c:pt>
                <c:pt idx="19">
                  <c:v>0.984423440279</c:v>
                </c:pt>
                <c:pt idx="20">
                  <c:v>0.985610572456</c:v>
                </c:pt>
                <c:pt idx="21">
                  <c:v>0.982935566494</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legend>
      <c:legendPos val="t"/>
      <c:layout/>
      <c:overlay val="0"/>
      <c:txPr>
        <a:bodyPr rot="0" spcFirstLastPara="0" vertOverflow="ellipsis" vert="horz" wrap="square" anchor="ctr" anchorCtr="1"/>
        <a:lstStyle/>
        <a:p>
          <a:pPr>
            <a:defRPr lang="zh-CN" sz="1125" b="0" i="0" u="none" strike="noStrike" kern="1200" baseline="0">
              <a:solidFill>
                <a:srgbClr val="132A43"/>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db87e1c2-b0f8-4023-a050-d4614e451bef}"/>
      </c:ext>
    </c:extLst>
  </c:chart>
  <c:spPr>
    <a:solidFill>
      <a:srgbClr val="F5F7F9"/>
    </a:solidFill>
  </c:spPr>
  <c:txPr>
    <a:bodyPr/>
    <a:lstStyle/>
    <a:p>
      <a:pPr>
        <a:defRPr lang="zh-CN"/>
      </a:pPr>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Dual Momentum</c:f>
              <c:strCache>
                <c:ptCount val="1"/>
                <c:pt idx="0">
                  <c:v>Dual Momentum</c:v>
                </c:pt>
              </c:strCache>
            </c:strRef>
          </c:tx>
          <c:spPr>
            <a:ln w="16193" cap="rnd">
              <a:solidFill>
                <a:srgbClr val="8196B0"/>
              </a:solidFill>
              <a:prstDash val="solid"/>
              <a:round/>
            </a:ln>
          </c:spPr>
          <c:marker>
            <c:symbol val="none"/>
          </c:marker>
          <c:dLbls>
            <c:delete val="1"/>
          </c:dLbls>
          <c:cat>
            <c:strRef>
              <c:f>'Chart Data'!$A$2:$A$1735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Data'!$B$2:$B$1735</c:f>
              <c:numCache>
                <c:formatCode>0.00</c:formatCode>
                <c:ptCount val="1734"/>
                <c:pt idx="0">
                  <c:v>1</c:v>
                </c:pt>
                <c:pt idx="1">
                  <c:v>0.999000999001</c:v>
                </c:pt>
                <c:pt idx="2">
                  <c:v>1.00829751075</c:v>
                </c:pt>
                <c:pt idx="3">
                  <c:v>1.0084191586</c:v>
                </c:pt>
                <c:pt idx="4">
                  <c:v>1.00887857303</c:v>
                </c:pt>
                <c:pt idx="5">
                  <c:v>1.00839310337</c:v>
                </c:pt>
                <c:pt idx="6">
                  <c:v>1.01081430729</c:v>
                </c:pt>
                <c:pt idx="7">
                  <c:v>1.00849429246</c:v>
                </c:pt>
                <c:pt idx="8">
                  <c:v>1.00585369875</c:v>
                </c:pt>
                <c:pt idx="9">
                  <c:v>1.01098215509</c:v>
                </c:pt>
                <c:pt idx="10">
                  <c:v>1.01274787247</c:v>
                </c:pt>
                <c:pt idx="11">
                  <c:v>1.01602044439</c:v>
                </c:pt>
                <c:pt idx="12">
                  <c:v>1.01660139499</c:v>
                </c:pt>
                <c:pt idx="13">
                  <c:v>1.01563677158</c:v>
                </c:pt>
                <c:pt idx="14">
                  <c:v>1.01827633101</c:v>
                </c:pt>
                <c:pt idx="15">
                  <c:v>1.01872200639</c:v>
                </c:pt>
                <c:pt idx="16">
                  <c:v>1.01905660961</c:v>
                </c:pt>
                <c:pt idx="17">
                  <c:v>1.01701039364</c:v>
                </c:pt>
                <c:pt idx="18">
                  <c:v>1.02009372448</c:v>
                </c:pt>
                <c:pt idx="19">
                  <c:v>1.02210939202</c:v>
                </c:pt>
                <c:pt idx="20">
                  <c:v>1.02606190112</c:v>
                </c:pt>
                <c:pt idx="21">
                  <c:v>1.02141415345</c:v>
                </c:pt>
                <c:pt idx="22">
                  <c:v>1.02315699321</c:v>
                </c:pt>
                <c:pt idx="23">
                  <c:v>1.02743566248</c:v>
                </c:pt>
                <c:pt idx="24">
                  <c:v>1.02332325072</c:v>
                </c:pt>
                <c:pt idx="25">
                  <c:v>1.03536497135</c:v>
                </c:pt>
                <c:pt idx="26">
                  <c:v>1.04753670544</c:v>
                </c:pt>
                <c:pt idx="27">
                  <c:v>1.05428192876</c:v>
                </c:pt>
                <c:pt idx="28">
                  <c:v>1.04796339611</c:v>
                </c:pt>
                <c:pt idx="29">
                  <c:v>1.04277393673</c:v>
                </c:pt>
                <c:pt idx="30">
                  <c:v>1.04931203566</c:v>
                </c:pt>
                <c:pt idx="31">
                  <c:v>1.05523505805</c:v>
                </c:pt>
                <c:pt idx="32">
                  <c:v>1.05548555971</c:v>
                </c:pt>
                <c:pt idx="33">
                  <c:v>1.06463216588</c:v>
                </c:pt>
                <c:pt idx="34">
                  <c:v>1.06980165976</c:v>
                </c:pt>
                <c:pt idx="35">
                  <c:v>1.07837388074</c:v>
                </c:pt>
                <c:pt idx="36">
                  <c:v>1.09716921692</c:v>
                </c:pt>
                <c:pt idx="37">
                  <c:v>1.11050154357</c:v>
                </c:pt>
                <c:pt idx="38">
                  <c:v>1.10101363413</c:v>
                </c:pt>
                <c:pt idx="39">
                  <c:v>1.10021550517</c:v>
                </c:pt>
                <c:pt idx="40">
                  <c:v>1.10549340945</c:v>
                </c:pt>
                <c:pt idx="41">
                  <c:v>1.09580932291</c:v>
                </c:pt>
                <c:pt idx="42">
                  <c:v>1.09269989561</c:v>
                </c:pt>
                <c:pt idx="43">
                  <c:v>1.11415461526</c:v>
                </c:pt>
                <c:pt idx="44">
                  <c:v>1.11578298229</c:v>
                </c:pt>
                <c:pt idx="45">
                  <c:v>1.1146643232</c:v>
                </c:pt>
                <c:pt idx="46">
                  <c:v>1.13301199705</c:v>
                </c:pt>
                <c:pt idx="47">
                  <c:v>1.10605599478</c:v>
                </c:pt>
                <c:pt idx="48">
                  <c:v>1.1082202465</c:v>
                </c:pt>
                <c:pt idx="49">
                  <c:v>1.0670757192</c:v>
                </c:pt>
                <c:pt idx="50">
                  <c:v>1.02091076752</c:v>
                </c:pt>
                <c:pt idx="51">
                  <c:v>1.05077992051</c:v>
                </c:pt>
                <c:pt idx="52">
                  <c:v>1.02617262412</c:v>
                </c:pt>
                <c:pt idx="53">
                  <c:v>1.0242172602</c:v>
                </c:pt>
                <c:pt idx="54">
                  <c:v>0.956843555637</c:v>
                </c:pt>
                <c:pt idx="55">
                  <c:v>0.978781471935</c:v>
                </c:pt>
                <c:pt idx="56">
                  <c:v>1.03359790536</c:v>
                </c:pt>
                <c:pt idx="57">
                  <c:v>1.04827942705</c:v>
                </c:pt>
                <c:pt idx="58">
                  <c:v>1.06859582905</c:v>
                </c:pt>
                <c:pt idx="59">
                  <c:v>1.07577030177</c:v>
                </c:pt>
                <c:pt idx="60">
                  <c:v>1.10224983725</c:v>
                </c:pt>
                <c:pt idx="61">
                  <c:v>1.07623166111</c:v>
                </c:pt>
                <c:pt idx="62">
                  <c:v>1.07794680421</c:v>
                </c:pt>
                <c:pt idx="63">
                  <c:v>1.0711116597</c:v>
                </c:pt>
                <c:pt idx="64">
                  <c:v>1.05903794119</c:v>
                </c:pt>
                <c:pt idx="65">
                  <c:v>1.08636129784</c:v>
                </c:pt>
                <c:pt idx="66">
                  <c:v>1.08727969542</c:v>
                </c:pt>
                <c:pt idx="67">
                  <c:v>1.10773438604</c:v>
                </c:pt>
                <c:pt idx="68">
                  <c:v>1.09275267474</c:v>
                </c:pt>
                <c:pt idx="69">
                  <c:v>1.07935619311</c:v>
                </c:pt>
                <c:pt idx="70">
                  <c:v>1.0947406178</c:v>
                </c:pt>
                <c:pt idx="71">
                  <c:v>1.09122374405</c:v>
                </c:pt>
                <c:pt idx="72">
                  <c:v>1.09592252219</c:v>
                </c:pt>
                <c:pt idx="73">
                  <c:v>1.10562216712</c:v>
                </c:pt>
                <c:pt idx="74">
                  <c:v>1.12040139688</c:v>
                </c:pt>
                <c:pt idx="75">
                  <c:v>1.10110122997</c:v>
                </c:pt>
                <c:pt idx="76">
                  <c:v>1.10926295189</c:v>
                </c:pt>
                <c:pt idx="77">
                  <c:v>1.11014755973</c:v>
                </c:pt>
                <c:pt idx="78">
                  <c:v>1.12333875831</c:v>
                </c:pt>
                <c:pt idx="79">
                  <c:v>1.1302027827</c:v>
                </c:pt>
                <c:pt idx="80">
                  <c:v>1.12540094576</c:v>
                </c:pt>
                <c:pt idx="81">
                  <c:v>1.11080401517</c:v>
                </c:pt>
                <c:pt idx="82">
                  <c:v>1.11195495982</c:v>
                </c:pt>
                <c:pt idx="83">
                  <c:v>1.10940823972</c:v>
                </c:pt>
                <c:pt idx="84">
                  <c:v>1.08820158505</c:v>
                </c:pt>
                <c:pt idx="85">
                  <c:v>1.09649536577</c:v>
                </c:pt>
                <c:pt idx="86">
                  <c:v>1.10270866824</c:v>
                </c:pt>
                <c:pt idx="87">
                  <c:v>1.09877961165</c:v>
                </c:pt>
                <c:pt idx="88">
                  <c:v>1.08317349397</c:v>
                </c:pt>
                <c:pt idx="89">
                  <c:v>1.10524285472</c:v>
                </c:pt>
                <c:pt idx="90">
                  <c:v>1.08752099455</c:v>
                </c:pt>
                <c:pt idx="91">
                  <c:v>1.0799292001</c:v>
                </c:pt>
                <c:pt idx="92">
                  <c:v>1.09093948854</c:v>
                </c:pt>
                <c:pt idx="93">
                  <c:v>1.10120290459</c:v>
                </c:pt>
                <c:pt idx="94">
                  <c:v>1.11139247202</c:v>
                </c:pt>
                <c:pt idx="95">
                  <c:v>1.11554478031</c:v>
                </c:pt>
                <c:pt idx="96">
                  <c:v>1.10239903595</c:v>
                </c:pt>
                <c:pt idx="97">
                  <c:v>1.10327488358</c:v>
                </c:pt>
                <c:pt idx="98">
                  <c:v>1.10586396743</c:v>
                </c:pt>
                <c:pt idx="99">
                  <c:v>1.09599238361</c:v>
                </c:pt>
                <c:pt idx="100">
                  <c:v>1.10547206921</c:v>
                </c:pt>
                <c:pt idx="101">
                  <c:v>1.09525314938</c:v>
                </c:pt>
                <c:pt idx="102">
                  <c:v>1.0897654114</c:v>
                </c:pt>
                <c:pt idx="103">
                  <c:v>1.09177673591</c:v>
                </c:pt>
                <c:pt idx="104">
                  <c:v>1.09781112349</c:v>
                </c:pt>
                <c:pt idx="105">
                  <c:v>1.09263947703</c:v>
                </c:pt>
                <c:pt idx="106">
                  <c:v>1.08446317067</c:v>
                </c:pt>
                <c:pt idx="107">
                  <c:v>1.06067089114</c:v>
                </c:pt>
                <c:pt idx="108">
                  <c:v>1.05664171245</c:v>
                </c:pt>
                <c:pt idx="109">
                  <c:v>1.04223939926</c:v>
                </c:pt>
                <c:pt idx="110">
                  <c:v>1.04522766915</c:v>
                </c:pt>
                <c:pt idx="111">
                  <c:v>1.0532886944</c:v>
                </c:pt>
                <c:pt idx="112">
                  <c:v>1.07091243467</c:v>
                </c:pt>
                <c:pt idx="113">
                  <c:v>1.07309441318</c:v>
                </c:pt>
                <c:pt idx="114">
                  <c:v>1.07544982709</c:v>
                </c:pt>
                <c:pt idx="115">
                  <c:v>1.0750845654</c:v>
                </c:pt>
                <c:pt idx="116">
                  <c:v>1.06262923114</c:v>
                </c:pt>
                <c:pt idx="117">
                  <c:v>1.06926938381</c:v>
                </c:pt>
                <c:pt idx="118">
                  <c:v>1.07400126926</c:v>
                </c:pt>
                <c:pt idx="119">
                  <c:v>1.08039489629</c:v>
                </c:pt>
                <c:pt idx="120">
                  <c:v>1.08721059045</c:v>
                </c:pt>
                <c:pt idx="121">
                  <c:v>1.08251329266</c:v>
                </c:pt>
                <c:pt idx="122">
                  <c:v>1.08596554596</c:v>
                </c:pt>
                <c:pt idx="123">
                  <c:v>1.08970208521</c:v>
                </c:pt>
                <c:pt idx="124">
                  <c:v>1.09595827702</c:v>
                </c:pt>
                <c:pt idx="125">
                  <c:v>1.09627093579</c:v>
                </c:pt>
                <c:pt idx="126">
                  <c:v>1.09608172478</c:v>
                </c:pt>
                <c:pt idx="127">
                  <c:v>1.09280213563</c:v>
                </c:pt>
                <c:pt idx="128">
                  <c:v>1.0945001697</c:v>
                </c:pt>
                <c:pt idx="129">
                  <c:v>1.09563901363</c:v>
                </c:pt>
                <c:pt idx="130">
                  <c:v>1.09570147259</c:v>
                </c:pt>
                <c:pt idx="131">
                  <c:v>1.10532867867</c:v>
                </c:pt>
                <c:pt idx="132">
                  <c:v>1.10931147243</c:v>
                </c:pt>
                <c:pt idx="133">
                  <c:v>1.11292077251</c:v>
                </c:pt>
                <c:pt idx="134">
                  <c:v>1.10947448532</c:v>
                </c:pt>
                <c:pt idx="135">
                  <c:v>1.11128017101</c:v>
                </c:pt>
                <c:pt idx="136">
                  <c:v>1.11378422681</c:v>
                </c:pt>
                <c:pt idx="137">
                  <c:v>1.11232022031</c:v>
                </c:pt>
                <c:pt idx="138">
                  <c:v>1.10862269505</c:v>
                </c:pt>
                <c:pt idx="139">
                  <c:v>1.11407760556</c:v>
                </c:pt>
                <c:pt idx="140">
                  <c:v>1.11611544399</c:v>
                </c:pt>
                <c:pt idx="141">
                  <c:v>1.12224187828</c:v>
                </c:pt>
                <c:pt idx="142">
                  <c:v>1.12822730888</c:v>
                </c:pt>
                <c:pt idx="143">
                  <c:v>1.14186044001</c:v>
                </c:pt>
                <c:pt idx="144">
                  <c:v>1.14677967677</c:v>
                </c:pt>
                <c:pt idx="145">
                  <c:v>1.15301496227</c:v>
                </c:pt>
                <c:pt idx="146">
                  <c:v>1.1587319837</c:v>
                </c:pt>
                <c:pt idx="147">
                  <c:v>1.1627422414</c:v>
                </c:pt>
                <c:pt idx="148">
                  <c:v>1.15866082753</c:v>
                </c:pt>
                <c:pt idx="149">
                  <c:v>1.16082676876</c:v>
                </c:pt>
                <c:pt idx="150">
                  <c:v>1.16117138314</c:v>
                </c:pt>
                <c:pt idx="151">
                  <c:v>1.18102500136</c:v>
                </c:pt>
                <c:pt idx="152">
                  <c:v>1.1777047621</c:v>
                </c:pt>
                <c:pt idx="153">
                  <c:v>1.18652034089</c:v>
                </c:pt>
                <c:pt idx="154">
                  <c:v>1.172934419</c:v>
                </c:pt>
                <c:pt idx="155">
                  <c:v>1.1713502642</c:v>
                </c:pt>
                <c:pt idx="156">
                  <c:v>1.13357151288</c:v>
                </c:pt>
                <c:pt idx="157">
                  <c:v>1.12556566336</c:v>
                </c:pt>
                <c:pt idx="158">
                  <c:v>1.13066402969</c:v>
                </c:pt>
                <c:pt idx="159">
                  <c:v>1.12731551333</c:v>
                </c:pt>
                <c:pt idx="160">
                  <c:v>1.13874001275</c:v>
                </c:pt>
                <c:pt idx="161">
                  <c:v>1.14608054689</c:v>
                </c:pt>
                <c:pt idx="162">
                  <c:v>1.12079224835</c:v>
                </c:pt>
                <c:pt idx="163">
                  <c:v>1.1344667159</c:v>
                </c:pt>
                <c:pt idx="164">
                  <c:v>1.13084373735</c:v>
                </c:pt>
                <c:pt idx="165">
                  <c:v>1.1310153894</c:v>
                </c:pt>
                <c:pt idx="166">
                  <c:v>1.12633097884</c:v>
                </c:pt>
                <c:pt idx="167">
                  <c:v>1.12881209218</c:v>
                </c:pt>
                <c:pt idx="168">
                  <c:v>1.11039401851</c:v>
                </c:pt>
                <c:pt idx="169">
                  <c:v>1.12012638635</c:v>
                </c:pt>
                <c:pt idx="170">
                  <c:v>1.11844189933</c:v>
                </c:pt>
                <c:pt idx="171">
                  <c:v>1.12785333679</c:v>
                </c:pt>
                <c:pt idx="172">
                  <c:v>1.12444330319</c:v>
                </c:pt>
                <c:pt idx="173">
                  <c:v>1.10226172323</c:v>
                </c:pt>
                <c:pt idx="174">
                  <c:v>1.10213987636</c:v>
                </c:pt>
                <c:pt idx="175">
                  <c:v>1.10135716477</c:v>
                </c:pt>
                <c:pt idx="176">
                  <c:v>1.08662792579</c:v>
                </c:pt>
                <c:pt idx="177">
                  <c:v>1.10647644367</c:v>
                </c:pt>
                <c:pt idx="178">
                  <c:v>1.09163892241</c:v>
                </c:pt>
                <c:pt idx="179">
                  <c:v>1.0939215443</c:v>
                </c:pt>
                <c:pt idx="180">
                  <c:v>1.10360973724</c:v>
                </c:pt>
                <c:pt idx="181">
                  <c:v>1.10251675403</c:v>
                </c:pt>
                <c:pt idx="182">
                  <c:v>1.09953860052</c:v>
                </c:pt>
                <c:pt idx="183">
                  <c:v>1.09017665556</c:v>
                </c:pt>
                <c:pt idx="184">
                  <c:v>1.08327865428</c:v>
                </c:pt>
                <c:pt idx="185">
                  <c:v>1.06737573205</c:v>
                </c:pt>
                <c:pt idx="186">
                  <c:v>1.0720990577</c:v>
                </c:pt>
                <c:pt idx="187">
                  <c:v>1.05071032909</c:v>
                </c:pt>
                <c:pt idx="188">
                  <c:v>1.0599649951</c:v>
                </c:pt>
                <c:pt idx="189">
                  <c:v>1.06848747355</c:v>
                </c:pt>
                <c:pt idx="190">
                  <c:v>1.08381217716</c:v>
                </c:pt>
                <c:pt idx="191">
                  <c:v>1.08136615141</c:v>
                </c:pt>
                <c:pt idx="192">
                  <c:v>1.07984402254</c:v>
                </c:pt>
                <c:pt idx="193">
                  <c:v>1.08552283322</c:v>
                </c:pt>
                <c:pt idx="194">
                  <c:v>1.07758006692</c:v>
                </c:pt>
                <c:pt idx="195">
                  <c:v>1.09407289522</c:v>
                </c:pt>
                <c:pt idx="196">
                  <c:v>1.08466500035</c:v>
                </c:pt>
                <c:pt idx="197">
                  <c:v>1.1022502985</c:v>
                </c:pt>
                <c:pt idx="198">
                  <c:v>1.10877506886</c:v>
                </c:pt>
                <c:pt idx="199">
                  <c:v>1.11694860828</c:v>
                </c:pt>
                <c:pt idx="200">
                  <c:v>1.12723519622</c:v>
                </c:pt>
                <c:pt idx="201">
                  <c:v>1.12292375278</c:v>
                </c:pt>
                <c:pt idx="202">
                  <c:v>1.11868884875</c:v>
                </c:pt>
                <c:pt idx="203">
                  <c:v>1.11142743085</c:v>
                </c:pt>
                <c:pt idx="204">
                  <c:v>1.11550073018</c:v>
                </c:pt>
                <c:pt idx="205">
                  <c:v>1.1036466428</c:v>
                </c:pt>
                <c:pt idx="206">
                  <c:v>1.11282213837</c:v>
                </c:pt>
                <c:pt idx="207">
                  <c:v>1.11265525011</c:v>
                </c:pt>
                <c:pt idx="208">
                  <c:v>1.11397089527</c:v>
                </c:pt>
                <c:pt idx="209">
                  <c:v>1.11997132836</c:v>
                </c:pt>
                <c:pt idx="210">
                  <c:v>1.10323446755</c:v>
                </c:pt>
                <c:pt idx="211">
                  <c:v>1.10651564066</c:v>
                </c:pt>
                <c:pt idx="212">
                  <c:v>1.07496251458</c:v>
                </c:pt>
                <c:pt idx="213">
                  <c:v>1.08730317448</c:v>
                </c:pt>
                <c:pt idx="214">
                  <c:v>1.07656193276</c:v>
                </c:pt>
                <c:pt idx="215">
                  <c:v>1.09114967796</c:v>
                </c:pt>
                <c:pt idx="216">
                  <c:v>1.09996681045</c:v>
                </c:pt>
                <c:pt idx="217">
                  <c:v>1.11625204719</c:v>
                </c:pt>
                <c:pt idx="218">
                  <c:v>1.12812648875</c:v>
                </c:pt>
                <c:pt idx="219">
                  <c:v>1.12302720918</c:v>
                </c:pt>
                <c:pt idx="220">
                  <c:v>1.1299317504</c:v>
                </c:pt>
                <c:pt idx="221">
                  <c:v>1.13358423765</c:v>
                </c:pt>
                <c:pt idx="222">
                  <c:v>1.13854883001</c:v>
                </c:pt>
                <c:pt idx="223">
                  <c:v>1.12970324724</c:v>
                </c:pt>
                <c:pt idx="224">
                  <c:v>1.13524849136</c:v>
                </c:pt>
                <c:pt idx="225">
                  <c:v>1.14620486503</c:v>
                </c:pt>
                <c:pt idx="226">
                  <c:v>1.1455254678</c:v>
                </c:pt>
                <c:pt idx="227">
                  <c:v>1.14291152866</c:v>
                </c:pt>
                <c:pt idx="228">
                  <c:v>1.14417990327</c:v>
                </c:pt>
                <c:pt idx="229">
                  <c:v>1.15209711012</c:v>
                </c:pt>
                <c:pt idx="230">
                  <c:v>1.15451442805</c:v>
                </c:pt>
                <c:pt idx="231">
                  <c:v>1.17578799431</c:v>
                </c:pt>
                <c:pt idx="232">
                  <c:v>1.17507870375</c:v>
                </c:pt>
                <c:pt idx="233">
                  <c:v>1.1735017169</c:v>
                </c:pt>
                <c:pt idx="234">
                  <c:v>1.17737774122</c:v>
                </c:pt>
                <c:pt idx="235">
                  <c:v>1.15818613564</c:v>
                </c:pt>
                <c:pt idx="236">
                  <c:v>1.16894113262</c:v>
                </c:pt>
                <c:pt idx="237">
                  <c:v>1.16958129837</c:v>
                </c:pt>
                <c:pt idx="238">
                  <c:v>1.17772760395</c:v>
                </c:pt>
                <c:pt idx="239">
                  <c:v>1.18707076639</c:v>
                </c:pt>
                <c:pt idx="240">
                  <c:v>1.18493361796</c:v>
                </c:pt>
                <c:pt idx="241">
                  <c:v>1.18446997835</c:v>
                </c:pt>
                <c:pt idx="242">
                  <c:v>1.18505938076</c:v>
                </c:pt>
                <c:pt idx="243">
                  <c:v>1.18982154261</c:v>
                </c:pt>
                <c:pt idx="244">
                  <c:v>1.18277492553</c:v>
                </c:pt>
                <c:pt idx="245">
                  <c:v>1.18774525638</c:v>
                </c:pt>
                <c:pt idx="246">
                  <c:v>1.19305806643</c:v>
                </c:pt>
                <c:pt idx="247">
                  <c:v>1.19748335292</c:v>
                </c:pt>
                <c:pt idx="248">
                  <c:v>1.19844067446</c:v>
                </c:pt>
                <c:pt idx="249">
                  <c:v>1.19431001974</c:v>
                </c:pt>
                <c:pt idx="250">
                  <c:v>1.18667915424</c:v>
                </c:pt>
                <c:pt idx="251">
                  <c:v>1.17788459325</c:v>
                </c:pt>
                <c:pt idx="252">
                  <c:v>1.1884376681</c:v>
                </c:pt>
                <c:pt idx="253">
                  <c:v>1.18624489792</c:v>
                </c:pt>
                <c:pt idx="254">
                  <c:v>1.18716240505</c:v>
                </c:pt>
                <c:pt idx="255">
                  <c:v>1.19584540302</c:v>
                </c:pt>
                <c:pt idx="256">
                  <c:v>1.20734864484</c:v>
                </c:pt>
                <c:pt idx="257">
                  <c:v>1.20482030545</c:v>
                </c:pt>
                <c:pt idx="258">
                  <c:v>1.20598807389</c:v>
                </c:pt>
                <c:pt idx="259">
                  <c:v>1.21653609785</c:v>
                </c:pt>
                <c:pt idx="260">
                  <c:v>1.21286198662</c:v>
                </c:pt>
                <c:pt idx="261">
                  <c:v>1.22690485489</c:v>
                </c:pt>
                <c:pt idx="262">
                  <c:v>1.2522274454</c:v>
                </c:pt>
                <c:pt idx="263">
                  <c:v>1.24381660836</c:v>
                </c:pt>
                <c:pt idx="264">
                  <c:v>1.25122056125</c:v>
                </c:pt>
                <c:pt idx="265">
                  <c:v>1.24734428806</c:v>
                </c:pt>
                <c:pt idx="266">
                  <c:v>1.25304184794</c:v>
                </c:pt>
                <c:pt idx="267">
                  <c:v>1.23914012864</c:v>
                </c:pt>
                <c:pt idx="268">
                  <c:v>1.2458777415</c:v>
                </c:pt>
                <c:pt idx="269">
                  <c:v>1.25902772896</c:v>
                </c:pt>
                <c:pt idx="270">
                  <c:v>1.27623250448</c:v>
                </c:pt>
                <c:pt idx="271">
                  <c:v>1.27597746707</c:v>
                </c:pt>
                <c:pt idx="272">
                  <c:v>1.26595300456</c:v>
                </c:pt>
                <c:pt idx="273">
                  <c:v>1.27835025215</c:v>
                </c:pt>
                <c:pt idx="274">
                  <c:v>1.27208408187</c:v>
                </c:pt>
                <c:pt idx="275">
                  <c:v>1.23706399351</c:v>
                </c:pt>
                <c:pt idx="276">
                  <c:v>1.25174848603</c:v>
                </c:pt>
                <c:pt idx="277">
                  <c:v>1.22154136994</c:v>
                </c:pt>
                <c:pt idx="278">
                  <c:v>1.25009473147</c:v>
                </c:pt>
                <c:pt idx="279">
                  <c:v>1.26831269534</c:v>
                </c:pt>
                <c:pt idx="280">
                  <c:v>1.27345558671</c:v>
                </c:pt>
                <c:pt idx="281">
                  <c:v>1.26949805305</c:v>
                </c:pt>
                <c:pt idx="282">
                  <c:v>1.2762665708</c:v>
                </c:pt>
                <c:pt idx="283">
                  <c:v>1.29103530046</c:v>
                </c:pt>
                <c:pt idx="284">
                  <c:v>1.29037190507</c:v>
                </c:pt>
                <c:pt idx="285">
                  <c:v>1.28643143431</c:v>
                </c:pt>
                <c:pt idx="286">
                  <c:v>1.29294775584</c:v>
                </c:pt>
                <c:pt idx="287">
                  <c:v>1.29276669937</c:v>
                </c:pt>
                <c:pt idx="288">
                  <c:v>1.29491367583</c:v>
                </c:pt>
                <c:pt idx="289">
                  <c:v>1.2960348843</c:v>
                </c:pt>
                <c:pt idx="290">
                  <c:v>1.29565581535</c:v>
                </c:pt>
                <c:pt idx="291">
                  <c:v>1.28463041164</c:v>
                </c:pt>
                <c:pt idx="292">
                  <c:v>1.28298276646</c:v>
                </c:pt>
                <c:pt idx="293">
                  <c:v>1.26138591127</c:v>
                </c:pt>
                <c:pt idx="294">
                  <c:v>1.26685147888</c:v>
                </c:pt>
                <c:pt idx="295">
                  <c:v>1.26955656975</c:v>
                </c:pt>
                <c:pt idx="296">
                  <c:v>1.26545950438</c:v>
                </c:pt>
                <c:pt idx="297">
                  <c:v>1.2570007779</c:v>
                </c:pt>
                <c:pt idx="298">
                  <c:v>1.27742647092</c:v>
                </c:pt>
                <c:pt idx="299">
                  <c:v>1.26942757312</c:v>
                </c:pt>
                <c:pt idx="300">
                  <c:v>1.27479438521</c:v>
                </c:pt>
                <c:pt idx="301">
                  <c:v>1.27446528697</c:v>
                </c:pt>
                <c:pt idx="302">
                  <c:v>1.2986571269</c:v>
                </c:pt>
                <c:pt idx="303">
                  <c:v>1.27662569511</c:v>
                </c:pt>
                <c:pt idx="304">
                  <c:v>1.29844984305</c:v>
                </c:pt>
                <c:pt idx="305">
                  <c:v>1.29414921891</c:v>
                </c:pt>
                <c:pt idx="306">
                  <c:v>1.32253525388</c:v>
                </c:pt>
                <c:pt idx="307">
                  <c:v>1.30569883848</c:v>
                </c:pt>
                <c:pt idx="308">
                  <c:v>1.31005145907</c:v>
                </c:pt>
                <c:pt idx="309">
                  <c:v>1.31074662956</c:v>
                </c:pt>
                <c:pt idx="310">
                  <c:v>1.31123467455</c:v>
                </c:pt>
                <c:pt idx="311">
                  <c:v>1.26422488798</c:v>
                </c:pt>
                <c:pt idx="312">
                  <c:v>1.28624047567</c:v>
                </c:pt>
                <c:pt idx="313">
                  <c:v>1.2855750214</c:v>
                </c:pt>
                <c:pt idx="314">
                  <c:v>1.25089579719</c:v>
                </c:pt>
                <c:pt idx="315">
                  <c:v>1.25952831212</c:v>
                </c:pt>
                <c:pt idx="316">
                  <c:v>1.24786967546</c:v>
                </c:pt>
                <c:pt idx="317">
                  <c:v>1.27925821269</c:v>
                </c:pt>
                <c:pt idx="318">
                  <c:v>1.27371449487</c:v>
                </c:pt>
                <c:pt idx="319">
                  <c:v>1.2698930385</c:v>
                </c:pt>
                <c:pt idx="320">
                  <c:v>1.27313401597</c:v>
                </c:pt>
                <c:pt idx="321">
                  <c:v>1.28914466211</c:v>
                </c:pt>
                <c:pt idx="322">
                  <c:v>1.27953976021</c:v>
                </c:pt>
                <c:pt idx="323">
                  <c:v>1.28203378148</c:v>
                </c:pt>
                <c:pt idx="324">
                  <c:v>1.27984532518</c:v>
                </c:pt>
                <c:pt idx="325">
                  <c:v>1.28209685521</c:v>
                </c:pt>
                <c:pt idx="326">
                  <c:v>1.27886188199</c:v>
                </c:pt>
                <c:pt idx="327">
                  <c:v>1.27700642758</c:v>
                </c:pt>
                <c:pt idx="328">
                  <c:v>1.28727701922</c:v>
                </c:pt>
                <c:pt idx="329">
                  <c:v>1.30154143009</c:v>
                </c:pt>
                <c:pt idx="330">
                  <c:v>1.3048265102</c:v>
                </c:pt>
                <c:pt idx="331">
                  <c:v>1.30704591482</c:v>
                </c:pt>
                <c:pt idx="332">
                  <c:v>1.3103844719</c:v>
                </c:pt>
                <c:pt idx="333">
                  <c:v>1.29995696212</c:v>
                </c:pt>
                <c:pt idx="334">
                  <c:v>1.29116470334</c:v>
                </c:pt>
                <c:pt idx="335">
                  <c:v>1.30253136381</c:v>
                </c:pt>
                <c:pt idx="336">
                  <c:v>1.308507063</c:v>
                </c:pt>
                <c:pt idx="337">
                  <c:v>1.31589722093</c:v>
                </c:pt>
                <c:pt idx="338">
                  <c:v>1.32418630479</c:v>
                </c:pt>
                <c:pt idx="339">
                  <c:v>1.32573276788</c:v>
                </c:pt>
                <c:pt idx="340">
                  <c:v>1.33037552536</c:v>
                </c:pt>
                <c:pt idx="341">
                  <c:v>1.32524046951</c:v>
                </c:pt>
                <c:pt idx="342">
                  <c:v>1.32818783771</c:v>
                </c:pt>
                <c:pt idx="343">
                  <c:v>1.3393795733</c:v>
                </c:pt>
                <c:pt idx="344">
                  <c:v>1.33801923</c:v>
                </c:pt>
                <c:pt idx="345">
                  <c:v>1.34617540511</c:v>
                </c:pt>
                <c:pt idx="346">
                  <c:v>1.35761184275</c:v>
                </c:pt>
                <c:pt idx="347">
                  <c:v>1.34731292506</c:v>
                </c:pt>
                <c:pt idx="348">
                  <c:v>1.3465097978</c:v>
                </c:pt>
                <c:pt idx="349">
                  <c:v>1.34181784561</c:v>
                </c:pt>
                <c:pt idx="350">
                  <c:v>1.32729810819</c:v>
                </c:pt>
                <c:pt idx="351">
                  <c:v>1.32026626871</c:v>
                </c:pt>
                <c:pt idx="352">
                  <c:v>1.33378528615</c:v>
                </c:pt>
                <c:pt idx="353">
                  <c:v>1.34474250903</c:v>
                </c:pt>
                <c:pt idx="354">
                  <c:v>1.31871190421</c:v>
                </c:pt>
                <c:pt idx="355">
                  <c:v>1.31406732176</c:v>
                </c:pt>
                <c:pt idx="356">
                  <c:v>1.32167234676</c:v>
                </c:pt>
                <c:pt idx="357">
                  <c:v>1.33336204422</c:v>
                </c:pt>
                <c:pt idx="358">
                  <c:v>1.33221193688</c:v>
                </c:pt>
                <c:pt idx="359">
                  <c:v>1.33319819148</c:v>
                </c:pt>
                <c:pt idx="360">
                  <c:v>1.34432678203</c:v>
                </c:pt>
                <c:pt idx="361">
                  <c:v>1.34890925058</c:v>
                </c:pt>
                <c:pt idx="362">
                  <c:v>1.34423027479</c:v>
                </c:pt>
                <c:pt idx="363">
                  <c:v>1.35902442754</c:v>
                </c:pt>
                <c:pt idx="364">
                  <c:v>1.35667272</c:v>
                </c:pt>
                <c:pt idx="365">
                  <c:v>1.34915913274</c:v>
                </c:pt>
                <c:pt idx="366">
                  <c:v>1.36756719176</c:v>
                </c:pt>
                <c:pt idx="367">
                  <c:v>1.36477296913</c:v>
                </c:pt>
                <c:pt idx="368">
                  <c:v>1.37008716983</c:v>
                </c:pt>
                <c:pt idx="369">
                  <c:v>1.36644804806</c:v>
                </c:pt>
                <c:pt idx="370">
                  <c:v>1.37336237073</c:v>
                </c:pt>
                <c:pt idx="371">
                  <c:v>1.37076609498</c:v>
                </c:pt>
                <c:pt idx="372">
                  <c:v>1.37192786144</c:v>
                </c:pt>
                <c:pt idx="373">
                  <c:v>1.36909554083</c:v>
                </c:pt>
                <c:pt idx="374">
                  <c:v>1.36118510043</c:v>
                </c:pt>
                <c:pt idx="375">
                  <c:v>1.35302058433</c:v>
                </c:pt>
                <c:pt idx="376">
                  <c:v>1.35645914699</c:v>
                </c:pt>
                <c:pt idx="377">
                  <c:v>1.37817990676</c:v>
                </c:pt>
                <c:pt idx="378">
                  <c:v>1.38146938816</c:v>
                </c:pt>
                <c:pt idx="379">
                  <c:v>1.38488927308</c:v>
                </c:pt>
                <c:pt idx="380">
                  <c:v>1.39354657526</c:v>
                </c:pt>
                <c:pt idx="381">
                  <c:v>1.39079699189</c:v>
                </c:pt>
                <c:pt idx="382">
                  <c:v>1.3917900041</c:v>
                </c:pt>
                <c:pt idx="383">
                  <c:v>1.39491401206</c:v>
                </c:pt>
                <c:pt idx="384">
                  <c:v>1.40452020698</c:v>
                </c:pt>
                <c:pt idx="385">
                  <c:v>1.41295019408</c:v>
                </c:pt>
                <c:pt idx="386">
                  <c:v>1.42826586336</c:v>
                </c:pt>
                <c:pt idx="387">
                  <c:v>1.42596915776</c:v>
                </c:pt>
                <c:pt idx="388">
                  <c:v>1.4027553159</c:v>
                </c:pt>
                <c:pt idx="389">
                  <c:v>1.39938259341</c:v>
                </c:pt>
                <c:pt idx="390">
                  <c:v>1.40112963325</c:v>
                </c:pt>
                <c:pt idx="391">
                  <c:v>1.41984108349</c:v>
                </c:pt>
                <c:pt idx="392">
                  <c:v>1.42203111321</c:v>
                </c:pt>
                <c:pt idx="393">
                  <c:v>1.42780072233</c:v>
                </c:pt>
                <c:pt idx="394">
                  <c:v>1.42560108655</c:v>
                </c:pt>
                <c:pt idx="395">
                  <c:v>1.41659619639</c:v>
                </c:pt>
                <c:pt idx="396">
                  <c:v>1.41069709159</c:v>
                </c:pt>
                <c:pt idx="397">
                  <c:v>1.37555897128</c:v>
                </c:pt>
                <c:pt idx="398">
                  <c:v>1.40195584102</c:v>
                </c:pt>
                <c:pt idx="399">
                  <c:v>1.4260817173</c:v>
                </c:pt>
                <c:pt idx="400">
                  <c:v>1.43149260807</c:v>
                </c:pt>
                <c:pt idx="401">
                  <c:v>1.43634085609</c:v>
                </c:pt>
                <c:pt idx="402">
                  <c:v>1.44482942494</c:v>
                </c:pt>
                <c:pt idx="403">
                  <c:v>1.43570399387</c:v>
                </c:pt>
                <c:pt idx="404">
                  <c:v>1.44136137638</c:v>
                </c:pt>
                <c:pt idx="405">
                  <c:v>1.45135298628</c:v>
                </c:pt>
                <c:pt idx="406">
                  <c:v>1.44025061613</c:v>
                </c:pt>
                <c:pt idx="407">
                  <c:v>1.43057488463</c:v>
                </c:pt>
                <c:pt idx="408">
                  <c:v>1.43363133197</c:v>
                </c:pt>
                <c:pt idx="409">
                  <c:v>1.41567140231</c:v>
                </c:pt>
                <c:pt idx="410">
                  <c:v>1.42976357913</c:v>
                </c:pt>
                <c:pt idx="411">
                  <c:v>1.42697021463</c:v>
                </c:pt>
                <c:pt idx="412">
                  <c:v>1.42142556655</c:v>
                </c:pt>
                <c:pt idx="413">
                  <c:v>1.43486143389</c:v>
                </c:pt>
                <c:pt idx="414">
                  <c:v>1.44550978417</c:v>
                </c:pt>
                <c:pt idx="415">
                  <c:v>1.44208506885</c:v>
                </c:pt>
                <c:pt idx="416">
                  <c:v>1.44157102051</c:v>
                </c:pt>
                <c:pt idx="417">
                  <c:v>1.43726059669</c:v>
                </c:pt>
                <c:pt idx="418">
                  <c:v>1.42571761849</c:v>
                </c:pt>
                <c:pt idx="419">
                  <c:v>1.41624640818</c:v>
                </c:pt>
                <c:pt idx="420">
                  <c:v>1.40703627419</c:v>
                </c:pt>
                <c:pt idx="421">
                  <c:v>1.39968674241</c:v>
                </c:pt>
                <c:pt idx="422">
                  <c:v>1.42497898592</c:v>
                </c:pt>
                <c:pt idx="423">
                  <c:v>1.43743871862</c:v>
                </c:pt>
                <c:pt idx="424">
                  <c:v>1.44408516158</c:v>
                </c:pt>
                <c:pt idx="425">
                  <c:v>1.43337656343</c:v>
                </c:pt>
                <c:pt idx="426">
                  <c:v>1.44903434982</c:v>
                </c:pt>
                <c:pt idx="427">
                  <c:v>1.44491340679</c:v>
                </c:pt>
                <c:pt idx="428">
                  <c:v>1.44132093386</c:v>
                </c:pt>
                <c:pt idx="429">
                  <c:v>1.43654143946</c:v>
                </c:pt>
                <c:pt idx="430">
                  <c:v>1.44856892703</c:v>
                </c:pt>
                <c:pt idx="431">
                  <c:v>1.44656118926</c:v>
                </c:pt>
                <c:pt idx="432">
                  <c:v>1.4454510913</c:v>
                </c:pt>
                <c:pt idx="433">
                  <c:v>1.43521476181</c:v>
                </c:pt>
                <c:pt idx="434">
                  <c:v>1.44330709105</c:v>
                </c:pt>
                <c:pt idx="435">
                  <c:v>1.4349025051</c:v>
                </c:pt>
                <c:pt idx="436">
                  <c:v>1.43466544178</c:v>
                </c:pt>
                <c:pt idx="437">
                  <c:v>1.44059085759</c:v>
                </c:pt>
                <c:pt idx="438">
                  <c:v>1.43701001276</c:v>
                </c:pt>
                <c:pt idx="439">
                  <c:v>1.45723957171</c:v>
                </c:pt>
                <c:pt idx="440">
                  <c:v>1.44868209064</c:v>
                </c:pt>
                <c:pt idx="441">
                  <c:v>1.44026549848</c:v>
                </c:pt>
                <c:pt idx="442">
                  <c:v>1.42379638231</c:v>
                </c:pt>
                <c:pt idx="443">
                  <c:v>1.42503149527</c:v>
                </c:pt>
                <c:pt idx="444">
                  <c:v>1.44263268028</c:v>
                </c:pt>
                <c:pt idx="445">
                  <c:v>1.46329166637</c:v>
                </c:pt>
                <c:pt idx="446">
                  <c:v>1.46287222748</c:v>
                </c:pt>
                <c:pt idx="447">
                  <c:v>1.4760741534</c:v>
                </c:pt>
                <c:pt idx="448">
                  <c:v>1.45556020838</c:v>
                </c:pt>
                <c:pt idx="449">
                  <c:v>1.46136558756</c:v>
                </c:pt>
                <c:pt idx="450">
                  <c:v>1.46163650581</c:v>
                </c:pt>
                <c:pt idx="451">
                  <c:v>1.47831505021</c:v>
                </c:pt>
                <c:pt idx="452">
                  <c:v>1.47667406081</c:v>
                </c:pt>
                <c:pt idx="453">
                  <c:v>1.49696922662</c:v>
                </c:pt>
                <c:pt idx="454">
                  <c:v>1.48569210389</c:v>
                </c:pt>
                <c:pt idx="455">
                  <c:v>1.50303389488</c:v>
                </c:pt>
                <c:pt idx="456">
                  <c:v>1.50181258617</c:v>
                </c:pt>
                <c:pt idx="457">
                  <c:v>1.50043613293</c:v>
                </c:pt>
                <c:pt idx="458">
                  <c:v>1.49668216383</c:v>
                </c:pt>
                <c:pt idx="459">
                  <c:v>1.50659911772</c:v>
                </c:pt>
                <c:pt idx="460">
                  <c:v>1.5204802318</c:v>
                </c:pt>
                <c:pt idx="461">
                  <c:v>1.5299623668</c:v>
                </c:pt>
                <c:pt idx="462">
                  <c:v>1.52569115417</c:v>
                </c:pt>
                <c:pt idx="463">
                  <c:v>1.53438795658</c:v>
                </c:pt>
                <c:pt idx="464">
                  <c:v>1.54090796283</c:v>
                </c:pt>
                <c:pt idx="465">
                  <c:v>1.52858816379</c:v>
                </c:pt>
                <c:pt idx="466">
                  <c:v>1.53483250894</c:v>
                </c:pt>
                <c:pt idx="467">
                  <c:v>1.5447199404</c:v>
                </c:pt>
                <c:pt idx="468">
                  <c:v>1.54516101224</c:v>
                </c:pt>
                <c:pt idx="469">
                  <c:v>1.52821509641</c:v>
                </c:pt>
                <c:pt idx="470">
                  <c:v>1.54036368702</c:v>
                </c:pt>
                <c:pt idx="471">
                  <c:v>1.53206745513</c:v>
                </c:pt>
                <c:pt idx="472">
                  <c:v>1.54389562027</c:v>
                </c:pt>
                <c:pt idx="473">
                  <c:v>1.54773044408</c:v>
                </c:pt>
                <c:pt idx="474">
                  <c:v>1.53492671757</c:v>
                </c:pt>
                <c:pt idx="475">
                  <c:v>1.53115485309</c:v>
                </c:pt>
                <c:pt idx="476">
                  <c:v>1.54746334258</c:v>
                </c:pt>
                <c:pt idx="477">
                  <c:v>1.55403513464</c:v>
                </c:pt>
                <c:pt idx="478">
                  <c:v>1.5526048313</c:v>
                </c:pt>
                <c:pt idx="479">
                  <c:v>1.53887051896</c:v>
                </c:pt>
                <c:pt idx="480">
                  <c:v>1.55025597796</c:v>
                </c:pt>
                <c:pt idx="481">
                  <c:v>1.55771195343</c:v>
                </c:pt>
                <c:pt idx="482">
                  <c:v>1.55546175075</c:v>
                </c:pt>
                <c:pt idx="483">
                  <c:v>1.56037741564</c:v>
                </c:pt>
                <c:pt idx="484">
                  <c:v>1.55470968321</c:v>
                </c:pt>
                <c:pt idx="485">
                  <c:v>1.55849398494</c:v>
                </c:pt>
                <c:pt idx="486">
                  <c:v>1.54664708101</c:v>
                </c:pt>
                <c:pt idx="487">
                  <c:v>1.55583885336</c:v>
                </c:pt>
                <c:pt idx="488">
                  <c:v>1.57368482889</c:v>
                </c:pt>
                <c:pt idx="489">
                  <c:v>1.57537148095</c:v>
                </c:pt>
                <c:pt idx="490">
                  <c:v>1.5778515405</c:v>
                </c:pt>
                <c:pt idx="491">
                  <c:v>1.51502124693</c:v>
                </c:pt>
                <c:pt idx="492">
                  <c:v>1.52516524699</c:v>
                </c:pt>
                <c:pt idx="493">
                  <c:v>1.48792126712</c:v>
                </c:pt>
                <c:pt idx="494">
                  <c:v>1.46914837948</c:v>
                </c:pt>
                <c:pt idx="495">
                  <c:v>1.48674413145</c:v>
                </c:pt>
                <c:pt idx="496">
                  <c:v>1.4936616473</c:v>
                </c:pt>
                <c:pt idx="497">
                  <c:v>1.49386093262</c:v>
                </c:pt>
                <c:pt idx="498">
                  <c:v>1.50118035307</c:v>
                </c:pt>
                <c:pt idx="499">
                  <c:v>1.48624297481</c:v>
                </c:pt>
                <c:pt idx="500">
                  <c:v>1.48124132709</c:v>
                </c:pt>
                <c:pt idx="501">
                  <c:v>1.49017754358</c:v>
                </c:pt>
                <c:pt idx="502">
                  <c:v>1.49330065137</c:v>
                </c:pt>
                <c:pt idx="503">
                  <c:v>1.49068200227</c:v>
                </c:pt>
                <c:pt idx="504">
                  <c:v>1.49754561959</c:v>
                </c:pt>
                <c:pt idx="505">
                  <c:v>1.48645722133</c:v>
                </c:pt>
                <c:pt idx="506">
                  <c:v>1.483870022</c:v>
                </c:pt>
                <c:pt idx="507">
                  <c:v>1.47425064341</c:v>
                </c:pt>
                <c:pt idx="508">
                  <c:v>1.48501858103</c:v>
                </c:pt>
                <c:pt idx="509">
                  <c:v>1.49247318425</c:v>
                </c:pt>
                <c:pt idx="510">
                  <c:v>1.48878994997</c:v>
                </c:pt>
                <c:pt idx="511">
                  <c:v>1.48469091552</c:v>
                </c:pt>
                <c:pt idx="512">
                  <c:v>1.49656276556</c:v>
                </c:pt>
                <c:pt idx="513">
                  <c:v>1.49128538943</c:v>
                </c:pt>
                <c:pt idx="514">
                  <c:v>1.48224417273</c:v>
                </c:pt>
                <c:pt idx="515">
                  <c:v>1.48247223977</c:v>
                </c:pt>
                <c:pt idx="516">
                  <c:v>1.48315340873</c:v>
                </c:pt>
                <c:pt idx="517">
                  <c:v>1.46476835773</c:v>
                </c:pt>
                <c:pt idx="518">
                  <c:v>1.4654864534</c:v>
                </c:pt>
                <c:pt idx="519">
                  <c:v>1.45008730422</c:v>
                </c:pt>
                <c:pt idx="520">
                  <c:v>1.45720467498</c:v>
                </c:pt>
                <c:pt idx="521">
                  <c:v>1.45987788714</c:v>
                </c:pt>
                <c:pt idx="522">
                  <c:v>1.4508735159</c:v>
                </c:pt>
                <c:pt idx="523">
                  <c:v>1.47127572713</c:v>
                </c:pt>
                <c:pt idx="524">
                  <c:v>1.47376975688</c:v>
                </c:pt>
                <c:pt idx="525">
                  <c:v>1.45104761124</c:v>
                </c:pt>
                <c:pt idx="526">
                  <c:v>1.46067431244</c:v>
                </c:pt>
                <c:pt idx="527">
                  <c:v>1.46339800156</c:v>
                </c:pt>
                <c:pt idx="528">
                  <c:v>1.45730021953</c:v>
                </c:pt>
                <c:pt idx="529">
                  <c:v>1.45537934295</c:v>
                </c:pt>
                <c:pt idx="530">
                  <c:v>1.44131599961</c:v>
                </c:pt>
                <c:pt idx="531">
                  <c:v>1.42839623353</c:v>
                </c:pt>
                <c:pt idx="532">
                  <c:v>1.42615157488</c:v>
                </c:pt>
                <c:pt idx="533">
                  <c:v>1.42598280215</c:v>
                </c:pt>
                <c:pt idx="534">
                  <c:v>1.42574268123</c:v>
                </c:pt>
                <c:pt idx="535">
                  <c:v>1.43071323201</c:v>
                </c:pt>
                <c:pt idx="536">
                  <c:v>1.45338920937</c:v>
                </c:pt>
                <c:pt idx="537">
                  <c:v>1.4701468493</c:v>
                </c:pt>
                <c:pt idx="538">
                  <c:v>1.47420550314</c:v>
                </c:pt>
                <c:pt idx="539">
                  <c:v>1.48225793601</c:v>
                </c:pt>
                <c:pt idx="540">
                  <c:v>1.46415645913</c:v>
                </c:pt>
                <c:pt idx="541">
                  <c:v>1.46873308757</c:v>
                </c:pt>
                <c:pt idx="542">
                  <c:v>1.47818670747</c:v>
                </c:pt>
                <c:pt idx="543">
                  <c:v>1.48059355893</c:v>
                </c:pt>
                <c:pt idx="544">
                  <c:v>1.49150982367</c:v>
                </c:pt>
                <c:pt idx="545">
                  <c:v>1.48963243947</c:v>
                </c:pt>
                <c:pt idx="546">
                  <c:v>1.5010703825</c:v>
                </c:pt>
                <c:pt idx="547">
                  <c:v>1.50221861426</c:v>
                </c:pt>
                <c:pt idx="548">
                  <c:v>1.49093109025</c:v>
                </c:pt>
                <c:pt idx="549">
                  <c:v>1.49463293289</c:v>
                </c:pt>
                <c:pt idx="550">
                  <c:v>1.50208104529</c:v>
                </c:pt>
                <c:pt idx="551">
                  <c:v>1.50326610934</c:v>
                </c:pt>
                <c:pt idx="552">
                  <c:v>1.50535277399</c:v>
                </c:pt>
                <c:pt idx="553">
                  <c:v>1.5060879116</c:v>
                </c:pt>
                <c:pt idx="554">
                  <c:v>1.51214157528</c:v>
                </c:pt>
                <c:pt idx="555">
                  <c:v>1.49302290351</c:v>
                </c:pt>
                <c:pt idx="556">
                  <c:v>1.48752428558</c:v>
                </c:pt>
                <c:pt idx="557">
                  <c:v>1.49687110403</c:v>
                </c:pt>
                <c:pt idx="558">
                  <c:v>1.53082517051</c:v>
                </c:pt>
                <c:pt idx="559">
                  <c:v>1.54825147479</c:v>
                </c:pt>
                <c:pt idx="560">
                  <c:v>1.56641946719</c:v>
                </c:pt>
                <c:pt idx="561">
                  <c:v>1.58959530061</c:v>
                </c:pt>
                <c:pt idx="562">
                  <c:v>1.60375892175</c:v>
                </c:pt>
                <c:pt idx="563">
                  <c:v>1.60625992639</c:v>
                </c:pt>
                <c:pt idx="564">
                  <c:v>1.55357242668</c:v>
                </c:pt>
                <c:pt idx="565">
                  <c:v>1.54993190242</c:v>
                </c:pt>
                <c:pt idx="566">
                  <c:v>1.56384957885</c:v>
                </c:pt>
                <c:pt idx="567">
                  <c:v>1.53806741261</c:v>
                </c:pt>
                <c:pt idx="568">
                  <c:v>1.52005736559</c:v>
                </c:pt>
                <c:pt idx="569">
                  <c:v>1.53208330852</c:v>
                </c:pt>
                <c:pt idx="570">
                  <c:v>1.56958631748</c:v>
                </c:pt>
                <c:pt idx="571">
                  <c:v>1.57441268117</c:v>
                </c:pt>
                <c:pt idx="572">
                  <c:v>1.60823001585</c:v>
                </c:pt>
                <c:pt idx="573">
                  <c:v>1.60883003059</c:v>
                </c:pt>
                <c:pt idx="574">
                  <c:v>1.62852345052</c:v>
                </c:pt>
                <c:pt idx="575">
                  <c:v>1.63064576124</c:v>
                </c:pt>
                <c:pt idx="576">
                  <c:v>1.63601392905</c:v>
                </c:pt>
                <c:pt idx="577">
                  <c:v>1.60858327272</c:v>
                </c:pt>
                <c:pt idx="578">
                  <c:v>1.6100103406</c:v>
                </c:pt>
                <c:pt idx="579">
                  <c:v>1.62515460839</c:v>
                </c:pt>
                <c:pt idx="580">
                  <c:v>1.60278749909</c:v>
                </c:pt>
                <c:pt idx="581">
                  <c:v>1.6047690329</c:v>
                </c:pt>
                <c:pt idx="582">
                  <c:v>1.62592642975</c:v>
                </c:pt>
                <c:pt idx="583">
                  <c:v>1.62321698223</c:v>
                </c:pt>
                <c:pt idx="584">
                  <c:v>1.61379010879</c:v>
                </c:pt>
                <c:pt idx="585">
                  <c:v>1.61564911655</c:v>
                </c:pt>
                <c:pt idx="586">
                  <c:v>1.62077020452</c:v>
                </c:pt>
                <c:pt idx="587">
                  <c:v>1.61039258623</c:v>
                </c:pt>
                <c:pt idx="588">
                  <c:v>1.62948458674</c:v>
                </c:pt>
                <c:pt idx="589">
                  <c:v>1.65068592892</c:v>
                </c:pt>
                <c:pt idx="590">
                  <c:v>1.65610670449</c:v>
                </c:pt>
                <c:pt idx="591">
                  <c:v>1.65659900031</c:v>
                </c:pt>
                <c:pt idx="592">
                  <c:v>1.63681348073</c:v>
                </c:pt>
                <c:pt idx="593">
                  <c:v>1.64743000727</c:v>
                </c:pt>
                <c:pt idx="594">
                  <c:v>1.64589646783</c:v>
                </c:pt>
                <c:pt idx="595">
                  <c:v>1.63290858213</c:v>
                </c:pt>
                <c:pt idx="596">
                  <c:v>1.62640033675</c:v>
                </c:pt>
                <c:pt idx="597">
                  <c:v>1.63768730792</c:v>
                </c:pt>
                <c:pt idx="598">
                  <c:v>1.64376177295</c:v>
                </c:pt>
                <c:pt idx="599">
                  <c:v>1.65962931047</c:v>
                </c:pt>
                <c:pt idx="600">
                  <c:v>1.66173160575</c:v>
                </c:pt>
                <c:pt idx="601">
                  <c:v>1.6742183111</c:v>
                </c:pt>
                <c:pt idx="602">
                  <c:v>1.66074076597</c:v>
                </c:pt>
                <c:pt idx="603">
                  <c:v>1.68121505297</c:v>
                </c:pt>
                <c:pt idx="604">
                  <c:v>1.67096333613</c:v>
                </c:pt>
                <c:pt idx="605">
                  <c:v>1.68641961434</c:v>
                </c:pt>
                <c:pt idx="606">
                  <c:v>1.64150362659</c:v>
                </c:pt>
                <c:pt idx="607">
                  <c:v>1.63091243945</c:v>
                </c:pt>
                <c:pt idx="608">
                  <c:v>1.65834548328</c:v>
                </c:pt>
                <c:pt idx="609">
                  <c:v>1.64838174765</c:v>
                </c:pt>
                <c:pt idx="610">
                  <c:v>1.65804290372</c:v>
                </c:pt>
                <c:pt idx="611">
                  <c:v>1.67489985234</c:v>
                </c:pt>
                <c:pt idx="612">
                  <c:v>1.66085344061</c:v>
                </c:pt>
                <c:pt idx="613">
                  <c:v>1.634433145</c:v>
                </c:pt>
                <c:pt idx="614">
                  <c:v>1.66470037172</c:v>
                </c:pt>
                <c:pt idx="615">
                  <c:v>1.65502305796</c:v>
                </c:pt>
                <c:pt idx="616">
                  <c:v>1.66256967667</c:v>
                </c:pt>
                <c:pt idx="617">
                  <c:v>1.66186833614</c:v>
                </c:pt>
                <c:pt idx="618">
                  <c:v>1.65810066865</c:v>
                </c:pt>
                <c:pt idx="619">
                  <c:v>1.6706311346</c:v>
                </c:pt>
                <c:pt idx="620">
                  <c:v>1.68013374796</c:v>
                </c:pt>
                <c:pt idx="621">
                  <c:v>1.674563727</c:v>
                </c:pt>
                <c:pt idx="622">
                  <c:v>1.65792168405</c:v>
                </c:pt>
                <c:pt idx="623">
                  <c:v>1.67269852933</c:v>
                </c:pt>
                <c:pt idx="624">
                  <c:v>1.7047914724</c:v>
                </c:pt>
                <c:pt idx="625">
                  <c:v>1.71076791715</c:v>
                </c:pt>
                <c:pt idx="626">
                  <c:v>1.71843519591</c:v>
                </c:pt>
                <c:pt idx="627">
                  <c:v>1.72283741698</c:v>
                </c:pt>
                <c:pt idx="628">
                  <c:v>1.72930324647</c:v>
                </c:pt>
                <c:pt idx="629">
                  <c:v>1.72728984389</c:v>
                </c:pt>
                <c:pt idx="630">
                  <c:v>1.71459569204</c:v>
                </c:pt>
                <c:pt idx="631">
                  <c:v>1.70076794574</c:v>
                </c:pt>
                <c:pt idx="632">
                  <c:v>1.68705771936</c:v>
                </c:pt>
                <c:pt idx="633">
                  <c:v>1.68563772207</c:v>
                </c:pt>
                <c:pt idx="634">
                  <c:v>1.68146119512</c:v>
                </c:pt>
                <c:pt idx="635">
                  <c:v>1.646252355</c:v>
                </c:pt>
                <c:pt idx="636">
                  <c:v>1.65163084088</c:v>
                </c:pt>
                <c:pt idx="637">
                  <c:v>1.65324106001</c:v>
                </c:pt>
                <c:pt idx="638">
                  <c:v>1.63171428763</c:v>
                </c:pt>
                <c:pt idx="639">
                  <c:v>1.6166269958</c:v>
                </c:pt>
                <c:pt idx="640">
                  <c:v>1.6270975667</c:v>
                </c:pt>
                <c:pt idx="641">
                  <c:v>1.63207457955</c:v>
                </c:pt>
                <c:pt idx="642">
                  <c:v>1.64030354782</c:v>
                </c:pt>
                <c:pt idx="643">
                  <c:v>1.62848450708</c:v>
                </c:pt>
                <c:pt idx="644">
                  <c:v>1.60086169208</c:v>
                </c:pt>
                <c:pt idx="645">
                  <c:v>1.59815435028</c:v>
                </c:pt>
                <c:pt idx="646">
                  <c:v>1.60513862092</c:v>
                </c:pt>
                <c:pt idx="647">
                  <c:v>1.54856432557</c:v>
                </c:pt>
                <c:pt idx="648">
                  <c:v>1.54586053084</c:v>
                </c:pt>
                <c:pt idx="649">
                  <c:v>1.57533464449</c:v>
                </c:pt>
                <c:pt idx="650">
                  <c:v>1.58433755132</c:v>
                </c:pt>
                <c:pt idx="651">
                  <c:v>1.58468343396</c:v>
                </c:pt>
                <c:pt idx="652">
                  <c:v>1.55332867407</c:v>
                </c:pt>
                <c:pt idx="653">
                  <c:v>1.55944295334</c:v>
                </c:pt>
                <c:pt idx="654">
                  <c:v>1.55198094898</c:v>
                </c:pt>
                <c:pt idx="655">
                  <c:v>1.55714326776</c:v>
                </c:pt>
                <c:pt idx="656">
                  <c:v>1.56646083581</c:v>
                </c:pt>
                <c:pt idx="657">
                  <c:v>1.56912566375</c:v>
                </c:pt>
                <c:pt idx="658">
                  <c:v>1.56155705069</c:v>
                </c:pt>
                <c:pt idx="659">
                  <c:v>1.54899957621</c:v>
                </c:pt>
                <c:pt idx="660">
                  <c:v>1.53736235187</c:v>
                </c:pt>
                <c:pt idx="661">
                  <c:v>1.54958081663</c:v>
                </c:pt>
                <c:pt idx="662">
                  <c:v>1.5489925701</c:v>
                </c:pt>
                <c:pt idx="663">
                  <c:v>1.56869814384</c:v>
                </c:pt>
                <c:pt idx="664">
                  <c:v>1.56144262214</c:v>
                </c:pt>
                <c:pt idx="665">
                  <c:v>1.56175189985</c:v>
                </c:pt>
                <c:pt idx="666">
                  <c:v>1.5477779637</c:v>
                </c:pt>
                <c:pt idx="667">
                  <c:v>1.53785473469</c:v>
                </c:pt>
                <c:pt idx="668">
                  <c:v>1.53984384882</c:v>
                </c:pt>
                <c:pt idx="669">
                  <c:v>1.5286816446</c:v>
                </c:pt>
                <c:pt idx="670">
                  <c:v>1.5196923408</c:v>
                </c:pt>
                <c:pt idx="671">
                  <c:v>1.53670773451</c:v>
                </c:pt>
                <c:pt idx="672">
                  <c:v>1.54039831248</c:v>
                </c:pt>
                <c:pt idx="673">
                  <c:v>1.54861636853</c:v>
                </c:pt>
                <c:pt idx="674">
                  <c:v>1.55398722104</c:v>
                </c:pt>
                <c:pt idx="675">
                  <c:v>1.55238728797</c:v>
                </c:pt>
                <c:pt idx="676">
                  <c:v>1.54183394728</c:v>
                </c:pt>
                <c:pt idx="677">
                  <c:v>1.54274932304</c:v>
                </c:pt>
                <c:pt idx="678">
                  <c:v>1.54553120507</c:v>
                </c:pt>
                <c:pt idx="679">
                  <c:v>1.56070244857</c:v>
                </c:pt>
                <c:pt idx="680">
                  <c:v>1.56668778629</c:v>
                </c:pt>
                <c:pt idx="681">
                  <c:v>1.58103532295</c:v>
                </c:pt>
                <c:pt idx="682">
                  <c:v>1.59962045481</c:v>
                </c:pt>
                <c:pt idx="683">
                  <c:v>1.60305722356</c:v>
                </c:pt>
                <c:pt idx="684">
                  <c:v>1.59379936109</c:v>
                </c:pt>
                <c:pt idx="685">
                  <c:v>1.5905765905</c:v>
                </c:pt>
                <c:pt idx="686">
                  <c:v>1.61117861574</c:v>
                </c:pt>
                <c:pt idx="687">
                  <c:v>1.58803713807</c:v>
                </c:pt>
                <c:pt idx="688">
                  <c:v>1.57269243854</c:v>
                </c:pt>
                <c:pt idx="689">
                  <c:v>1.55853017715</c:v>
                </c:pt>
                <c:pt idx="690">
                  <c:v>1.56504879046</c:v>
                </c:pt>
                <c:pt idx="691">
                  <c:v>1.5670141251</c:v>
                </c:pt>
                <c:pt idx="692">
                  <c:v>1.56158738493</c:v>
                </c:pt>
                <c:pt idx="693">
                  <c:v>1.54865509058</c:v>
                </c:pt>
                <c:pt idx="694">
                  <c:v>1.55000170655</c:v>
                </c:pt>
                <c:pt idx="695">
                  <c:v>1.57017719701</c:v>
                </c:pt>
                <c:pt idx="696">
                  <c:v>1.57496011871</c:v>
                </c:pt>
                <c:pt idx="697">
                  <c:v>1.56753313126</c:v>
                </c:pt>
                <c:pt idx="698">
                  <c:v>1.58185818307</c:v>
                </c:pt>
                <c:pt idx="699">
                  <c:v>1.55986441235</c:v>
                </c:pt>
                <c:pt idx="700">
                  <c:v>1.56132129895</c:v>
                </c:pt>
                <c:pt idx="701">
                  <c:v>1.56008629842</c:v>
                </c:pt>
                <c:pt idx="702">
                  <c:v>1.5624802296</c:v>
                </c:pt>
                <c:pt idx="703">
                  <c:v>1.56018011853</c:v>
                </c:pt>
                <c:pt idx="704">
                  <c:v>1.57055831413</c:v>
                </c:pt>
                <c:pt idx="705">
                  <c:v>1.54365949682</c:v>
                </c:pt>
                <c:pt idx="706">
                  <c:v>1.53942484842</c:v>
                </c:pt>
                <c:pt idx="707">
                  <c:v>1.55478164655</c:v>
                </c:pt>
                <c:pt idx="708">
                  <c:v>1.5776882672</c:v>
                </c:pt>
                <c:pt idx="709">
                  <c:v>1.57165488619</c:v>
                </c:pt>
                <c:pt idx="710">
                  <c:v>1.55662999202</c:v>
                </c:pt>
                <c:pt idx="711">
                  <c:v>1.57931238935</c:v>
                </c:pt>
                <c:pt idx="712">
                  <c:v>1.59314901478</c:v>
                </c:pt>
                <c:pt idx="713">
                  <c:v>1.58449609615</c:v>
                </c:pt>
                <c:pt idx="714">
                  <c:v>1.58436368991</c:v>
                </c:pt>
                <c:pt idx="715">
                  <c:v>1.59171523359</c:v>
                </c:pt>
                <c:pt idx="716">
                  <c:v>1.59779323222</c:v>
                </c:pt>
                <c:pt idx="717">
                  <c:v>1.60092354062</c:v>
                </c:pt>
                <c:pt idx="718">
                  <c:v>1.60256120239</c:v>
                </c:pt>
                <c:pt idx="719">
                  <c:v>1.5987742904</c:v>
                </c:pt>
                <c:pt idx="720">
                  <c:v>1.59468463809</c:v>
                </c:pt>
                <c:pt idx="721">
                  <c:v>1.58838849175</c:v>
                </c:pt>
                <c:pt idx="722">
                  <c:v>1.58338502413</c:v>
                </c:pt>
                <c:pt idx="723">
                  <c:v>1.58223727528</c:v>
                </c:pt>
                <c:pt idx="724">
                  <c:v>1.58952917527</c:v>
                </c:pt>
                <c:pt idx="725">
                  <c:v>1.58865438668</c:v>
                </c:pt>
                <c:pt idx="726">
                  <c:v>1.57939532944</c:v>
                </c:pt>
                <c:pt idx="727">
                  <c:v>1.58427831958</c:v>
                </c:pt>
                <c:pt idx="728">
                  <c:v>1.57980692877</c:v>
                </c:pt>
                <c:pt idx="729">
                  <c:v>1.56543287227</c:v>
                </c:pt>
                <c:pt idx="730">
                  <c:v>1.57222185591</c:v>
                </c:pt>
                <c:pt idx="731">
                  <c:v>1.57465324861</c:v>
                </c:pt>
                <c:pt idx="732">
                  <c:v>1.57841571018</c:v>
                </c:pt>
                <c:pt idx="733">
                  <c:v>1.57839898462</c:v>
                </c:pt>
                <c:pt idx="734">
                  <c:v>1.58260039011</c:v>
                </c:pt>
                <c:pt idx="735">
                  <c:v>1.58732258576</c:v>
                </c:pt>
                <c:pt idx="736">
                  <c:v>1.57196764737</c:v>
                </c:pt>
                <c:pt idx="737">
                  <c:v>1.56448099238</c:v>
                </c:pt>
                <c:pt idx="738">
                  <c:v>1.56152737861</c:v>
                </c:pt>
                <c:pt idx="739">
                  <c:v>1.56555140718</c:v>
                </c:pt>
                <c:pt idx="740">
                  <c:v>1.54534186131</c:v>
                </c:pt>
                <c:pt idx="741">
                  <c:v>1.53527749518</c:v>
                </c:pt>
                <c:pt idx="742">
                  <c:v>1.53382491891</c:v>
                </c:pt>
                <c:pt idx="743">
                  <c:v>1.53103244939</c:v>
                </c:pt>
                <c:pt idx="744">
                  <c:v>1.5312764028</c:v>
                </c:pt>
                <c:pt idx="745">
                  <c:v>1.536976913</c:v>
                </c:pt>
                <c:pt idx="746">
                  <c:v>1.53707771884</c:v>
                </c:pt>
                <c:pt idx="747">
                  <c:v>1.54444639863</c:v>
                </c:pt>
                <c:pt idx="748">
                  <c:v>1.54102586222</c:v>
                </c:pt>
                <c:pt idx="749">
                  <c:v>1.53921406679</c:v>
                </c:pt>
                <c:pt idx="750">
                  <c:v>1.53825230872</c:v>
                </c:pt>
                <c:pt idx="751">
                  <c:v>1.54206629233</c:v>
                </c:pt>
                <c:pt idx="752">
                  <c:v>1.54294047452</c:v>
                </c:pt>
                <c:pt idx="753">
                  <c:v>1.53878953168</c:v>
                </c:pt>
                <c:pt idx="754">
                  <c:v>1.52117620071</c:v>
                </c:pt>
                <c:pt idx="755">
                  <c:v>1.51300109838</c:v>
                </c:pt>
                <c:pt idx="756">
                  <c:v>1.51536437772</c:v>
                </c:pt>
                <c:pt idx="757">
                  <c:v>1.51221128879</c:v>
                </c:pt>
                <c:pt idx="758">
                  <c:v>1.51321394563</c:v>
                </c:pt>
                <c:pt idx="759">
                  <c:v>1.51150241115</c:v>
                </c:pt>
                <c:pt idx="760">
                  <c:v>1.51118004279</c:v>
                </c:pt>
                <c:pt idx="761">
                  <c:v>1.51046220821</c:v>
                </c:pt>
                <c:pt idx="762">
                  <c:v>1.51794474681</c:v>
                </c:pt>
                <c:pt idx="763">
                  <c:v>1.51688729522</c:v>
                </c:pt>
                <c:pt idx="764">
                  <c:v>1.51637956213</c:v>
                </c:pt>
                <c:pt idx="765">
                  <c:v>1.51668495347</c:v>
                </c:pt>
                <c:pt idx="766">
                  <c:v>1.51747513731</c:v>
                </c:pt>
                <c:pt idx="767">
                  <c:v>1.51591810718</c:v>
                </c:pt>
                <c:pt idx="768">
                  <c:v>1.51354026583</c:v>
                </c:pt>
                <c:pt idx="769">
                  <c:v>1.51725257977</c:v>
                </c:pt>
                <c:pt idx="770">
                  <c:v>1.51307406422</c:v>
                </c:pt>
                <c:pt idx="771">
                  <c:v>1.51483811153</c:v>
                </c:pt>
                <c:pt idx="772">
                  <c:v>1.51324863718</c:v>
                </c:pt>
                <c:pt idx="773">
                  <c:v>1.51335632056</c:v>
                </c:pt>
                <c:pt idx="774">
                  <c:v>1.51006561098</c:v>
                </c:pt>
                <c:pt idx="775">
                  <c:v>1.50587513191</c:v>
                </c:pt>
                <c:pt idx="776">
                  <c:v>1.5070638613</c:v>
                </c:pt>
                <c:pt idx="777">
                  <c:v>1.50498340558</c:v>
                </c:pt>
                <c:pt idx="778">
                  <c:v>1.52181533975</c:v>
                </c:pt>
                <c:pt idx="779">
                  <c:v>1.52250901169</c:v>
                </c:pt>
                <c:pt idx="780">
                  <c:v>1.5155930029</c:v>
                </c:pt>
                <c:pt idx="781">
                  <c:v>1.52704889457</c:v>
                </c:pt>
                <c:pt idx="782">
                  <c:v>1.52691133048</c:v>
                </c:pt>
                <c:pt idx="783">
                  <c:v>1.53298342398</c:v>
                </c:pt>
                <c:pt idx="784">
                  <c:v>1.52966138857</c:v>
                </c:pt>
                <c:pt idx="785">
                  <c:v>1.52510943703</c:v>
                </c:pt>
                <c:pt idx="786">
                  <c:v>1.51684238001</c:v>
                </c:pt>
                <c:pt idx="787">
                  <c:v>1.50713709296</c:v>
                </c:pt>
                <c:pt idx="788">
                  <c:v>1.52622110802</c:v>
                </c:pt>
                <c:pt idx="789">
                  <c:v>1.53395323346</c:v>
                </c:pt>
                <c:pt idx="790">
                  <c:v>1.53291521366</c:v>
                </c:pt>
                <c:pt idx="791">
                  <c:v>1.54708242107</c:v>
                </c:pt>
                <c:pt idx="792">
                  <c:v>1.56065936861</c:v>
                </c:pt>
                <c:pt idx="793">
                  <c:v>1.56317950896</c:v>
                </c:pt>
                <c:pt idx="794">
                  <c:v>1.54761694258</c:v>
                </c:pt>
                <c:pt idx="795">
                  <c:v>1.55786989265</c:v>
                </c:pt>
                <c:pt idx="796">
                  <c:v>1.57031604107</c:v>
                </c:pt>
                <c:pt idx="797">
                  <c:v>1.57351647212</c:v>
                </c:pt>
                <c:pt idx="798">
                  <c:v>1.55933145234</c:v>
                </c:pt>
                <c:pt idx="799">
                  <c:v>1.57071515084</c:v>
                </c:pt>
                <c:pt idx="800">
                  <c:v>1.57215810496</c:v>
                </c:pt>
                <c:pt idx="801">
                  <c:v>1.57471846218</c:v>
                </c:pt>
                <c:pt idx="802">
                  <c:v>1.56456956385</c:v>
                </c:pt>
                <c:pt idx="803">
                  <c:v>1.56623266287</c:v>
                </c:pt>
                <c:pt idx="804">
                  <c:v>1.5567974258</c:v>
                </c:pt>
                <c:pt idx="805">
                  <c:v>1.5552942066</c:v>
                </c:pt>
                <c:pt idx="806">
                  <c:v>1.53889957199</c:v>
                </c:pt>
                <c:pt idx="807">
                  <c:v>1.54841320429</c:v>
                </c:pt>
                <c:pt idx="808">
                  <c:v>1.55278538609</c:v>
                </c:pt>
                <c:pt idx="809">
                  <c:v>1.55162632752</c:v>
                </c:pt>
                <c:pt idx="810">
                  <c:v>1.54622332618</c:v>
                </c:pt>
                <c:pt idx="811">
                  <c:v>1.54223667668</c:v>
                </c:pt>
                <c:pt idx="812">
                  <c:v>1.54063990827</c:v>
                </c:pt>
                <c:pt idx="813">
                  <c:v>1.53659993355</c:v>
                </c:pt>
                <c:pt idx="814">
                  <c:v>1.53785456062</c:v>
                </c:pt>
                <c:pt idx="815">
                  <c:v>1.53936408801</c:v>
                </c:pt>
                <c:pt idx="816">
                  <c:v>1.5444258288</c:v>
                </c:pt>
                <c:pt idx="817">
                  <c:v>1.53298466834</c:v>
                </c:pt>
                <c:pt idx="818">
                  <c:v>1.54480123294</c:v>
                </c:pt>
                <c:pt idx="819">
                  <c:v>1.54295645595</c:v>
                </c:pt>
                <c:pt idx="820">
                  <c:v>1.52919580334</c:v>
                </c:pt>
                <c:pt idx="821">
                  <c:v>1.52982546568</c:v>
                </c:pt>
                <c:pt idx="822">
                  <c:v>1.53402501174</c:v>
                </c:pt>
                <c:pt idx="823">
                  <c:v>1.5407009761</c:v>
                </c:pt>
                <c:pt idx="824">
                  <c:v>1.54628674194</c:v>
                </c:pt>
                <c:pt idx="825">
                  <c:v>1.54106142493</c:v>
                </c:pt>
                <c:pt idx="826">
                  <c:v>1.55455412514</c:v>
                </c:pt>
                <c:pt idx="827">
                  <c:v>1.55758504054</c:v>
                </c:pt>
                <c:pt idx="828">
                  <c:v>1.5839253918</c:v>
                </c:pt>
                <c:pt idx="829">
                  <c:v>1.57157960975</c:v>
                </c:pt>
                <c:pt idx="830">
                  <c:v>1.56165486139</c:v>
                </c:pt>
                <c:pt idx="831">
                  <c:v>1.58770233493</c:v>
                </c:pt>
                <c:pt idx="832">
                  <c:v>1.59187601209</c:v>
                </c:pt>
                <c:pt idx="833">
                  <c:v>1.58009274466</c:v>
                </c:pt>
                <c:pt idx="834">
                  <c:v>1.58003346816</c:v>
                </c:pt>
                <c:pt idx="835">
                  <c:v>1.5919873755</c:v>
                </c:pt>
                <c:pt idx="836">
                  <c:v>1.58667269326</c:v>
                </c:pt>
                <c:pt idx="837">
                  <c:v>1.59347158382</c:v>
                </c:pt>
                <c:pt idx="838">
                  <c:v>1.58721811951</c:v>
                </c:pt>
                <c:pt idx="839">
                  <c:v>1.60389081572</c:v>
                </c:pt>
                <c:pt idx="840">
                  <c:v>1.61935245698</c:v>
                </c:pt>
                <c:pt idx="841">
                  <c:v>1.61533088095</c:v>
                </c:pt>
                <c:pt idx="842">
                  <c:v>1.6165207717</c:v>
                </c:pt>
                <c:pt idx="843">
                  <c:v>1.61430040835</c:v>
                </c:pt>
                <c:pt idx="844">
                  <c:v>1.62141365277</c:v>
                </c:pt>
                <c:pt idx="845">
                  <c:v>1.62233163453</c:v>
                </c:pt>
                <c:pt idx="846">
                  <c:v>1.63793656419</c:v>
                </c:pt>
                <c:pt idx="847">
                  <c:v>1.6137759024</c:v>
                </c:pt>
                <c:pt idx="848">
                  <c:v>1.6261277056</c:v>
                </c:pt>
                <c:pt idx="849">
                  <c:v>1.63250818615</c:v>
                </c:pt>
                <c:pt idx="850">
                  <c:v>1.62625405936</c:v>
                </c:pt>
                <c:pt idx="851">
                  <c:v>1.62819594354</c:v>
                </c:pt>
                <c:pt idx="852">
                  <c:v>1.61708022802</c:v>
                </c:pt>
                <c:pt idx="853">
                  <c:v>1.62271859996</c:v>
                </c:pt>
                <c:pt idx="854">
                  <c:v>1.61211802186</c:v>
                </c:pt>
                <c:pt idx="855">
                  <c:v>1.61098274734</c:v>
                </c:pt>
                <c:pt idx="856">
                  <c:v>1.62300542685</c:v>
                </c:pt>
                <c:pt idx="857">
                  <c:v>1.63085096237</c:v>
                </c:pt>
                <c:pt idx="858">
                  <c:v>1.62598786461</c:v>
                </c:pt>
                <c:pt idx="859">
                  <c:v>1.63468192711</c:v>
                </c:pt>
                <c:pt idx="860">
                  <c:v>1.63097975943</c:v>
                </c:pt>
                <c:pt idx="861">
                  <c:v>1.63832437565</c:v>
                </c:pt>
                <c:pt idx="862">
                  <c:v>1.63191774801</c:v>
                </c:pt>
                <c:pt idx="863">
                  <c:v>1.63167375498</c:v>
                </c:pt>
                <c:pt idx="864">
                  <c:v>1.63122104926</c:v>
                </c:pt>
                <c:pt idx="865">
                  <c:v>1.63277369488</c:v>
                </c:pt>
                <c:pt idx="866">
                  <c:v>1.61815716919</c:v>
                </c:pt>
                <c:pt idx="867">
                  <c:v>1.616554931</c:v>
                </c:pt>
                <c:pt idx="868">
                  <c:v>1.64152830841</c:v>
                </c:pt>
                <c:pt idx="869">
                  <c:v>1.62285398191</c:v>
                </c:pt>
                <c:pt idx="870">
                  <c:v>1.62854337118</c:v>
                </c:pt>
                <c:pt idx="871">
                  <c:v>1.61715380909</c:v>
                </c:pt>
                <c:pt idx="872">
                  <c:v>1.63246480172</c:v>
                </c:pt>
                <c:pt idx="873">
                  <c:v>1.63287342845</c:v>
                </c:pt>
                <c:pt idx="874">
                  <c:v>1.62360222301</c:v>
                </c:pt>
                <c:pt idx="875">
                  <c:v>1.61343580855</c:v>
                </c:pt>
                <c:pt idx="876">
                  <c:v>1.60681574414</c:v>
                </c:pt>
                <c:pt idx="877">
                  <c:v>1.6303913906</c:v>
                </c:pt>
                <c:pt idx="878">
                  <c:v>1.628165072</c:v>
                </c:pt>
                <c:pt idx="879">
                  <c:v>1.62517799547</c:v>
                </c:pt>
                <c:pt idx="880">
                  <c:v>1.615816971</c:v>
                </c:pt>
                <c:pt idx="881">
                  <c:v>1.63684944636</c:v>
                </c:pt>
                <c:pt idx="882">
                  <c:v>1.63351385487</c:v>
                </c:pt>
                <c:pt idx="883">
                  <c:v>1.64027802678</c:v>
                </c:pt>
                <c:pt idx="884">
                  <c:v>1.64122483338</c:v>
                </c:pt>
                <c:pt idx="885">
                  <c:v>1.62656783581</c:v>
                </c:pt>
                <c:pt idx="886">
                  <c:v>1.64319032982</c:v>
                </c:pt>
                <c:pt idx="887">
                  <c:v>1.63509444339</c:v>
                </c:pt>
                <c:pt idx="888">
                  <c:v>1.64298343427</c:v>
                </c:pt>
                <c:pt idx="889">
                  <c:v>1.64242005391</c:v>
                </c:pt>
                <c:pt idx="890">
                  <c:v>1.64241696497</c:v>
                </c:pt>
                <c:pt idx="891">
                  <c:v>1.65661247874</c:v>
                </c:pt>
                <c:pt idx="892">
                  <c:v>1.64733540715</c:v>
                </c:pt>
                <c:pt idx="893">
                  <c:v>1.64821055433</c:v>
                </c:pt>
                <c:pt idx="894">
                  <c:v>1.63980893176</c:v>
                </c:pt>
                <c:pt idx="895">
                  <c:v>1.63727489948</c:v>
                </c:pt>
                <c:pt idx="896">
                  <c:v>1.62819405093</c:v>
                </c:pt>
                <c:pt idx="897">
                  <c:v>1.6301105559</c:v>
                </c:pt>
                <c:pt idx="898">
                  <c:v>1.6365428368</c:v>
                </c:pt>
                <c:pt idx="899">
                  <c:v>1.64408467599</c:v>
                </c:pt>
                <c:pt idx="900">
                  <c:v>1.63807193149</c:v>
                </c:pt>
                <c:pt idx="901">
                  <c:v>1.6441517905</c:v>
                </c:pt>
                <c:pt idx="902">
                  <c:v>1.66380678749</c:v>
                </c:pt>
                <c:pt idx="903">
                  <c:v>1.66117794229</c:v>
                </c:pt>
                <c:pt idx="904">
                  <c:v>1.65897950375</c:v>
                </c:pt>
                <c:pt idx="905">
                  <c:v>1.65131855483</c:v>
                </c:pt>
                <c:pt idx="906">
                  <c:v>1.63376138791</c:v>
                </c:pt>
                <c:pt idx="907">
                  <c:v>1.64076564779</c:v>
                </c:pt>
                <c:pt idx="908">
                  <c:v>1.63427559669</c:v>
                </c:pt>
                <c:pt idx="909">
                  <c:v>1.64619182398</c:v>
                </c:pt>
                <c:pt idx="910">
                  <c:v>1.66455029999</c:v>
                </c:pt>
                <c:pt idx="911">
                  <c:v>1.66708470236</c:v>
                </c:pt>
                <c:pt idx="912">
                  <c:v>1.65327303505</c:v>
                </c:pt>
                <c:pt idx="913">
                  <c:v>1.65640164644</c:v>
                </c:pt>
                <c:pt idx="914">
                  <c:v>1.65805878563</c:v>
                </c:pt>
                <c:pt idx="915">
                  <c:v>1.65970101036</c:v>
                </c:pt>
                <c:pt idx="916">
                  <c:v>1.65014154575</c:v>
                </c:pt>
                <c:pt idx="917">
                  <c:v>1.65170719215</c:v>
                </c:pt>
                <c:pt idx="918">
                  <c:v>1.67242350862</c:v>
                </c:pt>
                <c:pt idx="919">
                  <c:v>1.68221257121</c:v>
                </c:pt>
                <c:pt idx="920">
                  <c:v>1.68152640811</c:v>
                </c:pt>
                <c:pt idx="921">
                  <c:v>1.66294833123</c:v>
                </c:pt>
                <c:pt idx="922">
                  <c:v>1.69714529604</c:v>
                </c:pt>
                <c:pt idx="923">
                  <c:v>1.7002794063</c:v>
                </c:pt>
                <c:pt idx="924">
                  <c:v>1.68523407712</c:v>
                </c:pt>
                <c:pt idx="925">
                  <c:v>1.65996237539</c:v>
                </c:pt>
                <c:pt idx="926">
                  <c:v>1.66916276425</c:v>
                </c:pt>
                <c:pt idx="927">
                  <c:v>1.66441169222</c:v>
                </c:pt>
                <c:pt idx="928">
                  <c:v>1.66863410766</c:v>
                </c:pt>
                <c:pt idx="929">
                  <c:v>1.65646352586</c:v>
                </c:pt>
                <c:pt idx="930">
                  <c:v>1.6626471409</c:v>
                </c:pt>
                <c:pt idx="931">
                  <c:v>1.66125403252</c:v>
                </c:pt>
                <c:pt idx="932">
                  <c:v>1.65356400272</c:v>
                </c:pt>
                <c:pt idx="933">
                  <c:v>1.65801995056</c:v>
                </c:pt>
                <c:pt idx="934">
                  <c:v>1.64321353394</c:v>
                </c:pt>
                <c:pt idx="935">
                  <c:v>1.63314087715</c:v>
                </c:pt>
                <c:pt idx="936">
                  <c:v>1.63168538466</c:v>
                </c:pt>
                <c:pt idx="937">
                  <c:v>1.62392053234</c:v>
                </c:pt>
                <c:pt idx="938">
                  <c:v>1.63038068776</c:v>
                </c:pt>
                <c:pt idx="939">
                  <c:v>1.6272904279</c:v>
                </c:pt>
                <c:pt idx="940">
                  <c:v>1.64903566188</c:v>
                </c:pt>
                <c:pt idx="941">
                  <c:v>1.62787811598</c:v>
                </c:pt>
                <c:pt idx="942">
                  <c:v>1.64067757095</c:v>
                </c:pt>
                <c:pt idx="943">
                  <c:v>1.65178667294</c:v>
                </c:pt>
                <c:pt idx="944">
                  <c:v>1.67410861616</c:v>
                </c:pt>
                <c:pt idx="945">
                  <c:v>1.66792496789</c:v>
                </c:pt>
                <c:pt idx="946">
                  <c:v>1.65707528388</c:v>
                </c:pt>
                <c:pt idx="947">
                  <c:v>1.66874919433</c:v>
                </c:pt>
                <c:pt idx="948">
                  <c:v>1.67322295561</c:v>
                </c:pt>
                <c:pt idx="949">
                  <c:v>1.6652207645</c:v>
                </c:pt>
                <c:pt idx="950">
                  <c:v>1.66049817648</c:v>
                </c:pt>
                <c:pt idx="951">
                  <c:v>1.66278578957</c:v>
                </c:pt>
                <c:pt idx="952">
                  <c:v>1.66603644285</c:v>
                </c:pt>
                <c:pt idx="953">
                  <c:v>1.67063885661</c:v>
                </c:pt>
                <c:pt idx="954">
                  <c:v>1.65814151939</c:v>
                </c:pt>
                <c:pt idx="955">
                  <c:v>1.65735329175</c:v>
                </c:pt>
                <c:pt idx="956">
                  <c:v>1.66540111062</c:v>
                </c:pt>
                <c:pt idx="957">
                  <c:v>1.66474476561</c:v>
                </c:pt>
                <c:pt idx="958">
                  <c:v>1.66823665041</c:v>
                </c:pt>
                <c:pt idx="959">
                  <c:v>1.66654051659</c:v>
                </c:pt>
                <c:pt idx="960">
                  <c:v>1.66065440402</c:v>
                </c:pt>
                <c:pt idx="961">
                  <c:v>1.64328238682</c:v>
                </c:pt>
                <c:pt idx="962">
                  <c:v>1.64452094987</c:v>
                </c:pt>
                <c:pt idx="963">
                  <c:v>1.64271145038</c:v>
                </c:pt>
                <c:pt idx="964">
                  <c:v>1.62462081973</c:v>
                </c:pt>
                <c:pt idx="965">
                  <c:v>1.61790064119</c:v>
                </c:pt>
                <c:pt idx="966">
                  <c:v>1.62321868289</c:v>
                </c:pt>
                <c:pt idx="967">
                  <c:v>1.60478107617</c:v>
                </c:pt>
                <c:pt idx="968">
                  <c:v>1.59707777914</c:v>
                </c:pt>
                <c:pt idx="969">
                  <c:v>1.58986400423</c:v>
                </c:pt>
                <c:pt idx="970">
                  <c:v>1.57317770945</c:v>
                </c:pt>
                <c:pt idx="971">
                  <c:v>1.56722584582</c:v>
                </c:pt>
                <c:pt idx="972">
                  <c:v>1.57325595927</c:v>
                </c:pt>
                <c:pt idx="973">
                  <c:v>1.59235157364</c:v>
                </c:pt>
                <c:pt idx="974">
                  <c:v>1.59487315638</c:v>
                </c:pt>
                <c:pt idx="975">
                  <c:v>1.59183378473</c:v>
                </c:pt>
                <c:pt idx="976">
                  <c:v>1.58505773058</c:v>
                </c:pt>
                <c:pt idx="977">
                  <c:v>1.60883229366</c:v>
                </c:pt>
                <c:pt idx="978">
                  <c:v>1.61580016973</c:v>
                </c:pt>
                <c:pt idx="979">
                  <c:v>1.6171863659</c:v>
                </c:pt>
                <c:pt idx="980">
                  <c:v>1.61339597939</c:v>
                </c:pt>
                <c:pt idx="981">
                  <c:v>1.61945879867</c:v>
                </c:pt>
                <c:pt idx="982">
                  <c:v>1.60280256343</c:v>
                </c:pt>
                <c:pt idx="983">
                  <c:v>1.59650712862</c:v>
                </c:pt>
                <c:pt idx="984">
                  <c:v>1.58819252388</c:v>
                </c:pt>
                <c:pt idx="985">
                  <c:v>1.58408400316</c:v>
                </c:pt>
                <c:pt idx="986">
                  <c:v>1.57166173397</c:v>
                </c:pt>
                <c:pt idx="987">
                  <c:v>1.57524688548</c:v>
                </c:pt>
                <c:pt idx="988">
                  <c:v>1.57318240722</c:v>
                </c:pt>
                <c:pt idx="989">
                  <c:v>1.56826867919</c:v>
                </c:pt>
                <c:pt idx="990">
                  <c:v>1.58257319656</c:v>
                </c:pt>
                <c:pt idx="991">
                  <c:v>1.60161736805</c:v>
                </c:pt>
                <c:pt idx="992">
                  <c:v>1.59629526684</c:v>
                </c:pt>
                <c:pt idx="993">
                  <c:v>1.58683333269</c:v>
                </c:pt>
                <c:pt idx="994">
                  <c:v>1.56595697033</c:v>
                </c:pt>
                <c:pt idx="995">
                  <c:v>1.5614260861</c:v>
                </c:pt>
                <c:pt idx="996">
                  <c:v>1.56299728694</c:v>
                </c:pt>
                <c:pt idx="997">
                  <c:v>1.57119711782</c:v>
                </c:pt>
                <c:pt idx="998">
                  <c:v>1.58128478122</c:v>
                </c:pt>
                <c:pt idx="999">
                  <c:v>1.57890472913</c:v>
                </c:pt>
                <c:pt idx="1000">
                  <c:v>1.56375793813</c:v>
                </c:pt>
                <c:pt idx="1001">
                  <c:v>1.54632545036</c:v>
                </c:pt>
                <c:pt idx="1002">
                  <c:v>1.5548192417</c:v>
                </c:pt>
                <c:pt idx="1003">
                  <c:v>1.55895861719</c:v>
                </c:pt>
                <c:pt idx="1004">
                  <c:v>1.55625672091</c:v>
                </c:pt>
                <c:pt idx="1005">
                  <c:v>1.55045413867</c:v>
                </c:pt>
                <c:pt idx="1006">
                  <c:v>1.55548420261</c:v>
                </c:pt>
                <c:pt idx="1007">
                  <c:v>1.54963653904</c:v>
                </c:pt>
                <c:pt idx="1008">
                  <c:v>1.54366267654</c:v>
                </c:pt>
                <c:pt idx="1009">
                  <c:v>1.54756962674</c:v>
                </c:pt>
                <c:pt idx="1010">
                  <c:v>1.54738781622</c:v>
                </c:pt>
                <c:pt idx="1011">
                  <c:v>1.53772230115</c:v>
                </c:pt>
                <c:pt idx="1012">
                  <c:v>1.53834503379</c:v>
                </c:pt>
                <c:pt idx="1013">
                  <c:v>1.5274875297</c:v>
                </c:pt>
                <c:pt idx="1014">
                  <c:v>1.52617181257</c:v>
                </c:pt>
                <c:pt idx="1015">
                  <c:v>1.50779151173</c:v>
                </c:pt>
                <c:pt idx="1016">
                  <c:v>1.51610298782</c:v>
                </c:pt>
                <c:pt idx="1017">
                  <c:v>1.52142188524</c:v>
                </c:pt>
                <c:pt idx="1018">
                  <c:v>1.52369862673</c:v>
                </c:pt>
                <c:pt idx="1019">
                  <c:v>1.51761807605</c:v>
                </c:pt>
                <c:pt idx="1020">
                  <c:v>1.53458584061</c:v>
                </c:pt>
                <c:pt idx="1021">
                  <c:v>1.54047264577</c:v>
                </c:pt>
                <c:pt idx="1022">
                  <c:v>1.53457086014</c:v>
                </c:pt>
                <c:pt idx="1023">
                  <c:v>1.54913839383</c:v>
                </c:pt>
                <c:pt idx="1024">
                  <c:v>1.5599757083</c:v>
                </c:pt>
                <c:pt idx="1025">
                  <c:v>1.53554412827</c:v>
                </c:pt>
                <c:pt idx="1026">
                  <c:v>1.5480593548</c:v>
                </c:pt>
                <c:pt idx="1027">
                  <c:v>1.54135479167</c:v>
                </c:pt>
                <c:pt idx="1028">
                  <c:v>1.54974200341</c:v>
                </c:pt>
                <c:pt idx="1029">
                  <c:v>1.54695688008</c:v>
                </c:pt>
                <c:pt idx="1030">
                  <c:v>1.53724496054</c:v>
                </c:pt>
                <c:pt idx="1031">
                  <c:v>1.5302123841</c:v>
                </c:pt>
                <c:pt idx="1032">
                  <c:v>1.51909470601</c:v>
                </c:pt>
                <c:pt idx="1033">
                  <c:v>1.52927960328</c:v>
                </c:pt>
                <c:pt idx="1034">
                  <c:v>1.5299459032</c:v>
                </c:pt>
                <c:pt idx="1035">
                  <c:v>1.53226549775</c:v>
                </c:pt>
                <c:pt idx="1036">
                  <c:v>1.53745485335</c:v>
                </c:pt>
                <c:pt idx="1037">
                  <c:v>1.53541137075</c:v>
                </c:pt>
                <c:pt idx="1038">
                  <c:v>1.54068815907</c:v>
                </c:pt>
                <c:pt idx="1039">
                  <c:v>1.54168337767</c:v>
                </c:pt>
                <c:pt idx="1040">
                  <c:v>1.54817342836</c:v>
                </c:pt>
                <c:pt idx="1041">
                  <c:v>1.55097988341</c:v>
                </c:pt>
                <c:pt idx="1042">
                  <c:v>1.54316571526</c:v>
                </c:pt>
                <c:pt idx="1043">
                  <c:v>1.54014697846</c:v>
                </c:pt>
                <c:pt idx="1044">
                  <c:v>1.555597762</c:v>
                </c:pt>
                <c:pt idx="1045">
                  <c:v>1.5669432837</c:v>
                </c:pt>
                <c:pt idx="1046">
                  <c:v>1.56185229277</c:v>
                </c:pt>
                <c:pt idx="1047">
                  <c:v>1.5693221118</c:v>
                </c:pt>
                <c:pt idx="1048">
                  <c:v>1.56222411519</c:v>
                </c:pt>
                <c:pt idx="1049">
                  <c:v>1.5682203904</c:v>
                </c:pt>
                <c:pt idx="1050">
                  <c:v>1.56739320182</c:v>
                </c:pt>
                <c:pt idx="1051">
                  <c:v>1.58115120676</c:v>
                </c:pt>
                <c:pt idx="1052">
                  <c:v>1.57880640295</c:v>
                </c:pt>
                <c:pt idx="1053">
                  <c:v>1.56465319065</c:v>
                </c:pt>
                <c:pt idx="1054">
                  <c:v>1.58437603635</c:v>
                </c:pt>
                <c:pt idx="1055">
                  <c:v>1.58093633189</c:v>
                </c:pt>
                <c:pt idx="1056">
                  <c:v>1.58183535658</c:v>
                </c:pt>
                <c:pt idx="1057">
                  <c:v>1.59242352774</c:v>
                </c:pt>
                <c:pt idx="1058">
                  <c:v>1.5948752287</c:v>
                </c:pt>
                <c:pt idx="1059">
                  <c:v>1.59403804305</c:v>
                </c:pt>
                <c:pt idx="1060">
                  <c:v>1.59980819433</c:v>
                </c:pt>
                <c:pt idx="1061">
                  <c:v>1.59545125639</c:v>
                </c:pt>
                <c:pt idx="1062">
                  <c:v>1.57297326226</c:v>
                </c:pt>
                <c:pt idx="1063">
                  <c:v>1.58713386315</c:v>
                </c:pt>
                <c:pt idx="1064">
                  <c:v>1.59404415855</c:v>
                </c:pt>
                <c:pt idx="1065">
                  <c:v>1.59028672558</c:v>
                </c:pt>
                <c:pt idx="1066">
                  <c:v>1.5900031125</c:v>
                </c:pt>
                <c:pt idx="1067">
                  <c:v>1.59152609755</c:v>
                </c:pt>
                <c:pt idx="1068">
                  <c:v>1.58915893674</c:v>
                </c:pt>
                <c:pt idx="1069">
                  <c:v>1.60632381557</c:v>
                </c:pt>
                <c:pt idx="1070">
                  <c:v>1.60942314971</c:v>
                </c:pt>
                <c:pt idx="1071">
                  <c:v>1.60589976336</c:v>
                </c:pt>
                <c:pt idx="1072">
                  <c:v>1.60770418797</c:v>
                </c:pt>
                <c:pt idx="1073">
                  <c:v>1.60762916107</c:v>
                </c:pt>
                <c:pt idx="1074">
                  <c:v>1.6170938286</c:v>
                </c:pt>
                <c:pt idx="1075">
                  <c:v>1.63983499021</c:v>
                </c:pt>
                <c:pt idx="1076">
                  <c:v>1.64952448849</c:v>
                </c:pt>
                <c:pt idx="1077">
                  <c:v>1.64572016284</c:v>
                </c:pt>
                <c:pt idx="1078">
                  <c:v>1.65615261788</c:v>
                </c:pt>
                <c:pt idx="1079">
                  <c:v>1.66339072293</c:v>
                </c:pt>
                <c:pt idx="1080">
                  <c:v>1.65872422531</c:v>
                </c:pt>
                <c:pt idx="1081">
                  <c:v>1.65749901397</c:v>
                </c:pt>
                <c:pt idx="1082">
                  <c:v>1.65566461515</c:v>
                </c:pt>
                <c:pt idx="1083">
                  <c:v>1.66288809027</c:v>
                </c:pt>
                <c:pt idx="1084">
                  <c:v>1.65719590957</c:v>
                </c:pt>
                <c:pt idx="1085">
                  <c:v>1.6543693388</c:v>
                </c:pt>
                <c:pt idx="1086">
                  <c:v>1.6628232718</c:v>
                </c:pt>
                <c:pt idx="1087">
                  <c:v>1.66778773947</c:v>
                </c:pt>
                <c:pt idx="1088">
                  <c:v>1.68949688757</c:v>
                </c:pt>
                <c:pt idx="1089">
                  <c:v>1.68707998752</c:v>
                </c:pt>
                <c:pt idx="1090">
                  <c:v>1.68384749104</c:v>
                </c:pt>
                <c:pt idx="1091">
                  <c:v>1.69221511787</c:v>
                </c:pt>
                <c:pt idx="1092">
                  <c:v>1.6888497801</c:v>
                </c:pt>
                <c:pt idx="1093">
                  <c:v>1.70133331694</c:v>
                </c:pt>
                <c:pt idx="1094">
                  <c:v>1.71657344989</c:v>
                </c:pt>
                <c:pt idx="1095">
                  <c:v>1.72266334005</c:v>
                </c:pt>
                <c:pt idx="1096">
                  <c:v>1.73643132552</c:v>
                </c:pt>
                <c:pt idx="1097">
                  <c:v>1.74345301053</c:v>
                </c:pt>
                <c:pt idx="1098">
                  <c:v>1.72341116118</c:v>
                </c:pt>
                <c:pt idx="1099">
                  <c:v>1.74794018737</c:v>
                </c:pt>
                <c:pt idx="1100">
                  <c:v>1.75436622136</c:v>
                </c:pt>
                <c:pt idx="1101">
                  <c:v>1.75833463419</c:v>
                </c:pt>
                <c:pt idx="1102">
                  <c:v>1.73785849852</c:v>
                </c:pt>
                <c:pt idx="1103">
                  <c:v>1.77354112696</c:v>
                </c:pt>
                <c:pt idx="1104">
                  <c:v>1.74809840133</c:v>
                </c:pt>
                <c:pt idx="1105">
                  <c:v>1.76316791005</c:v>
                </c:pt>
                <c:pt idx="1106">
                  <c:v>1.76686002794</c:v>
                </c:pt>
                <c:pt idx="1107">
                  <c:v>1.7571713676</c:v>
                </c:pt>
                <c:pt idx="1108">
                  <c:v>1.75295495361</c:v>
                </c:pt>
                <c:pt idx="1109">
                  <c:v>1.75069795694</c:v>
                </c:pt>
                <c:pt idx="1110">
                  <c:v>1.7348543937</c:v>
                </c:pt>
                <c:pt idx="1111">
                  <c:v>1.74349052754</c:v>
                </c:pt>
                <c:pt idx="1112">
                  <c:v>1.73943325687</c:v>
                </c:pt>
                <c:pt idx="1113">
                  <c:v>1.74252603822</c:v>
                </c:pt>
                <c:pt idx="1114">
                  <c:v>1.75075422309</c:v>
                </c:pt>
                <c:pt idx="1115">
                  <c:v>1.75496421477</c:v>
                </c:pt>
                <c:pt idx="1116">
                  <c:v>1.72175979729</c:v>
                </c:pt>
                <c:pt idx="1117">
                  <c:v>1.73350482525</c:v>
                </c:pt>
                <c:pt idx="1118">
                  <c:v>1.73199351434</c:v>
                </c:pt>
                <c:pt idx="1119">
                  <c:v>1.73380932495</c:v>
                </c:pt>
                <c:pt idx="1120">
                  <c:v>1.7481788986</c:v>
                </c:pt>
                <c:pt idx="1121">
                  <c:v>1.74614249052</c:v>
                </c:pt>
                <c:pt idx="1122">
                  <c:v>1.74720108138</c:v>
                </c:pt>
                <c:pt idx="1123">
                  <c:v>1.76738937931</c:v>
                </c:pt>
                <c:pt idx="1124">
                  <c:v>1.77088007464</c:v>
                </c:pt>
                <c:pt idx="1125">
                  <c:v>1.764165806</c:v>
                </c:pt>
                <c:pt idx="1126">
                  <c:v>1.77344254369</c:v>
                </c:pt>
                <c:pt idx="1127">
                  <c:v>1.79516998771</c:v>
                </c:pt>
                <c:pt idx="1128">
                  <c:v>1.77862816427</c:v>
                </c:pt>
                <c:pt idx="1129">
                  <c:v>1.79756502515</c:v>
                </c:pt>
                <c:pt idx="1130">
                  <c:v>1.80093636234</c:v>
                </c:pt>
                <c:pt idx="1131">
                  <c:v>1.80515430678</c:v>
                </c:pt>
                <c:pt idx="1132">
                  <c:v>1.785721299</c:v>
                </c:pt>
                <c:pt idx="1133">
                  <c:v>1.76491038915</c:v>
                </c:pt>
                <c:pt idx="1134">
                  <c:v>1.77407336485</c:v>
                </c:pt>
                <c:pt idx="1135">
                  <c:v>1.77121220678</c:v>
                </c:pt>
                <c:pt idx="1136">
                  <c:v>1.7796908871</c:v>
                </c:pt>
                <c:pt idx="1137">
                  <c:v>1.76496963688</c:v>
                </c:pt>
                <c:pt idx="1138">
                  <c:v>1.7654519812</c:v>
                </c:pt>
                <c:pt idx="1139">
                  <c:v>1.76532788014</c:v>
                </c:pt>
                <c:pt idx="1140">
                  <c:v>1.77504335003</c:v>
                </c:pt>
                <c:pt idx="1141">
                  <c:v>1.76075818092</c:v>
                </c:pt>
                <c:pt idx="1142">
                  <c:v>1.78383570902</c:v>
                </c:pt>
                <c:pt idx="1143">
                  <c:v>1.79199367664</c:v>
                </c:pt>
                <c:pt idx="1144">
                  <c:v>1.75511281421</c:v>
                </c:pt>
                <c:pt idx="1145">
                  <c:v>1.77498588696</c:v>
                </c:pt>
                <c:pt idx="1146">
                  <c:v>1.78057547632</c:v>
                </c:pt>
                <c:pt idx="1147">
                  <c:v>1.79065383413</c:v>
                </c:pt>
                <c:pt idx="1148">
                  <c:v>1.77872336339</c:v>
                </c:pt>
                <c:pt idx="1149">
                  <c:v>1.79467835912</c:v>
                </c:pt>
                <c:pt idx="1150">
                  <c:v>1.80052647206</c:v>
                </c:pt>
                <c:pt idx="1151">
                  <c:v>1.8029400072</c:v>
                </c:pt>
                <c:pt idx="1152">
                  <c:v>1.80327363835</c:v>
                </c:pt>
                <c:pt idx="1153">
                  <c:v>1.81110705443</c:v>
                </c:pt>
                <c:pt idx="1154">
                  <c:v>1.80081336194</c:v>
                </c:pt>
                <c:pt idx="1155">
                  <c:v>1.80262456766</c:v>
                </c:pt>
                <c:pt idx="1156">
                  <c:v>1.79858473604</c:v>
                </c:pt>
                <c:pt idx="1157">
                  <c:v>1.79404620901</c:v>
                </c:pt>
                <c:pt idx="1158">
                  <c:v>1.8109653026</c:v>
                </c:pt>
                <c:pt idx="1159">
                  <c:v>1.80628674077</c:v>
                </c:pt>
                <c:pt idx="1160">
                  <c:v>1.80608964461</c:v>
                </c:pt>
                <c:pt idx="1161">
                  <c:v>1.81624409188</c:v>
                </c:pt>
                <c:pt idx="1162">
                  <c:v>1.82817438099</c:v>
                </c:pt>
                <c:pt idx="1163">
                  <c:v>1.82448019352</c:v>
                </c:pt>
                <c:pt idx="1164">
                  <c:v>1.83983545785</c:v>
                </c:pt>
                <c:pt idx="1165">
                  <c:v>1.82549993561</c:v>
                </c:pt>
                <c:pt idx="1166">
                  <c:v>1.82899291135</c:v>
                </c:pt>
                <c:pt idx="1167">
                  <c:v>1.84292703646</c:v>
                </c:pt>
                <c:pt idx="1168">
                  <c:v>1.84860617494</c:v>
                </c:pt>
                <c:pt idx="1169">
                  <c:v>1.84482574466</c:v>
                </c:pt>
                <c:pt idx="1170">
                  <c:v>1.85148672287</c:v>
                </c:pt>
                <c:pt idx="1171">
                  <c:v>1.87623277192</c:v>
                </c:pt>
                <c:pt idx="1172">
                  <c:v>1.85952873335</c:v>
                </c:pt>
                <c:pt idx="1173">
                  <c:v>1.840016517</c:v>
                </c:pt>
                <c:pt idx="1174">
                  <c:v>1.82305927493</c:v>
                </c:pt>
                <c:pt idx="1175">
                  <c:v>1.83327081292</c:v>
                </c:pt>
                <c:pt idx="1176">
                  <c:v>1.8375295918</c:v>
                </c:pt>
                <c:pt idx="1177">
                  <c:v>1.81358653157</c:v>
                </c:pt>
                <c:pt idx="1178">
                  <c:v>1.79167264267</c:v>
                </c:pt>
                <c:pt idx="1179">
                  <c:v>1.81005510732</c:v>
                </c:pt>
                <c:pt idx="1180">
                  <c:v>1.80934074172</c:v>
                </c:pt>
                <c:pt idx="1181">
                  <c:v>1.81410044361</c:v>
                </c:pt>
                <c:pt idx="1182">
                  <c:v>1.84375662753</c:v>
                </c:pt>
                <c:pt idx="1183">
                  <c:v>1.81932620288</c:v>
                </c:pt>
                <c:pt idx="1184">
                  <c:v>1.80245466017</c:v>
                </c:pt>
                <c:pt idx="1185">
                  <c:v>1.7501286573</c:v>
                </c:pt>
                <c:pt idx="1186">
                  <c:v>1.75054033517</c:v>
                </c:pt>
                <c:pt idx="1187">
                  <c:v>1.74438352471</c:v>
                </c:pt>
                <c:pt idx="1188">
                  <c:v>1.77976743373</c:v>
                </c:pt>
                <c:pt idx="1189">
                  <c:v>1.78519127432</c:v>
                </c:pt>
                <c:pt idx="1190">
                  <c:v>1.79843787926</c:v>
                </c:pt>
                <c:pt idx="1191">
                  <c:v>1.81107390666</c:v>
                </c:pt>
                <c:pt idx="1192">
                  <c:v>1.79741398039</c:v>
                </c:pt>
                <c:pt idx="1193">
                  <c:v>1.81523185803</c:v>
                </c:pt>
                <c:pt idx="1194">
                  <c:v>1.84499823816</c:v>
                </c:pt>
                <c:pt idx="1195">
                  <c:v>1.84328295994</c:v>
                </c:pt>
                <c:pt idx="1196">
                  <c:v>1.8340641152</c:v>
                </c:pt>
                <c:pt idx="1197">
                  <c:v>1.83132494169</c:v>
                </c:pt>
                <c:pt idx="1198">
                  <c:v>1.81429702421</c:v>
                </c:pt>
                <c:pt idx="1199">
                  <c:v>1.84115144623</c:v>
                </c:pt>
                <c:pt idx="1200">
                  <c:v>1.82922024717</c:v>
                </c:pt>
                <c:pt idx="1201">
                  <c:v>1.83661730567</c:v>
                </c:pt>
                <c:pt idx="1202">
                  <c:v>1.82151191909</c:v>
                </c:pt>
                <c:pt idx="1203">
                  <c:v>1.82928353315</c:v>
                </c:pt>
                <c:pt idx="1204">
                  <c:v>1.83033493565</c:v>
                </c:pt>
                <c:pt idx="1205">
                  <c:v>1.83516840578</c:v>
                </c:pt>
                <c:pt idx="1206">
                  <c:v>1.81256559765</c:v>
                </c:pt>
                <c:pt idx="1207">
                  <c:v>1.81011823533</c:v>
                </c:pt>
                <c:pt idx="1208">
                  <c:v>1.82142485366</c:v>
                </c:pt>
                <c:pt idx="1209">
                  <c:v>1.80933598253</c:v>
                </c:pt>
                <c:pt idx="1210">
                  <c:v>1.8282791912</c:v>
                </c:pt>
                <c:pt idx="1211">
                  <c:v>1.84008966126</c:v>
                </c:pt>
                <c:pt idx="1212">
                  <c:v>1.84207395661</c:v>
                </c:pt>
                <c:pt idx="1213">
                  <c:v>1.86433315778</c:v>
                </c:pt>
                <c:pt idx="1214">
                  <c:v>1.87206135156</c:v>
                </c:pt>
                <c:pt idx="1215">
                  <c:v>1.87120946441</c:v>
                </c:pt>
                <c:pt idx="1216">
                  <c:v>1.87154822139</c:v>
                </c:pt>
                <c:pt idx="1217">
                  <c:v>1.86353275008</c:v>
                </c:pt>
                <c:pt idx="1218">
                  <c:v>1.88883896373</c:v>
                </c:pt>
                <c:pt idx="1219">
                  <c:v>1.89464928631</c:v>
                </c:pt>
                <c:pt idx="1220">
                  <c:v>1.89926068813</c:v>
                </c:pt>
                <c:pt idx="1221">
                  <c:v>1.91500706382</c:v>
                </c:pt>
                <c:pt idx="1222">
                  <c:v>1.89024314878</c:v>
                </c:pt>
                <c:pt idx="1223">
                  <c:v>1.90472107348</c:v>
                </c:pt>
                <c:pt idx="1224">
                  <c:v>1.88758814535</c:v>
                </c:pt>
                <c:pt idx="1225">
                  <c:v>1.88081696178</c:v>
                </c:pt>
                <c:pt idx="1226">
                  <c:v>1.89333839516</c:v>
                </c:pt>
                <c:pt idx="1227">
                  <c:v>1.89954730356</c:v>
                </c:pt>
                <c:pt idx="1228">
                  <c:v>1.89800633637</c:v>
                </c:pt>
                <c:pt idx="1229">
                  <c:v>1.89909150654</c:v>
                </c:pt>
                <c:pt idx="1230">
                  <c:v>1.90267000193</c:v>
                </c:pt>
                <c:pt idx="1231">
                  <c:v>1.89195058988</c:v>
                </c:pt>
                <c:pt idx="1232">
                  <c:v>1.89224417969</c:v>
                </c:pt>
                <c:pt idx="1233">
                  <c:v>1.90266522242</c:v>
                </c:pt>
                <c:pt idx="1234">
                  <c:v>1.90764860182</c:v>
                </c:pt>
                <c:pt idx="1235">
                  <c:v>1.91082304541</c:v>
                </c:pt>
                <c:pt idx="1236">
                  <c:v>1.91452709172</c:v>
                </c:pt>
                <c:pt idx="1237">
                  <c:v>1.92189332357</c:v>
                </c:pt>
                <c:pt idx="1238">
                  <c:v>1.93777851534</c:v>
                </c:pt>
                <c:pt idx="1239">
                  <c:v>1.95062158134</c:v>
                </c:pt>
                <c:pt idx="1240">
                  <c:v>1.94154711574</c:v>
                </c:pt>
                <c:pt idx="1241">
                  <c:v>1.9533847607</c:v>
                </c:pt>
                <c:pt idx="1242">
                  <c:v>1.94090233716</c:v>
                </c:pt>
                <c:pt idx="1243">
                  <c:v>1.95712395113</c:v>
                </c:pt>
                <c:pt idx="1244">
                  <c:v>1.95203598352</c:v>
                </c:pt>
                <c:pt idx="1245">
                  <c:v>1.95503764835</c:v>
                </c:pt>
                <c:pt idx="1246">
                  <c:v>1.96250117451</c:v>
                </c:pt>
                <c:pt idx="1247">
                  <c:v>1.96215051626</c:v>
                </c:pt>
                <c:pt idx="1248">
                  <c:v>1.9450927999</c:v>
                </c:pt>
                <c:pt idx="1249">
                  <c:v>1.93873476194</c:v>
                </c:pt>
                <c:pt idx="1250">
                  <c:v>1.9465173673</c:v>
                </c:pt>
                <c:pt idx="1251">
                  <c:v>1.94971756973</c:v>
                </c:pt>
                <c:pt idx="1252">
                  <c:v>1.92336697595</c:v>
                </c:pt>
                <c:pt idx="1253">
                  <c:v>1.97189607464</c:v>
                </c:pt>
                <c:pt idx="1254">
                  <c:v>1.96758529761</c:v>
                </c:pt>
                <c:pt idx="1255">
                  <c:v>1.95228399381</c:v>
                </c:pt>
                <c:pt idx="1256">
                  <c:v>1.94011929115</c:v>
                </c:pt>
                <c:pt idx="1257">
                  <c:v>1.94153934468</c:v>
                </c:pt>
                <c:pt idx="1258">
                  <c:v>1.94406906487</c:v>
                </c:pt>
                <c:pt idx="1259">
                  <c:v>1.94592980236</c:v>
                </c:pt>
                <c:pt idx="1260">
                  <c:v>1.96123952895</c:v>
                </c:pt>
                <c:pt idx="1261">
                  <c:v>1.97491435722</c:v>
                </c:pt>
                <c:pt idx="1262">
                  <c:v>1.97907842433</c:v>
                </c:pt>
                <c:pt idx="1263">
                  <c:v>1.98748900726</c:v>
                </c:pt>
                <c:pt idx="1264">
                  <c:v>2.00521573402</c:v>
                </c:pt>
                <c:pt idx="1265">
                  <c:v>1.97334101366</c:v>
                </c:pt>
                <c:pt idx="1266">
                  <c:v>1.9708441671</c:v>
                </c:pt>
                <c:pt idx="1267">
                  <c:v>1.97041450799</c:v>
                </c:pt>
                <c:pt idx="1268">
                  <c:v>1.97067260312</c:v>
                </c:pt>
                <c:pt idx="1269">
                  <c:v>1.9828907652</c:v>
                </c:pt>
                <c:pt idx="1270">
                  <c:v>1.97895192452</c:v>
                </c:pt>
                <c:pt idx="1271">
                  <c:v>1.99195620697</c:v>
                </c:pt>
                <c:pt idx="1272">
                  <c:v>2.00096113858</c:v>
                </c:pt>
                <c:pt idx="1273">
                  <c:v>2.00354636532</c:v>
                </c:pt>
                <c:pt idx="1274">
                  <c:v>1.99726936672</c:v>
                </c:pt>
                <c:pt idx="1275">
                  <c:v>1.99202505802</c:v>
                </c:pt>
                <c:pt idx="1276">
                  <c:v>1.99374063853</c:v>
                </c:pt>
                <c:pt idx="1277">
                  <c:v>1.99532674157</c:v>
                </c:pt>
                <c:pt idx="1278">
                  <c:v>1.99481049526</c:v>
                </c:pt>
                <c:pt idx="1279">
                  <c:v>2.00011341724</c:v>
                </c:pt>
                <c:pt idx="1280">
                  <c:v>2.00711661656</c:v>
                </c:pt>
                <c:pt idx="1281">
                  <c:v>1.99987550692</c:v>
                </c:pt>
                <c:pt idx="1282">
                  <c:v>1.96484476961</c:v>
                </c:pt>
                <c:pt idx="1283">
                  <c:v>1.96914935104</c:v>
                </c:pt>
                <c:pt idx="1284">
                  <c:v>1.97059971894</c:v>
                </c:pt>
                <c:pt idx="1285">
                  <c:v>1.97898603609</c:v>
                </c:pt>
                <c:pt idx="1286">
                  <c:v>1.99541747196</c:v>
                </c:pt>
                <c:pt idx="1287">
                  <c:v>1.99583212026</c:v>
                </c:pt>
                <c:pt idx="1288">
                  <c:v>1.98664394336</c:v>
                </c:pt>
                <c:pt idx="1289">
                  <c:v>1.97722585751</c:v>
                </c:pt>
                <c:pt idx="1290">
                  <c:v>1.97001062074</c:v>
                </c:pt>
                <c:pt idx="1291">
                  <c:v>1.97976792025</c:v>
                </c:pt>
                <c:pt idx="1292">
                  <c:v>1.99533015068</c:v>
                </c:pt>
                <c:pt idx="1293">
                  <c:v>1.99542893806</c:v>
                </c:pt>
                <c:pt idx="1294">
                  <c:v>1.99827055828</c:v>
                </c:pt>
                <c:pt idx="1295">
                  <c:v>2.02273629515</c:v>
                </c:pt>
                <c:pt idx="1296">
                  <c:v>2.0126671021</c:v>
                </c:pt>
                <c:pt idx="1297">
                  <c:v>2.01140705669</c:v>
                </c:pt>
                <c:pt idx="1298">
                  <c:v>1.9970916434</c:v>
                </c:pt>
                <c:pt idx="1299">
                  <c:v>2.00340544974</c:v>
                </c:pt>
                <c:pt idx="1300">
                  <c:v>2.00582001658</c:v>
                </c:pt>
                <c:pt idx="1301">
                  <c:v>2.02048644278</c:v>
                </c:pt>
                <c:pt idx="1302">
                  <c:v>2.01601040862</c:v>
                </c:pt>
                <c:pt idx="1303">
                  <c:v>2.01585533812</c:v>
                </c:pt>
                <c:pt idx="1304">
                  <c:v>2.01941834148</c:v>
                </c:pt>
                <c:pt idx="1305">
                  <c:v>2.02378903456</c:v>
                </c:pt>
                <c:pt idx="1306">
                  <c:v>2.0261875143</c:v>
                </c:pt>
                <c:pt idx="1307">
                  <c:v>2.03380986353</c:v>
                </c:pt>
                <c:pt idx="1308">
                  <c:v>2.0151380109</c:v>
                </c:pt>
                <c:pt idx="1309">
                  <c:v>2.02528403637</c:v>
                </c:pt>
                <c:pt idx="1310">
                  <c:v>2.02296375239</c:v>
                </c:pt>
                <c:pt idx="1311">
                  <c:v>2.03652015004</c:v>
                </c:pt>
                <c:pt idx="1312">
                  <c:v>2.05258953501</c:v>
                </c:pt>
                <c:pt idx="1313">
                  <c:v>2.06455032196</c:v>
                </c:pt>
                <c:pt idx="1314">
                  <c:v>2.06902584615</c:v>
                </c:pt>
                <c:pt idx="1315">
                  <c:v>2.06810515838</c:v>
                </c:pt>
                <c:pt idx="1316">
                  <c:v>2.06735812086</c:v>
                </c:pt>
                <c:pt idx="1317">
                  <c:v>2.07705321454</c:v>
                </c:pt>
                <c:pt idx="1318">
                  <c:v>2.10544814225</c:v>
                </c:pt>
                <c:pt idx="1319">
                  <c:v>2.09780229266</c:v>
                </c:pt>
                <c:pt idx="1320">
                  <c:v>2.0969702867</c:v>
                </c:pt>
                <c:pt idx="1321">
                  <c:v>2.11007312047</c:v>
                </c:pt>
                <c:pt idx="1322">
                  <c:v>2.08870605937</c:v>
                </c:pt>
                <c:pt idx="1323">
                  <c:v>2.09144075487</c:v>
                </c:pt>
                <c:pt idx="1324">
                  <c:v>2.11641272165</c:v>
                </c:pt>
                <c:pt idx="1325">
                  <c:v>2.11833113403</c:v>
                </c:pt>
                <c:pt idx="1326">
                  <c:v>2.12151304991</c:v>
                </c:pt>
                <c:pt idx="1327">
                  <c:v>2.11071853722</c:v>
                </c:pt>
                <c:pt idx="1328">
                  <c:v>2.1200146181</c:v>
                </c:pt>
                <c:pt idx="1329">
                  <c:v>2.10378054385</c:v>
                </c:pt>
                <c:pt idx="1330">
                  <c:v>2.10227023628</c:v>
                </c:pt>
                <c:pt idx="1331">
                  <c:v>2.08872504353</c:v>
                </c:pt>
                <c:pt idx="1332">
                  <c:v>2.08311034091</c:v>
                </c:pt>
                <c:pt idx="1333">
                  <c:v>2.10271014824</c:v>
                </c:pt>
                <c:pt idx="1334">
                  <c:v>2.10555465493</c:v>
                </c:pt>
                <c:pt idx="1335">
                  <c:v>2.10475135539</c:v>
                </c:pt>
                <c:pt idx="1336">
                  <c:v>2.09807732343</c:v>
                </c:pt>
                <c:pt idx="1337">
                  <c:v>2.09701797438</c:v>
                </c:pt>
                <c:pt idx="1338">
                  <c:v>2.08056262387</c:v>
                </c:pt>
                <c:pt idx="1339">
                  <c:v>2.07715737162</c:v>
                </c:pt>
                <c:pt idx="1340">
                  <c:v>2.08199046635</c:v>
                </c:pt>
                <c:pt idx="1341">
                  <c:v>2.10219510726</c:v>
                </c:pt>
                <c:pt idx="1342">
                  <c:v>2.10533133222</c:v>
                </c:pt>
                <c:pt idx="1343">
                  <c:v>2.11717823674</c:v>
                </c:pt>
                <c:pt idx="1344">
                  <c:v>2.13670316157</c:v>
                </c:pt>
                <c:pt idx="1345">
                  <c:v>2.14472975432</c:v>
                </c:pt>
                <c:pt idx="1346">
                  <c:v>2.14944310996</c:v>
                </c:pt>
                <c:pt idx="1347">
                  <c:v>2.14217353171</c:v>
                </c:pt>
                <c:pt idx="1348">
                  <c:v>2.1422214313</c:v>
                </c:pt>
                <c:pt idx="1349">
                  <c:v>2.15477542774</c:v>
                </c:pt>
                <c:pt idx="1350">
                  <c:v>2.15460045572</c:v>
                </c:pt>
                <c:pt idx="1351">
                  <c:v>2.17654384012</c:v>
                </c:pt>
                <c:pt idx="1352">
                  <c:v>2.1836798182</c:v>
                </c:pt>
                <c:pt idx="1353">
                  <c:v>2.20240077955</c:v>
                </c:pt>
                <c:pt idx="1354">
                  <c:v>2.19680621474</c:v>
                </c:pt>
                <c:pt idx="1355">
                  <c:v>2.19719014847</c:v>
                </c:pt>
                <c:pt idx="1356">
                  <c:v>2.18716481592</c:v>
                </c:pt>
                <c:pt idx="1357">
                  <c:v>2.12208542522</c:v>
                </c:pt>
                <c:pt idx="1358">
                  <c:v>2.03022007757</c:v>
                </c:pt>
                <c:pt idx="1359">
                  <c:v>2.02770181145</c:v>
                </c:pt>
                <c:pt idx="1360">
                  <c:v>2.04132962488</c:v>
                </c:pt>
                <c:pt idx="1361">
                  <c:v>2.10833493346</c:v>
                </c:pt>
                <c:pt idx="1362">
                  <c:v>2.1020266586</c:v>
                </c:pt>
                <c:pt idx="1363">
                  <c:v>2.09962899681</c:v>
                </c:pt>
                <c:pt idx="1364">
                  <c:v>2.1184092659</c:v>
                </c:pt>
                <c:pt idx="1365">
                  <c:v>2.16503961773</c:v>
                </c:pt>
                <c:pt idx="1366">
                  <c:v>2.17406150935</c:v>
                </c:pt>
                <c:pt idx="1367">
                  <c:v>2.2206336432</c:v>
                </c:pt>
                <c:pt idx="1368">
                  <c:v>2.20987829383</c:v>
                </c:pt>
                <c:pt idx="1369">
                  <c:v>2.19709476179</c:v>
                </c:pt>
                <c:pt idx="1370">
                  <c:v>2.21543955901</c:v>
                </c:pt>
                <c:pt idx="1371">
                  <c:v>2.20500675561</c:v>
                </c:pt>
                <c:pt idx="1372">
                  <c:v>2.22177335023</c:v>
                </c:pt>
                <c:pt idx="1373">
                  <c:v>2.20586233832</c:v>
                </c:pt>
                <c:pt idx="1374">
                  <c:v>2.20075087427</c:v>
                </c:pt>
                <c:pt idx="1375">
                  <c:v>2.17510456165</c:v>
                </c:pt>
                <c:pt idx="1376">
                  <c:v>2.18746052552</c:v>
                </c:pt>
                <c:pt idx="1377">
                  <c:v>2.21022464524</c:v>
                </c:pt>
                <c:pt idx="1378">
                  <c:v>2.23579617225</c:v>
                </c:pt>
                <c:pt idx="1379">
                  <c:v>2.22062269311</c:v>
                </c:pt>
                <c:pt idx="1380">
                  <c:v>2.19758763365</c:v>
                </c:pt>
                <c:pt idx="1381">
                  <c:v>2.22435140581</c:v>
                </c:pt>
                <c:pt idx="1382">
                  <c:v>2.19076712494</c:v>
                </c:pt>
                <c:pt idx="1383">
                  <c:v>2.19875853418</c:v>
                </c:pt>
                <c:pt idx="1384">
                  <c:v>2.17156578117</c:v>
                </c:pt>
                <c:pt idx="1385">
                  <c:v>2.19256250923</c:v>
                </c:pt>
                <c:pt idx="1386">
                  <c:v>2.18500493599</c:v>
                </c:pt>
                <c:pt idx="1387">
                  <c:v>2.1954463279</c:v>
                </c:pt>
                <c:pt idx="1388">
                  <c:v>2.21277891633</c:v>
                </c:pt>
                <c:pt idx="1389">
                  <c:v>2.21963018769</c:v>
                </c:pt>
                <c:pt idx="1390">
                  <c:v>2.20415680969</c:v>
                </c:pt>
                <c:pt idx="1391">
                  <c:v>2.23352677408</c:v>
                </c:pt>
                <c:pt idx="1392">
                  <c:v>2.22523639548</c:v>
                </c:pt>
                <c:pt idx="1393">
                  <c:v>2.21199473984</c:v>
                </c:pt>
                <c:pt idx="1394">
                  <c:v>2.21778542813</c:v>
                </c:pt>
                <c:pt idx="1395">
                  <c:v>2.22941142138</c:v>
                </c:pt>
                <c:pt idx="1396">
                  <c:v>2.21393892143</c:v>
                </c:pt>
                <c:pt idx="1397">
                  <c:v>2.23924198263</c:v>
                </c:pt>
                <c:pt idx="1398">
                  <c:v>2.2245975715</c:v>
                </c:pt>
                <c:pt idx="1399">
                  <c:v>2.24102248012</c:v>
                </c:pt>
                <c:pt idx="1400">
                  <c:v>2.23567032056</c:v>
                </c:pt>
                <c:pt idx="1401">
                  <c:v>2.22442499729</c:v>
                </c:pt>
                <c:pt idx="1402">
                  <c:v>2.23702065262</c:v>
                </c:pt>
                <c:pt idx="1403">
                  <c:v>2.23279490152</c:v>
                </c:pt>
                <c:pt idx="1404">
                  <c:v>2.2337847432</c:v>
                </c:pt>
                <c:pt idx="1405">
                  <c:v>2.24584794746</c:v>
                </c:pt>
                <c:pt idx="1406">
                  <c:v>2.25086737028</c:v>
                </c:pt>
                <c:pt idx="1407">
                  <c:v>2.23979057536</c:v>
                </c:pt>
                <c:pt idx="1408">
                  <c:v>2.24523768091</c:v>
                </c:pt>
                <c:pt idx="1409">
                  <c:v>2.24138421643</c:v>
                </c:pt>
                <c:pt idx="1410">
                  <c:v>2.23263251655</c:v>
                </c:pt>
                <c:pt idx="1411">
                  <c:v>2.23606467359</c:v>
                </c:pt>
                <c:pt idx="1412">
                  <c:v>2.23639140123</c:v>
                </c:pt>
                <c:pt idx="1413">
                  <c:v>2.22039039213</c:v>
                </c:pt>
                <c:pt idx="1414">
                  <c:v>2.22924887279</c:v>
                </c:pt>
                <c:pt idx="1415">
                  <c:v>2.22793202764</c:v>
                </c:pt>
                <c:pt idx="1416">
                  <c:v>2.21103611377</c:v>
                </c:pt>
                <c:pt idx="1417">
                  <c:v>2.22469731779</c:v>
                </c:pt>
                <c:pt idx="1418">
                  <c:v>2.23843636772</c:v>
                </c:pt>
                <c:pt idx="1419">
                  <c:v>2.24658677811</c:v>
                </c:pt>
                <c:pt idx="1420">
                  <c:v>2.24491486272</c:v>
                </c:pt>
                <c:pt idx="1421">
                  <c:v>2.24681981829</c:v>
                </c:pt>
                <c:pt idx="1422">
                  <c:v>2.2319811184</c:v>
                </c:pt>
                <c:pt idx="1423">
                  <c:v>2.23470738958</c:v>
                </c:pt>
                <c:pt idx="1424">
                  <c:v>2.24079660456</c:v>
                </c:pt>
                <c:pt idx="1425">
                  <c:v>2.24629552059</c:v>
                </c:pt>
                <c:pt idx="1426">
                  <c:v>2.25335751551</c:v>
                </c:pt>
                <c:pt idx="1427">
                  <c:v>2.25308536794</c:v>
                </c:pt>
                <c:pt idx="1428">
                  <c:v>2.25967793122</c:v>
                </c:pt>
                <c:pt idx="1429">
                  <c:v>2.27381743566</c:v>
                </c:pt>
                <c:pt idx="1430">
                  <c:v>2.27559943958</c:v>
                </c:pt>
                <c:pt idx="1431">
                  <c:v>2.2796890922</c:v>
                </c:pt>
                <c:pt idx="1432">
                  <c:v>2.30301624825</c:v>
                </c:pt>
                <c:pt idx="1433">
                  <c:v>2.30557555349</c:v>
                </c:pt>
                <c:pt idx="1434">
                  <c:v>2.29993811363</c:v>
                </c:pt>
                <c:pt idx="1435">
                  <c:v>2.28284034175</c:v>
                </c:pt>
                <c:pt idx="1436">
                  <c:v>2.2699283678</c:v>
                </c:pt>
                <c:pt idx="1437">
                  <c:v>2.25989109887</c:v>
                </c:pt>
                <c:pt idx="1438">
                  <c:v>2.27465271805</c:v>
                </c:pt>
                <c:pt idx="1439">
                  <c:v>2.24947173956</c:v>
                </c:pt>
                <c:pt idx="1440">
                  <c:v>2.26441789517</c:v>
                </c:pt>
                <c:pt idx="1441">
                  <c:v>2.28249264687</c:v>
                </c:pt>
                <c:pt idx="1442">
                  <c:v>2.28233049584</c:v>
                </c:pt>
                <c:pt idx="1443">
                  <c:v>2.28422828854</c:v>
                </c:pt>
                <c:pt idx="1444">
                  <c:v>2.28756331167</c:v>
                </c:pt>
                <c:pt idx="1445">
                  <c:v>2.30700654336</c:v>
                </c:pt>
                <c:pt idx="1446">
                  <c:v>2.30359656617</c:v>
                </c:pt>
                <c:pt idx="1447">
                  <c:v>2.28538999255</c:v>
                </c:pt>
                <c:pt idx="1448">
                  <c:v>2.2875956948</c:v>
                </c:pt>
                <c:pt idx="1449">
                  <c:v>2.30085941153</c:v>
                </c:pt>
                <c:pt idx="1450">
                  <c:v>2.29005274082</c:v>
                </c:pt>
                <c:pt idx="1451">
                  <c:v>2.28527583342</c:v>
                </c:pt>
                <c:pt idx="1452">
                  <c:v>2.27642429141</c:v>
                </c:pt>
                <c:pt idx="1453">
                  <c:v>2.27773199759</c:v>
                </c:pt>
                <c:pt idx="1454">
                  <c:v>2.28816150256</c:v>
                </c:pt>
                <c:pt idx="1455">
                  <c:v>2.28825506231</c:v>
                </c:pt>
                <c:pt idx="1456">
                  <c:v>2.31060234451</c:v>
                </c:pt>
                <c:pt idx="1457">
                  <c:v>2.30698439806</c:v>
                </c:pt>
                <c:pt idx="1458">
                  <c:v>2.3132971616</c:v>
                </c:pt>
                <c:pt idx="1459">
                  <c:v>2.31507965003</c:v>
                </c:pt>
                <c:pt idx="1460">
                  <c:v>2.32330596706</c:v>
                </c:pt>
                <c:pt idx="1461">
                  <c:v>2.33871865143</c:v>
                </c:pt>
                <c:pt idx="1462">
                  <c:v>2.34367877038</c:v>
                </c:pt>
                <c:pt idx="1463">
                  <c:v>2.37230271193</c:v>
                </c:pt>
                <c:pt idx="1464">
                  <c:v>2.38882175437</c:v>
                </c:pt>
                <c:pt idx="1465">
                  <c:v>2.38500911766</c:v>
                </c:pt>
                <c:pt idx="1466">
                  <c:v>2.40728165653</c:v>
                </c:pt>
                <c:pt idx="1467">
                  <c:v>2.41785485097</c:v>
                </c:pt>
                <c:pt idx="1468">
                  <c:v>2.40678492704</c:v>
                </c:pt>
                <c:pt idx="1469">
                  <c:v>2.42480001425</c:v>
                </c:pt>
                <c:pt idx="1470">
                  <c:v>2.4197714101</c:v>
                </c:pt>
                <c:pt idx="1471">
                  <c:v>2.42340061615</c:v>
                </c:pt>
                <c:pt idx="1472">
                  <c:v>2.43567281227</c:v>
                </c:pt>
                <c:pt idx="1473">
                  <c:v>2.43288167362</c:v>
                </c:pt>
                <c:pt idx="1474">
                  <c:v>2.41523518077</c:v>
                </c:pt>
                <c:pt idx="1475">
                  <c:v>2.41134001414</c:v>
                </c:pt>
                <c:pt idx="1476">
                  <c:v>2.4253474174</c:v>
                </c:pt>
                <c:pt idx="1477">
                  <c:v>2.44934596462</c:v>
                </c:pt>
                <c:pt idx="1478">
                  <c:v>2.45150068976</c:v>
                </c:pt>
                <c:pt idx="1479">
                  <c:v>2.43828541735</c:v>
                </c:pt>
                <c:pt idx="1480">
                  <c:v>2.44392353362</c:v>
                </c:pt>
                <c:pt idx="1481">
                  <c:v>2.45736108445</c:v>
                </c:pt>
                <c:pt idx="1482">
                  <c:v>2.47851649346</c:v>
                </c:pt>
                <c:pt idx="1483">
                  <c:v>2.49089557382</c:v>
                </c:pt>
                <c:pt idx="1484">
                  <c:v>2.50032058111</c:v>
                </c:pt>
                <c:pt idx="1485">
                  <c:v>2.5129685016</c:v>
                </c:pt>
                <c:pt idx="1486">
                  <c:v>2.52821587742</c:v>
                </c:pt>
                <c:pt idx="1487">
                  <c:v>2.56366791002</c:v>
                </c:pt>
                <c:pt idx="1488">
                  <c:v>2.56007345947</c:v>
                </c:pt>
                <c:pt idx="1489">
                  <c:v>2.5958349514</c:v>
                </c:pt>
                <c:pt idx="1490">
                  <c:v>2.5633782518</c:v>
                </c:pt>
                <c:pt idx="1491">
                  <c:v>2.5385844818</c:v>
                </c:pt>
                <c:pt idx="1492">
                  <c:v>2.6018083501</c:v>
                </c:pt>
                <c:pt idx="1493">
                  <c:v>2.60441354729</c:v>
                </c:pt>
                <c:pt idx="1494">
                  <c:v>2.64707633169</c:v>
                </c:pt>
                <c:pt idx="1495">
                  <c:v>2.68116778772</c:v>
                </c:pt>
                <c:pt idx="1496">
                  <c:v>2.64783504237</c:v>
                </c:pt>
                <c:pt idx="1497">
                  <c:v>2.72033705449</c:v>
                </c:pt>
                <c:pt idx="1498">
                  <c:v>2.61056601937</c:v>
                </c:pt>
                <c:pt idx="1499">
                  <c:v>2.62010462405</c:v>
                </c:pt>
                <c:pt idx="1500">
                  <c:v>2.63477884391</c:v>
                </c:pt>
                <c:pt idx="1501">
                  <c:v>2.6399892932</c:v>
                </c:pt>
                <c:pt idx="1502">
                  <c:v>2.61558195174</c:v>
                </c:pt>
                <c:pt idx="1503">
                  <c:v>2.60191848978</c:v>
                </c:pt>
                <c:pt idx="1504">
                  <c:v>2.59828361917</c:v>
                </c:pt>
                <c:pt idx="1505">
                  <c:v>2.61747566661</c:v>
                </c:pt>
                <c:pt idx="1506">
                  <c:v>2.61198925468</c:v>
                </c:pt>
                <c:pt idx="1507">
                  <c:v>2.62835370544</c:v>
                </c:pt>
                <c:pt idx="1508">
                  <c:v>2.5850444796</c:v>
                </c:pt>
                <c:pt idx="1509">
                  <c:v>2.60614617559</c:v>
                </c:pt>
                <c:pt idx="1510">
                  <c:v>2.57885571999</c:v>
                </c:pt>
                <c:pt idx="1511">
                  <c:v>2.57163433986</c:v>
                </c:pt>
                <c:pt idx="1512">
                  <c:v>2.61084197788</c:v>
                </c:pt>
                <c:pt idx="1513">
                  <c:v>2.614618035</c:v>
                </c:pt>
                <c:pt idx="1514">
                  <c:v>2.61278463348</c:v>
                </c:pt>
                <c:pt idx="1515">
                  <c:v>2.57817557715</c:v>
                </c:pt>
                <c:pt idx="1516">
                  <c:v>2.57872720813</c:v>
                </c:pt>
                <c:pt idx="1517">
                  <c:v>2.54714647794</c:v>
                </c:pt>
                <c:pt idx="1518">
                  <c:v>2.53713250111</c:v>
                </c:pt>
                <c:pt idx="1519">
                  <c:v>2.53446054164</c:v>
                </c:pt>
                <c:pt idx="1520">
                  <c:v>2.50832760439</c:v>
                </c:pt>
                <c:pt idx="1521">
                  <c:v>2.52225343775</c:v>
                </c:pt>
                <c:pt idx="1522">
                  <c:v>2.55334062739</c:v>
                </c:pt>
                <c:pt idx="1523">
                  <c:v>2.56481101191</c:v>
                </c:pt>
                <c:pt idx="1524">
                  <c:v>2.57697155832</c:v>
                </c:pt>
                <c:pt idx="1525">
                  <c:v>2.5659857905</c:v>
                </c:pt>
                <c:pt idx="1526">
                  <c:v>2.57703041729</c:v>
                </c:pt>
                <c:pt idx="1527">
                  <c:v>2.56781343906</c:v>
                </c:pt>
                <c:pt idx="1528">
                  <c:v>2.5692846594</c:v>
                </c:pt>
                <c:pt idx="1529">
                  <c:v>2.56826916593</c:v>
                </c:pt>
                <c:pt idx="1530">
                  <c:v>2.56406440293</c:v>
                </c:pt>
                <c:pt idx="1531">
                  <c:v>2.57402461919</c:v>
                </c:pt>
                <c:pt idx="1532">
                  <c:v>2.56817666761</c:v>
                </c:pt>
                <c:pt idx="1533">
                  <c:v>2.57651914529</c:v>
                </c:pt>
                <c:pt idx="1534">
                  <c:v>2.5932635284</c:v>
                </c:pt>
                <c:pt idx="1535">
                  <c:v>2.59217193821</c:v>
                </c:pt>
                <c:pt idx="1536">
                  <c:v>2.58415081174</c:v>
                </c:pt>
                <c:pt idx="1537">
                  <c:v>2.58205522408</c:v>
                </c:pt>
                <c:pt idx="1538">
                  <c:v>2.56939812491</c:v>
                </c:pt>
                <c:pt idx="1539">
                  <c:v>2.57148059842</c:v>
                </c:pt>
                <c:pt idx="1540">
                  <c:v>2.58655337597</c:v>
                </c:pt>
                <c:pt idx="1541">
                  <c:v>2.59849480751</c:v>
                </c:pt>
                <c:pt idx="1542">
                  <c:v>2.64223628461</c:v>
                </c:pt>
                <c:pt idx="1543">
                  <c:v>2.65753132206</c:v>
                </c:pt>
                <c:pt idx="1544">
                  <c:v>2.646723718</c:v>
                </c:pt>
                <c:pt idx="1545">
                  <c:v>2.67055780519</c:v>
                </c:pt>
                <c:pt idx="1546">
                  <c:v>2.60811824411</c:v>
                </c:pt>
                <c:pt idx="1547">
                  <c:v>2.613513595</c:v>
                </c:pt>
                <c:pt idx="1548">
                  <c:v>2.59972182448</c:v>
                </c:pt>
                <c:pt idx="1549">
                  <c:v>2.64220360946</c:v>
                </c:pt>
                <c:pt idx="1550">
                  <c:v>2.694076278</c:v>
                </c:pt>
                <c:pt idx="1551">
                  <c:v>2.71580221608</c:v>
                </c:pt>
                <c:pt idx="1552">
                  <c:v>2.70606943548</c:v>
                </c:pt>
                <c:pt idx="1553">
                  <c:v>2.71275442629</c:v>
                </c:pt>
                <c:pt idx="1554">
                  <c:v>2.72523887481</c:v>
                </c:pt>
                <c:pt idx="1555">
                  <c:v>2.76154798735</c:v>
                </c:pt>
                <c:pt idx="1556">
                  <c:v>2.76683580532</c:v>
                </c:pt>
                <c:pt idx="1557">
                  <c:v>2.78967650966</c:v>
                </c:pt>
                <c:pt idx="1558">
                  <c:v>2.77961700732</c:v>
                </c:pt>
                <c:pt idx="1559">
                  <c:v>2.78091529085</c:v>
                </c:pt>
                <c:pt idx="1560">
                  <c:v>2.77346843451</c:v>
                </c:pt>
                <c:pt idx="1561">
                  <c:v>2.82311039697</c:v>
                </c:pt>
                <c:pt idx="1562">
                  <c:v>2.83876182241</c:v>
                </c:pt>
                <c:pt idx="1563">
                  <c:v>2.87531413684</c:v>
                </c:pt>
                <c:pt idx="1564">
                  <c:v>2.90491776161</c:v>
                </c:pt>
                <c:pt idx="1565">
                  <c:v>2.90798986403</c:v>
                </c:pt>
                <c:pt idx="1566">
                  <c:v>2.96050248808</c:v>
                </c:pt>
                <c:pt idx="1567">
                  <c:v>3.00860176871</c:v>
                </c:pt>
                <c:pt idx="1568">
                  <c:v>3.01908142065</c:v>
                </c:pt>
                <c:pt idx="1569">
                  <c:v>2.85104088782</c:v>
                </c:pt>
                <c:pt idx="1570">
                  <c:v>2.79515481617</c:v>
                </c:pt>
                <c:pt idx="1571">
                  <c:v>2.89979783745</c:v>
                </c:pt>
                <c:pt idx="1572">
                  <c:v>2.89837174363</c:v>
                </c:pt>
                <c:pt idx="1573">
                  <c:v>2.86725287899</c:v>
                </c:pt>
                <c:pt idx="1574">
                  <c:v>2.90518754903</c:v>
                </c:pt>
                <c:pt idx="1575">
                  <c:v>2.94162495124</c:v>
                </c:pt>
                <c:pt idx="1576">
                  <c:v>2.92192539458</c:v>
                </c:pt>
                <c:pt idx="1577">
                  <c:v>2.94467545422</c:v>
                </c:pt>
                <c:pt idx="1578">
                  <c:v>2.90006085947</c:v>
                </c:pt>
                <c:pt idx="1579">
                  <c:v>2.91558201463</c:v>
                </c:pt>
                <c:pt idx="1580">
                  <c:v>2.91580264913</c:v>
                </c:pt>
                <c:pt idx="1581">
                  <c:v>2.86997360577</c:v>
                </c:pt>
                <c:pt idx="1582">
                  <c:v>2.9022111525</c:v>
                </c:pt>
                <c:pt idx="1583">
                  <c:v>2.92819318738</c:v>
                </c:pt>
                <c:pt idx="1584">
                  <c:v>2.96080089868</c:v>
                </c:pt>
                <c:pt idx="1585">
                  <c:v>3.00325288656</c:v>
                </c:pt>
                <c:pt idx="1586">
                  <c:v>2.9772023337</c:v>
                </c:pt>
                <c:pt idx="1587">
                  <c:v>2.9750170881</c:v>
                </c:pt>
                <c:pt idx="1588">
                  <c:v>2.96900685015</c:v>
                </c:pt>
                <c:pt idx="1589">
                  <c:v>2.9988071768</c:v>
                </c:pt>
                <c:pt idx="1590">
                  <c:v>2.99564640983</c:v>
                </c:pt>
                <c:pt idx="1591">
                  <c:v>2.9284380054</c:v>
                </c:pt>
                <c:pt idx="1592">
                  <c:v>2.96470950036</c:v>
                </c:pt>
                <c:pt idx="1593">
                  <c:v>2.90935971465</c:v>
                </c:pt>
                <c:pt idx="1594">
                  <c:v>2.9357121716</c:v>
                </c:pt>
                <c:pt idx="1595">
                  <c:v>2.97069191641</c:v>
                </c:pt>
                <c:pt idx="1596">
                  <c:v>2.97186397926</c:v>
                </c:pt>
                <c:pt idx="1597">
                  <c:v>2.96521208306</c:v>
                </c:pt>
                <c:pt idx="1598">
                  <c:v>2.89594953254</c:v>
                </c:pt>
                <c:pt idx="1599">
                  <c:v>2.87751778176</c:v>
                </c:pt>
                <c:pt idx="1600">
                  <c:v>2.92363105436</c:v>
                </c:pt>
                <c:pt idx="1601">
                  <c:v>2.91976906159</c:v>
                </c:pt>
                <c:pt idx="1602">
                  <c:v>2.83988306504</c:v>
                </c:pt>
                <c:pt idx="1603">
                  <c:v>2.80057693589</c:v>
                </c:pt>
                <c:pt idx="1604">
                  <c:v>2.69841833191</c:v>
                </c:pt>
                <c:pt idx="1605">
                  <c:v>2.72138145156</c:v>
                </c:pt>
                <c:pt idx="1606">
                  <c:v>2.68457834519</c:v>
                </c:pt>
                <c:pt idx="1607">
                  <c:v>2.75119175785</c:v>
                </c:pt>
                <c:pt idx="1608">
                  <c:v>2.66146426992</c:v>
                </c:pt>
                <c:pt idx="1609">
                  <c:v>2.70965134069</c:v>
                </c:pt>
                <c:pt idx="1610">
                  <c:v>2.70653370391</c:v>
                </c:pt>
                <c:pt idx="1611">
                  <c:v>2.81133612877</c:v>
                </c:pt>
                <c:pt idx="1612">
                  <c:v>2.82935431887</c:v>
                </c:pt>
                <c:pt idx="1613">
                  <c:v>2.7813427701</c:v>
                </c:pt>
                <c:pt idx="1614">
                  <c:v>2.78868045348</c:v>
                </c:pt>
                <c:pt idx="1615">
                  <c:v>2.79420372808</c:v>
                </c:pt>
                <c:pt idx="1616">
                  <c:v>2.74273711598</c:v>
                </c:pt>
                <c:pt idx="1617">
                  <c:v>2.75968984063</c:v>
                </c:pt>
                <c:pt idx="1618">
                  <c:v>2.74263395448</c:v>
                </c:pt>
                <c:pt idx="1619">
                  <c:v>2.77007947393</c:v>
                </c:pt>
                <c:pt idx="1620">
                  <c:v>2.7808588996</c:v>
                </c:pt>
                <c:pt idx="1621">
                  <c:v>2.76838176935</c:v>
                </c:pt>
                <c:pt idx="1622">
                  <c:v>2.77629415091</c:v>
                </c:pt>
                <c:pt idx="1623">
                  <c:v>2.76031389274</c:v>
                </c:pt>
                <c:pt idx="1624">
                  <c:v>2.76939006363</c:v>
                </c:pt>
                <c:pt idx="1625">
                  <c:v>2.7451873194</c:v>
                </c:pt>
                <c:pt idx="1626">
                  <c:v>2.78547791415</c:v>
                </c:pt>
                <c:pt idx="1627">
                  <c:v>2.7969379325</c:v>
                </c:pt>
                <c:pt idx="1628">
                  <c:v>2.80467463915</c:v>
                </c:pt>
                <c:pt idx="1629">
                  <c:v>2.80494905811</c:v>
                </c:pt>
                <c:pt idx="1630">
                  <c:v>2.7818656893</c:v>
                </c:pt>
                <c:pt idx="1631">
                  <c:v>2.80575609063</c:v>
                </c:pt>
                <c:pt idx="1632">
                  <c:v>2.83777081843</c:v>
                </c:pt>
                <c:pt idx="1633">
                  <c:v>2.80702328904</c:v>
                </c:pt>
                <c:pt idx="1634">
                  <c:v>2.80415489626</c:v>
                </c:pt>
                <c:pt idx="1635">
                  <c:v>2.81466993788</c:v>
                </c:pt>
                <c:pt idx="1636">
                  <c:v>2.80828924717</c:v>
                </c:pt>
                <c:pt idx="1637">
                  <c:v>2.77694575403</c:v>
                </c:pt>
                <c:pt idx="1638">
                  <c:v>2.80848273656</c:v>
                </c:pt>
                <c:pt idx="1639">
                  <c:v>2.84139367907</c:v>
                </c:pt>
                <c:pt idx="1640">
                  <c:v>2.82665471087</c:v>
                </c:pt>
                <c:pt idx="1641">
                  <c:v>2.84506203856</c:v>
                </c:pt>
                <c:pt idx="1642">
                  <c:v>2.84279143685</c:v>
                </c:pt>
                <c:pt idx="1643">
                  <c:v>2.80378238341</c:v>
                </c:pt>
                <c:pt idx="1644">
                  <c:v>2.82120648213</c:v>
                </c:pt>
                <c:pt idx="1645">
                  <c:v>2.80844608796</c:v>
                </c:pt>
                <c:pt idx="1646">
                  <c:v>2.80944259916</c:v>
                </c:pt>
                <c:pt idx="1647">
                  <c:v>2.80315101199</c:v>
                </c:pt>
                <c:pt idx="1648">
                  <c:v>2.79446659782</c:v>
                </c:pt>
                <c:pt idx="1649">
                  <c:v>2.7926076831</c:v>
                </c:pt>
                <c:pt idx="1650">
                  <c:v>2.82459102455</c:v>
                </c:pt>
                <c:pt idx="1651">
                  <c:v>2.79775512953</c:v>
                </c:pt>
                <c:pt idx="1652">
                  <c:v>2.81105856601</c:v>
                </c:pt>
                <c:pt idx="1653">
                  <c:v>2.79659447729</c:v>
                </c:pt>
                <c:pt idx="1654">
                  <c:v>2.84855077108</c:v>
                </c:pt>
                <c:pt idx="1655">
                  <c:v>2.87433893968</c:v>
                </c:pt>
                <c:pt idx="1656">
                  <c:v>2.86263810703</c:v>
                </c:pt>
                <c:pt idx="1657">
                  <c:v>2.83977055095</c:v>
                </c:pt>
                <c:pt idx="1658">
                  <c:v>2.72144371541</c:v>
                </c:pt>
                <c:pt idx="1659">
                  <c:v>2.76934119046</c:v>
                </c:pt>
                <c:pt idx="1660">
                  <c:v>2.74767420636</c:v>
                </c:pt>
                <c:pt idx="1661">
                  <c:v>2.72460063526</c:v>
                </c:pt>
                <c:pt idx="1662">
                  <c:v>2.76952079083</c:v>
                </c:pt>
                <c:pt idx="1663">
                  <c:v>2.75501972834</c:v>
                </c:pt>
                <c:pt idx="1664">
                  <c:v>2.77789524233</c:v>
                </c:pt>
                <c:pt idx="1665">
                  <c:v>2.74130933528</c:v>
                </c:pt>
                <c:pt idx="1666">
                  <c:v>2.72865907903</c:v>
                </c:pt>
                <c:pt idx="1667">
                  <c:v>2.78228745239</c:v>
                </c:pt>
                <c:pt idx="1668">
                  <c:v>2.78764462541</c:v>
                </c:pt>
                <c:pt idx="1669">
                  <c:v>2.78706539005</c:v>
                </c:pt>
                <c:pt idx="1670">
                  <c:v>2.69456794586</c:v>
                </c:pt>
                <c:pt idx="1671">
                  <c:v>2.67137695149</c:v>
                </c:pt>
                <c:pt idx="1672">
                  <c:v>2.71163568737</c:v>
                </c:pt>
                <c:pt idx="1673">
                  <c:v>2.67616799667</c:v>
                </c:pt>
                <c:pt idx="1674">
                  <c:v>2.67624002013</c:v>
                </c:pt>
                <c:pt idx="1675">
                  <c:v>2.69368997244</c:v>
                </c:pt>
                <c:pt idx="1676">
                  <c:v>2.65193969545</c:v>
                </c:pt>
                <c:pt idx="1677">
                  <c:v>2.64835269812</c:v>
                </c:pt>
                <c:pt idx="1678">
                  <c:v>2.64248598723</c:v>
                </c:pt>
                <c:pt idx="1679">
                  <c:v>2.69531374759</c:v>
                </c:pt>
                <c:pt idx="1680">
                  <c:v>2.67702960484</c:v>
                </c:pt>
                <c:pt idx="1681">
                  <c:v>2.71449052628</c:v>
                </c:pt>
                <c:pt idx="1682">
                  <c:v>2.70935310685</c:v>
                </c:pt>
                <c:pt idx="1683">
                  <c:v>2.7129840802</c:v>
                </c:pt>
                <c:pt idx="1684">
                  <c:v>2.70552028974</c:v>
                </c:pt>
                <c:pt idx="1685">
                  <c:v>2.74420651212</c:v>
                </c:pt>
                <c:pt idx="1686">
                  <c:v>2.74379571469</c:v>
                </c:pt>
                <c:pt idx="1687">
                  <c:v>2.69554441678</c:v>
                </c:pt>
                <c:pt idx="1688">
                  <c:v>2.70455507566</c:v>
                </c:pt>
                <c:pt idx="1689">
                  <c:v>2.723475248</c:v>
                </c:pt>
                <c:pt idx="1690">
                  <c:v>2.77780421855</c:v>
                </c:pt>
                <c:pt idx="1691">
                  <c:v>2.78789692194</c:v>
                </c:pt>
                <c:pt idx="1692">
                  <c:v>2.79816858695</c:v>
                </c:pt>
                <c:pt idx="1693">
                  <c:v>2.76963398125</c:v>
                </c:pt>
                <c:pt idx="1694">
                  <c:v>2.7163943758</c:v>
                </c:pt>
                <c:pt idx="1695">
                  <c:v>2.67141209461</c:v>
                </c:pt>
                <c:pt idx="1696">
                  <c:v>2.68925282486</c:v>
                </c:pt>
                <c:pt idx="1697">
                  <c:v>2.72356574954</c:v>
                </c:pt>
                <c:pt idx="1698">
                  <c:v>2.72365634675</c:v>
                </c:pt>
                <c:pt idx="1699">
                  <c:v>2.70432423481</c:v>
                </c:pt>
                <c:pt idx="1700">
                  <c:v>2.70974003221</c:v>
                </c:pt>
                <c:pt idx="1701">
                  <c:v>2.70660808017</c:v>
                </c:pt>
                <c:pt idx="1702">
                  <c:v>2.74200895942</c:v>
                </c:pt>
                <c:pt idx="1703">
                  <c:v>2.75581475419</c:v>
                </c:pt>
                <c:pt idx="1704">
                  <c:v>2.79699878598</c:v>
                </c:pt>
                <c:pt idx="1705">
                  <c:v>2.81951070325</c:v>
                </c:pt>
                <c:pt idx="1706">
                  <c:v>2.82218512363</c:v>
                </c:pt>
                <c:pt idx="1707">
                  <c:v>2.80711468073</c:v>
                </c:pt>
                <c:pt idx="1708">
                  <c:v>2.82356957674</c:v>
                </c:pt>
                <c:pt idx="1709">
                  <c:v>2.85961899685</c:v>
                </c:pt>
                <c:pt idx="1710">
                  <c:v>2.84274043009</c:v>
                </c:pt>
                <c:pt idx="1711">
                  <c:v>2.85155375426</c:v>
                </c:pt>
                <c:pt idx="1712">
                  <c:v>2.86104224471</c:v>
                </c:pt>
                <c:pt idx="1713">
                  <c:v>2.8691434587</c:v>
                </c:pt>
                <c:pt idx="1714">
                  <c:v>2.84986184892</c:v>
                </c:pt>
                <c:pt idx="1715">
                  <c:v>2.83980006909</c:v>
                </c:pt>
                <c:pt idx="1716">
                  <c:v>2.8384718141</c:v>
                </c:pt>
                <c:pt idx="1717">
                  <c:v>2.85347072094</c:v>
                </c:pt>
                <c:pt idx="1718">
                  <c:v>2.84893999091</c:v>
                </c:pt>
                <c:pt idx="1719">
                  <c:v>2.88487500429</c:v>
                </c:pt>
                <c:pt idx="1720">
                  <c:v>2.90255343732</c:v>
                </c:pt>
                <c:pt idx="1721">
                  <c:v>2.91558635877</c:v>
                </c:pt>
                <c:pt idx="1722">
                  <c:v>2.91916730022</c:v>
                </c:pt>
                <c:pt idx="1723">
                  <c:v>2.92357920787</c:v>
                </c:pt>
                <c:pt idx="1724">
                  <c:v>2.92137841881</c:v>
                </c:pt>
                <c:pt idx="1725">
                  <c:v>2.93339869682</c:v>
                </c:pt>
                <c:pt idx="1726">
                  <c:v>2.94796863206</c:v>
                </c:pt>
                <c:pt idx="1727">
                  <c:v>2.96935433204</c:v>
                </c:pt>
                <c:pt idx="1728">
                  <c:v>2.95793610083</c:v>
                </c:pt>
                <c:pt idx="1729">
                  <c:v>2.95859007355</c:v>
                </c:pt>
                <c:pt idx="1730">
                  <c:v>2.96917905187</c:v>
                </c:pt>
                <c:pt idx="1731">
                  <c:v>2.94792979935</c:v>
                </c:pt>
                <c:pt idx="1732">
                  <c:v>2.95085312462</c:v>
                </c:pt>
                <c:pt idx="1733">
                  <c:v>2.94477054432</c:v>
                </c:pt>
              </c:numCache>
            </c:numRef>
          </c:val>
          <c:smooth val="0"/>
        </c:ser>
        <c:ser>
          <c:idx val="1"/>
          <c:order val="1"/>
          <c:tx>
            <c:strRef>
              <c:f>MGRP</c:f>
              <c:strCache>
                <c:ptCount val="1"/>
                <c:pt idx="0">
                  <c:v>MGRP</c:v>
                </c:pt>
              </c:strCache>
            </c:strRef>
          </c:tx>
          <c:spPr>
            <a:ln w="16193" cap="rnd">
              <a:solidFill>
                <a:srgbClr val="72B5C0"/>
              </a:solidFill>
              <a:prstDash val="solid"/>
              <a:round/>
            </a:ln>
          </c:spPr>
          <c:marker>
            <c:symbol val="none"/>
          </c:marker>
          <c:dLbls>
            <c:delete val="1"/>
          </c:dLbls>
          <c:cat>
            <c:strRef>
              <c:f>'Chart Data'!$C$2:$C$1735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Data'!$D$2:$D$1735</c:f>
              <c:numCache>
                <c:formatCode>0.00</c:formatCode>
                <c:ptCount val="1734"/>
                <c:pt idx="0">
                  <c:v>1</c:v>
                </c:pt>
                <c:pt idx="1">
                  <c:v>0.999000999001</c:v>
                </c:pt>
                <c:pt idx="2">
                  <c:v>1.0031515058</c:v>
                </c:pt>
                <c:pt idx="3">
                  <c:v>1.00178761378</c:v>
                </c:pt>
                <c:pt idx="4">
                  <c:v>1.00022443084</c:v>
                </c:pt>
                <c:pt idx="5">
                  <c:v>1.00055821496</c:v>
                </c:pt>
                <c:pt idx="6">
                  <c:v>1.00461980605</c:v>
                </c:pt>
                <c:pt idx="7">
                  <c:v>1.00367698417</c:v>
                </c:pt>
                <c:pt idx="8">
                  <c:v>1.0021223275</c:v>
                </c:pt>
                <c:pt idx="9">
                  <c:v>1.00429888591</c:v>
                </c:pt>
                <c:pt idx="10">
                  <c:v>1.00467330423</c:v>
                </c:pt>
                <c:pt idx="11">
                  <c:v>1.0067620557</c:v>
                </c:pt>
                <c:pt idx="12">
                  <c:v>1.00733771245</c:v>
                </c:pt>
                <c:pt idx="13">
                  <c:v>1.0032959376</c:v>
                </c:pt>
                <c:pt idx="14">
                  <c:v>1.00549548839</c:v>
                </c:pt>
                <c:pt idx="15">
                  <c:v>1.0036556249</c:v>
                </c:pt>
                <c:pt idx="16">
                  <c:v>1.00266903973</c:v>
                </c:pt>
                <c:pt idx="17">
                  <c:v>0.997139675859</c:v>
                </c:pt>
                <c:pt idx="18">
                  <c:v>1.00087071984</c:v>
                </c:pt>
                <c:pt idx="19">
                  <c:v>1.00331183818</c:v>
                </c:pt>
                <c:pt idx="20">
                  <c:v>1.0027095012</c:v>
                </c:pt>
                <c:pt idx="21">
                  <c:v>0.997913207679</c:v>
                </c:pt>
                <c:pt idx="22">
                  <c:v>0.998551543621</c:v>
                </c:pt>
                <c:pt idx="23">
                  <c:v>1.00517374823</c:v>
                </c:pt>
                <c:pt idx="24">
                  <c:v>1.00773432461</c:v>
                </c:pt>
                <c:pt idx="25">
                  <c:v>1.0182992897</c:v>
                </c:pt>
                <c:pt idx="26">
                  <c:v>1.02298639618</c:v>
                </c:pt>
                <c:pt idx="27">
                  <c:v>1.03135538887</c:v>
                </c:pt>
                <c:pt idx="28">
                  <c:v>1.02970810154</c:v>
                </c:pt>
                <c:pt idx="29">
                  <c:v>1.02994754755</c:v>
                </c:pt>
                <c:pt idx="30">
                  <c:v>1.03180760625</c:v>
                </c:pt>
                <c:pt idx="31">
                  <c:v>1.03621110442</c:v>
                </c:pt>
                <c:pt idx="32">
                  <c:v>1.03645709</c:v>
                </c:pt>
                <c:pt idx="33">
                  <c:v>1.03925702803</c:v>
                </c:pt>
                <c:pt idx="34">
                  <c:v>1.04577076422</c:v>
                </c:pt>
                <c:pt idx="35">
                  <c:v>1.047583662</c:v>
                </c:pt>
                <c:pt idx="36">
                  <c:v>1.05646342651</c:v>
                </c:pt>
                <c:pt idx="37">
                  <c:v>1.04805788122</c:v>
                </c:pt>
                <c:pt idx="38">
                  <c:v>1.03168591744</c:v>
                </c:pt>
                <c:pt idx="39">
                  <c:v>1.03140461527</c:v>
                </c:pt>
                <c:pt idx="40">
                  <c:v>1.01789107356</c:v>
                </c:pt>
                <c:pt idx="41">
                  <c:v>1.00927011108</c:v>
                </c:pt>
                <c:pt idx="42">
                  <c:v>1.02104061309</c:v>
                </c:pt>
                <c:pt idx="43">
                  <c:v>1.02374775729</c:v>
                </c:pt>
                <c:pt idx="44">
                  <c:v>1.02722585558</c:v>
                </c:pt>
                <c:pt idx="45">
                  <c:v>1.03075645231</c:v>
                </c:pt>
                <c:pt idx="46">
                  <c:v>1.0482824163</c:v>
                </c:pt>
                <c:pt idx="47">
                  <c:v>1.03144662547</c:v>
                </c:pt>
                <c:pt idx="48">
                  <c:v>1.02494811797</c:v>
                </c:pt>
                <c:pt idx="49">
                  <c:v>0.994855688635</c:v>
                </c:pt>
                <c:pt idx="50">
                  <c:v>0.959411172313</c:v>
                </c:pt>
                <c:pt idx="51">
                  <c:v>0.974887884778</c:v>
                </c:pt>
                <c:pt idx="52">
                  <c:v>0.965643239405</c:v>
                </c:pt>
                <c:pt idx="53">
                  <c:v>0.960458443272</c:v>
                </c:pt>
                <c:pt idx="54">
                  <c:v>0.91280368238</c:v>
                </c:pt>
                <c:pt idx="55">
                  <c:v>0.927747340449</c:v>
                </c:pt>
                <c:pt idx="56">
                  <c:v>0.970767913084</c:v>
                </c:pt>
                <c:pt idx="57">
                  <c:v>0.993795422127</c:v>
                </c:pt>
                <c:pt idx="58">
                  <c:v>1.01699891891</c:v>
                </c:pt>
                <c:pt idx="59">
                  <c:v>1.01396227484</c:v>
                </c:pt>
                <c:pt idx="60">
                  <c:v>1.03666335986</c:v>
                </c:pt>
                <c:pt idx="61">
                  <c:v>1.02033788967</c:v>
                </c:pt>
                <c:pt idx="62">
                  <c:v>1.02289873355</c:v>
                </c:pt>
                <c:pt idx="63">
                  <c:v>1.00737926011</c:v>
                </c:pt>
                <c:pt idx="64">
                  <c:v>1.00186182923</c:v>
                </c:pt>
                <c:pt idx="65">
                  <c:v>1.02535062097</c:v>
                </c:pt>
                <c:pt idx="66">
                  <c:v>1.02643991528</c:v>
                </c:pt>
                <c:pt idx="67">
                  <c:v>1.04841258854</c:v>
                </c:pt>
                <c:pt idx="68">
                  <c:v>1.03468552054</c:v>
                </c:pt>
                <c:pt idx="69">
                  <c:v>1.02185842851</c:v>
                </c:pt>
                <c:pt idx="70">
                  <c:v>1.03852855302</c:v>
                </c:pt>
                <c:pt idx="71">
                  <c:v>1.03748105775</c:v>
                </c:pt>
                <c:pt idx="72">
                  <c:v>1.042657881</c:v>
                </c:pt>
                <c:pt idx="73">
                  <c:v>1.04911633567</c:v>
                </c:pt>
                <c:pt idx="74">
                  <c:v>1.06204772882</c:v>
                </c:pt>
                <c:pt idx="75">
                  <c:v>1.04321281184</c:v>
                </c:pt>
                <c:pt idx="76">
                  <c:v>1.05086431655</c:v>
                </c:pt>
                <c:pt idx="77">
                  <c:v>1.04997755323</c:v>
                </c:pt>
                <c:pt idx="78">
                  <c:v>1.06513512047</c:v>
                </c:pt>
                <c:pt idx="79">
                  <c:v>1.07206140492</c:v>
                </c:pt>
                <c:pt idx="80">
                  <c:v>1.06690739875</c:v>
                </c:pt>
                <c:pt idx="81">
                  <c:v>1.05414945329</c:v>
                </c:pt>
                <c:pt idx="82">
                  <c:v>1.05382267449</c:v>
                </c:pt>
                <c:pt idx="83">
                  <c:v>1.05236306629</c:v>
                </c:pt>
                <c:pt idx="84">
                  <c:v>1.03167624626</c:v>
                </c:pt>
                <c:pt idx="85">
                  <c:v>1.0393303565</c:v>
                </c:pt>
                <c:pt idx="86">
                  <c:v>1.04594621009</c:v>
                </c:pt>
                <c:pt idx="87">
                  <c:v>1.04305019262</c:v>
                </c:pt>
                <c:pt idx="88">
                  <c:v>1.02834768205</c:v>
                </c:pt>
                <c:pt idx="89">
                  <c:v>1.04925413321</c:v>
                </c:pt>
                <c:pt idx="90">
                  <c:v>1.03266867207</c:v>
                </c:pt>
                <c:pt idx="91">
                  <c:v>1.02551294042</c:v>
                </c:pt>
                <c:pt idx="92">
                  <c:v>1.03575372692</c:v>
                </c:pt>
                <c:pt idx="93">
                  <c:v>1.04558713736</c:v>
                </c:pt>
                <c:pt idx="94">
                  <c:v>1.0552299935</c:v>
                </c:pt>
                <c:pt idx="95">
                  <c:v>1.05945699632</c:v>
                </c:pt>
                <c:pt idx="96">
                  <c:v>1.04747274706</c:v>
                </c:pt>
                <c:pt idx="97">
                  <c:v>1.04850625765</c:v>
                </c:pt>
                <c:pt idx="98">
                  <c:v>1.05094555052</c:v>
                </c:pt>
                <c:pt idx="99">
                  <c:v>1.04097896732</c:v>
                </c:pt>
                <c:pt idx="100">
                  <c:v>1.0499794172</c:v>
                </c:pt>
                <c:pt idx="101">
                  <c:v>1.04024568553</c:v>
                </c:pt>
                <c:pt idx="102">
                  <c:v>1.03515685164</c:v>
                </c:pt>
                <c:pt idx="103">
                  <c:v>1.03730604919</c:v>
                </c:pt>
                <c:pt idx="104">
                  <c:v>1.04304671471</c:v>
                </c:pt>
                <c:pt idx="105">
                  <c:v>1.03851847469</c:v>
                </c:pt>
                <c:pt idx="106">
                  <c:v>1.03064206239</c:v>
                </c:pt>
                <c:pt idx="107">
                  <c:v>1.00788063108</c:v>
                </c:pt>
                <c:pt idx="108">
                  <c:v>1.00476679146</c:v>
                </c:pt>
                <c:pt idx="109">
                  <c:v>0.990696314803</c:v>
                </c:pt>
                <c:pt idx="110">
                  <c:v>0.993732313894</c:v>
                </c:pt>
                <c:pt idx="111">
                  <c:v>1.00134789511</c:v>
                </c:pt>
                <c:pt idx="112">
                  <c:v>1.01808822655</c:v>
                </c:pt>
                <c:pt idx="113">
                  <c:v>1.01941028827</c:v>
                </c:pt>
                <c:pt idx="114">
                  <c:v>1.0219702837</c:v>
                </c:pt>
                <c:pt idx="115">
                  <c:v>1.02155527815</c:v>
                </c:pt>
                <c:pt idx="116">
                  <c:v>1.01014929892</c:v>
                </c:pt>
                <c:pt idx="117">
                  <c:v>1.0163977051</c:v>
                </c:pt>
                <c:pt idx="118">
                  <c:v>1.02053306734</c:v>
                </c:pt>
                <c:pt idx="119">
                  <c:v>1.02690510001</c:v>
                </c:pt>
                <c:pt idx="120">
                  <c:v>1.03356880813</c:v>
                </c:pt>
                <c:pt idx="121">
                  <c:v>1.02954872146</c:v>
                </c:pt>
                <c:pt idx="122">
                  <c:v>1.03241698145</c:v>
                </c:pt>
                <c:pt idx="123">
                  <c:v>1.03586685976</c:v>
                </c:pt>
                <c:pt idx="124">
                  <c:v>1.041630706</c:v>
                </c:pt>
                <c:pt idx="125">
                  <c:v>1.04203715287</c:v>
                </c:pt>
                <c:pt idx="126">
                  <c:v>1.04213249847</c:v>
                </c:pt>
                <c:pt idx="127">
                  <c:v>1.03893916644</c:v>
                </c:pt>
                <c:pt idx="128">
                  <c:v>1.0405863501</c:v>
                </c:pt>
                <c:pt idx="129">
                  <c:v>1.04166909589</c:v>
                </c:pt>
                <c:pt idx="130">
                  <c:v>1.04209964225</c:v>
                </c:pt>
                <c:pt idx="131">
                  <c:v>1.05097092787</c:v>
                </c:pt>
                <c:pt idx="132">
                  <c:v>1.05513811364</c:v>
                </c:pt>
                <c:pt idx="133">
                  <c:v>1.05787869311</c:v>
                </c:pt>
                <c:pt idx="134">
                  <c:v>1.05469387995</c:v>
                </c:pt>
                <c:pt idx="135">
                  <c:v>1.05633340925</c:v>
                </c:pt>
                <c:pt idx="136">
                  <c:v>1.05883406117</c:v>
                </c:pt>
                <c:pt idx="137">
                  <c:v>1.05765019937</c:v>
                </c:pt>
                <c:pt idx="138">
                  <c:v>1.0536037974</c:v>
                </c:pt>
                <c:pt idx="139">
                  <c:v>1.05917387158</c:v>
                </c:pt>
                <c:pt idx="140">
                  <c:v>1.06119957619</c:v>
                </c:pt>
                <c:pt idx="141">
                  <c:v>1.06745403177</c:v>
                </c:pt>
                <c:pt idx="142">
                  <c:v>1.07360636903</c:v>
                </c:pt>
                <c:pt idx="143">
                  <c:v>1.08647093614</c:v>
                </c:pt>
                <c:pt idx="144">
                  <c:v>1.09148315524</c:v>
                </c:pt>
                <c:pt idx="145">
                  <c:v>1.09831990725</c:v>
                </c:pt>
                <c:pt idx="146">
                  <c:v>1.10382067633</c:v>
                </c:pt>
                <c:pt idx="147">
                  <c:v>1.10799974384</c:v>
                </c:pt>
                <c:pt idx="148">
                  <c:v>1.1035657092</c:v>
                </c:pt>
                <c:pt idx="149">
                  <c:v>1.10600657736</c:v>
                </c:pt>
                <c:pt idx="150">
                  <c:v>1.10657592585</c:v>
                </c:pt>
                <c:pt idx="151">
                  <c:v>1.12519046193</c:v>
                </c:pt>
                <c:pt idx="152">
                  <c:v>1.12208685964</c:v>
                </c:pt>
                <c:pt idx="153">
                  <c:v>1.12770410012</c:v>
                </c:pt>
                <c:pt idx="154">
                  <c:v>1.1179628688</c:v>
                </c:pt>
                <c:pt idx="155">
                  <c:v>1.11877857291</c:v>
                </c:pt>
                <c:pt idx="156">
                  <c:v>1.09909195641</c:v>
                </c:pt>
                <c:pt idx="157">
                  <c:v>1.0979289288</c:v>
                </c:pt>
                <c:pt idx="158">
                  <c:v>1.09442425598</c:v>
                </c:pt>
                <c:pt idx="159">
                  <c:v>1.09264287083</c:v>
                </c:pt>
                <c:pt idx="160">
                  <c:v>1.09859505947</c:v>
                </c:pt>
                <c:pt idx="161">
                  <c:v>1.10292581933</c:v>
                </c:pt>
                <c:pt idx="162">
                  <c:v>1.08694643215</c:v>
                </c:pt>
                <c:pt idx="163">
                  <c:v>1.09775754483</c:v>
                </c:pt>
                <c:pt idx="164">
                  <c:v>1.09825740223</c:v>
                </c:pt>
                <c:pt idx="165">
                  <c:v>1.10429517892</c:v>
                </c:pt>
                <c:pt idx="166">
                  <c:v>1.10181289797</c:v>
                </c:pt>
                <c:pt idx="167">
                  <c:v>1.10288821554</c:v>
                </c:pt>
                <c:pt idx="168">
                  <c:v>1.08875479594</c:v>
                </c:pt>
                <c:pt idx="169">
                  <c:v>1.09570937808</c:v>
                </c:pt>
                <c:pt idx="170">
                  <c:v>1.08928748958</c:v>
                </c:pt>
                <c:pt idx="171">
                  <c:v>1.10231093025</c:v>
                </c:pt>
                <c:pt idx="172">
                  <c:v>1.10681392197</c:v>
                </c:pt>
                <c:pt idx="173">
                  <c:v>1.0951522167</c:v>
                </c:pt>
                <c:pt idx="174">
                  <c:v>1.08779535649</c:v>
                </c:pt>
                <c:pt idx="175">
                  <c:v>1.08702283201</c:v>
                </c:pt>
                <c:pt idx="176">
                  <c:v>1.07563463425</c:v>
                </c:pt>
                <c:pt idx="177">
                  <c:v>1.08814019888</c:v>
                </c:pt>
                <c:pt idx="178">
                  <c:v>1.07735018815</c:v>
                </c:pt>
                <c:pt idx="179">
                  <c:v>1.08294056638</c:v>
                </c:pt>
                <c:pt idx="180">
                  <c:v>1.08832898382</c:v>
                </c:pt>
                <c:pt idx="181">
                  <c:v>1.08853449056</c:v>
                </c:pt>
                <c:pt idx="182">
                  <c:v>1.0873504687</c:v>
                </c:pt>
                <c:pt idx="183">
                  <c:v>1.08598743709</c:v>
                </c:pt>
                <c:pt idx="184">
                  <c:v>1.0806101412</c:v>
                </c:pt>
                <c:pt idx="185">
                  <c:v>1.07184777072</c:v>
                </c:pt>
                <c:pt idx="186">
                  <c:v>1.07370465296</c:v>
                </c:pt>
                <c:pt idx="187">
                  <c:v>1.06419455292</c:v>
                </c:pt>
                <c:pt idx="188">
                  <c:v>1.07298927437</c:v>
                </c:pt>
                <c:pt idx="189">
                  <c:v>1.07776064422</c:v>
                </c:pt>
                <c:pt idx="190">
                  <c:v>1.08666009108</c:v>
                </c:pt>
                <c:pt idx="191">
                  <c:v>1.07962884285</c:v>
                </c:pt>
                <c:pt idx="192">
                  <c:v>1.07975098382</c:v>
                </c:pt>
                <c:pt idx="193">
                  <c:v>1.07895970519</c:v>
                </c:pt>
                <c:pt idx="194">
                  <c:v>1.06826798253</c:v>
                </c:pt>
                <c:pt idx="195">
                  <c:v>1.08184009725</c:v>
                </c:pt>
                <c:pt idx="196">
                  <c:v>1.07924486278</c:v>
                </c:pt>
                <c:pt idx="197">
                  <c:v>1.0868505979</c:v>
                </c:pt>
                <c:pt idx="198">
                  <c:v>1.09049697706</c:v>
                </c:pt>
                <c:pt idx="199">
                  <c:v>1.09495487178</c:v>
                </c:pt>
                <c:pt idx="200">
                  <c:v>1.09747089763</c:v>
                </c:pt>
                <c:pt idx="201">
                  <c:v>1.09634934537</c:v>
                </c:pt>
                <c:pt idx="202">
                  <c:v>1.09583543064</c:v>
                </c:pt>
                <c:pt idx="203">
                  <c:v>1.08866354449</c:v>
                </c:pt>
                <c:pt idx="204">
                  <c:v>1.09101549727</c:v>
                </c:pt>
                <c:pt idx="205">
                  <c:v>1.08889392816</c:v>
                </c:pt>
                <c:pt idx="206">
                  <c:v>1.09231276962</c:v>
                </c:pt>
                <c:pt idx="207">
                  <c:v>1.09134614812</c:v>
                </c:pt>
                <c:pt idx="208">
                  <c:v>1.08979010847</c:v>
                </c:pt>
                <c:pt idx="209">
                  <c:v>1.09154872974</c:v>
                </c:pt>
                <c:pt idx="210">
                  <c:v>1.08360528362</c:v>
                </c:pt>
                <c:pt idx="211">
                  <c:v>1.08557725106</c:v>
                </c:pt>
                <c:pt idx="212">
                  <c:v>1.06535470896</c:v>
                </c:pt>
                <c:pt idx="213">
                  <c:v>1.06385533056</c:v>
                </c:pt>
                <c:pt idx="214">
                  <c:v>1.05508932103</c:v>
                </c:pt>
                <c:pt idx="215">
                  <c:v>1.06702770993</c:v>
                </c:pt>
                <c:pt idx="216">
                  <c:v>1.07857663418</c:v>
                </c:pt>
                <c:pt idx="217">
                  <c:v>1.08771738071</c:v>
                </c:pt>
                <c:pt idx="218">
                  <c:v>1.10527411186</c:v>
                </c:pt>
                <c:pt idx="219">
                  <c:v>1.10045356611</c:v>
                </c:pt>
                <c:pt idx="220">
                  <c:v>1.08865294256</c:v>
                </c:pt>
                <c:pt idx="221">
                  <c:v>1.09137467613</c:v>
                </c:pt>
                <c:pt idx="222">
                  <c:v>1.09437116653</c:v>
                </c:pt>
                <c:pt idx="223">
                  <c:v>1.09031356896</c:v>
                </c:pt>
                <c:pt idx="224">
                  <c:v>1.09813585937</c:v>
                </c:pt>
                <c:pt idx="225">
                  <c:v>1.10505422126</c:v>
                </c:pt>
                <c:pt idx="226">
                  <c:v>1.10168509737</c:v>
                </c:pt>
                <c:pt idx="227">
                  <c:v>1.09479193619</c:v>
                </c:pt>
                <c:pt idx="228">
                  <c:v>1.09565248125</c:v>
                </c:pt>
                <c:pt idx="229">
                  <c:v>1.10006461512</c:v>
                </c:pt>
                <c:pt idx="230">
                  <c:v>1.09494542937</c:v>
                </c:pt>
                <c:pt idx="231">
                  <c:v>1.10334020994</c:v>
                </c:pt>
                <c:pt idx="232">
                  <c:v>1.10164244114</c:v>
                </c:pt>
                <c:pt idx="233">
                  <c:v>1.1001640077</c:v>
                </c:pt>
                <c:pt idx="234">
                  <c:v>1.09879015225</c:v>
                </c:pt>
                <c:pt idx="235">
                  <c:v>1.08625755259</c:v>
                </c:pt>
                <c:pt idx="236">
                  <c:v>1.10128110325</c:v>
                </c:pt>
                <c:pt idx="237">
                  <c:v>1.1037428779</c:v>
                </c:pt>
                <c:pt idx="238">
                  <c:v>1.10917922839</c:v>
                </c:pt>
                <c:pt idx="239">
                  <c:v>1.11169449394</c:v>
                </c:pt>
                <c:pt idx="240">
                  <c:v>1.11493320946</c:v>
                </c:pt>
                <c:pt idx="241">
                  <c:v>1.1179782019</c:v>
                </c:pt>
                <c:pt idx="242">
                  <c:v>1.11217538373</c:v>
                </c:pt>
                <c:pt idx="243">
                  <c:v>1.11651727447</c:v>
                </c:pt>
                <c:pt idx="244">
                  <c:v>1.11269424681</c:v>
                </c:pt>
                <c:pt idx="245">
                  <c:v>1.11270641119</c:v>
                </c:pt>
                <c:pt idx="246">
                  <c:v>1.12250470037</c:v>
                </c:pt>
                <c:pt idx="247">
                  <c:v>1.12649399694</c:v>
                </c:pt>
                <c:pt idx="248">
                  <c:v>1.13144935573</c:v>
                </c:pt>
                <c:pt idx="249">
                  <c:v>1.12877989394</c:v>
                </c:pt>
                <c:pt idx="250">
                  <c:v>1.12462364443</c:v>
                </c:pt>
                <c:pt idx="251">
                  <c:v>1.11732331778</c:v>
                </c:pt>
                <c:pt idx="252">
                  <c:v>1.12706874979</c:v>
                </c:pt>
                <c:pt idx="253">
                  <c:v>1.12705976667</c:v>
                </c:pt>
                <c:pt idx="254">
                  <c:v>1.12478080564</c:v>
                </c:pt>
                <c:pt idx="255">
                  <c:v>1.12947663205</c:v>
                </c:pt>
                <c:pt idx="256">
                  <c:v>1.13562735179</c:v>
                </c:pt>
                <c:pt idx="257">
                  <c:v>1.1355897608</c:v>
                </c:pt>
                <c:pt idx="258">
                  <c:v>1.1377468637</c:v>
                </c:pt>
                <c:pt idx="259">
                  <c:v>1.15002637156</c:v>
                </c:pt>
                <c:pt idx="260">
                  <c:v>1.14569377352</c:v>
                </c:pt>
                <c:pt idx="261">
                  <c:v>1.15584133256</c:v>
                </c:pt>
                <c:pt idx="262">
                  <c:v>1.16695914914</c:v>
                </c:pt>
                <c:pt idx="263">
                  <c:v>1.16315478714</c:v>
                </c:pt>
                <c:pt idx="264">
                  <c:v>1.17061048347</c:v>
                </c:pt>
                <c:pt idx="265">
                  <c:v>1.16546371105</c:v>
                </c:pt>
                <c:pt idx="266">
                  <c:v>1.17078895799</c:v>
                </c:pt>
                <c:pt idx="267">
                  <c:v>1.16057306592</c:v>
                </c:pt>
                <c:pt idx="268">
                  <c:v>1.16408589213</c:v>
                </c:pt>
                <c:pt idx="269">
                  <c:v>1.17104513396</c:v>
                </c:pt>
                <c:pt idx="270">
                  <c:v>1.1798982168</c:v>
                </c:pt>
                <c:pt idx="271">
                  <c:v>1.17961296658</c:v>
                </c:pt>
                <c:pt idx="272">
                  <c:v>1.16782863564</c:v>
                </c:pt>
                <c:pt idx="273">
                  <c:v>1.1752435151</c:v>
                </c:pt>
                <c:pt idx="274">
                  <c:v>1.17014947787</c:v>
                </c:pt>
                <c:pt idx="275">
                  <c:v>1.15623087618</c:v>
                </c:pt>
                <c:pt idx="276">
                  <c:v>1.15880148384</c:v>
                </c:pt>
                <c:pt idx="277">
                  <c:v>1.1471867148</c:v>
                </c:pt>
                <c:pt idx="278">
                  <c:v>1.1625890733</c:v>
                </c:pt>
                <c:pt idx="279">
                  <c:v>1.17067607773</c:v>
                </c:pt>
                <c:pt idx="280">
                  <c:v>1.1753938109</c:v>
                </c:pt>
                <c:pt idx="281">
                  <c:v>1.17721890723</c:v>
                </c:pt>
                <c:pt idx="282">
                  <c:v>1.18394544268</c:v>
                </c:pt>
                <c:pt idx="283">
                  <c:v>1.19913244276</c:v>
                </c:pt>
                <c:pt idx="284">
                  <c:v>1.19676509077</c:v>
                </c:pt>
                <c:pt idx="285">
                  <c:v>1.19117778629</c:v>
                </c:pt>
                <c:pt idx="286">
                  <c:v>1.19256519146</c:v>
                </c:pt>
                <c:pt idx="287">
                  <c:v>1.19640328167</c:v>
                </c:pt>
                <c:pt idx="288">
                  <c:v>1.19807037711</c:v>
                </c:pt>
                <c:pt idx="289">
                  <c:v>1.20163568134</c:v>
                </c:pt>
                <c:pt idx="290">
                  <c:v>1.20440959927</c:v>
                </c:pt>
                <c:pt idx="291">
                  <c:v>1.1975015077</c:v>
                </c:pt>
                <c:pt idx="292">
                  <c:v>1.19331378235</c:v>
                </c:pt>
                <c:pt idx="293">
                  <c:v>1.19143661509</c:v>
                </c:pt>
                <c:pt idx="294">
                  <c:v>1.19503055932</c:v>
                </c:pt>
                <c:pt idx="295">
                  <c:v>1.20579677076</c:v>
                </c:pt>
                <c:pt idx="296">
                  <c:v>1.19954394813</c:v>
                </c:pt>
                <c:pt idx="297">
                  <c:v>1.19128498459</c:v>
                </c:pt>
                <c:pt idx="298">
                  <c:v>1.20195872905</c:v>
                </c:pt>
                <c:pt idx="299">
                  <c:v>1.19832269744</c:v>
                </c:pt>
                <c:pt idx="300">
                  <c:v>1.20096951092</c:v>
                </c:pt>
                <c:pt idx="301">
                  <c:v>1.20231495237</c:v>
                </c:pt>
                <c:pt idx="302">
                  <c:v>1.21642428813</c:v>
                </c:pt>
                <c:pt idx="303">
                  <c:v>1.21653464464</c:v>
                </c:pt>
                <c:pt idx="304">
                  <c:v>1.2360379334</c:v>
                </c:pt>
                <c:pt idx="305">
                  <c:v>1.23148676871</c:v>
                </c:pt>
                <c:pt idx="306">
                  <c:v>1.24874166958</c:v>
                </c:pt>
                <c:pt idx="307">
                  <c:v>1.23997543509</c:v>
                </c:pt>
                <c:pt idx="308">
                  <c:v>1.24600364952</c:v>
                </c:pt>
                <c:pt idx="309">
                  <c:v>1.24589058258</c:v>
                </c:pt>
                <c:pt idx="310">
                  <c:v>1.24796543494</c:v>
                </c:pt>
                <c:pt idx="311">
                  <c:v>1.22715419428</c:v>
                </c:pt>
                <c:pt idx="312">
                  <c:v>1.2366447895</c:v>
                </c:pt>
                <c:pt idx="313">
                  <c:v>1.23840181458</c:v>
                </c:pt>
                <c:pt idx="314">
                  <c:v>1.220834804</c:v>
                </c:pt>
                <c:pt idx="315">
                  <c:v>1.22600386922</c:v>
                </c:pt>
                <c:pt idx="316">
                  <c:v>1.22457788121</c:v>
                </c:pt>
                <c:pt idx="317">
                  <c:v>1.24395240016</c:v>
                </c:pt>
                <c:pt idx="318">
                  <c:v>1.24493408278</c:v>
                </c:pt>
                <c:pt idx="319">
                  <c:v>1.24425639739</c:v>
                </c:pt>
                <c:pt idx="320">
                  <c:v>1.24377355816</c:v>
                </c:pt>
                <c:pt idx="321">
                  <c:v>1.25372219425</c:v>
                </c:pt>
                <c:pt idx="322">
                  <c:v>1.25713028427</c:v>
                </c:pt>
                <c:pt idx="323">
                  <c:v>1.25754901597</c:v>
                </c:pt>
                <c:pt idx="324">
                  <c:v>1.25271738971</c:v>
                </c:pt>
                <c:pt idx="325">
                  <c:v>1.2556295536</c:v>
                </c:pt>
                <c:pt idx="326">
                  <c:v>1.25391830944</c:v>
                </c:pt>
                <c:pt idx="327">
                  <c:v>1.25137940898</c:v>
                </c:pt>
                <c:pt idx="328">
                  <c:v>1.25849561879</c:v>
                </c:pt>
                <c:pt idx="329">
                  <c:v>1.26141757592</c:v>
                </c:pt>
                <c:pt idx="330">
                  <c:v>1.26585661199</c:v>
                </c:pt>
                <c:pt idx="331">
                  <c:v>1.26963624134</c:v>
                </c:pt>
                <c:pt idx="332">
                  <c:v>1.27047625684</c:v>
                </c:pt>
                <c:pt idx="333">
                  <c:v>1.25827783253</c:v>
                </c:pt>
                <c:pt idx="334">
                  <c:v>1.25542653173</c:v>
                </c:pt>
                <c:pt idx="335">
                  <c:v>1.2593878455</c:v>
                </c:pt>
                <c:pt idx="336">
                  <c:v>1.26796743549</c:v>
                </c:pt>
                <c:pt idx="337">
                  <c:v>1.27227114266</c:v>
                </c:pt>
                <c:pt idx="338">
                  <c:v>1.27556240977</c:v>
                </c:pt>
                <c:pt idx="339">
                  <c:v>1.27784067226</c:v>
                </c:pt>
                <c:pt idx="340">
                  <c:v>1.28062159258</c:v>
                </c:pt>
                <c:pt idx="341">
                  <c:v>1.27488679193</c:v>
                </c:pt>
                <c:pt idx="342">
                  <c:v>1.27296463617</c:v>
                </c:pt>
                <c:pt idx="343">
                  <c:v>1.27249305589</c:v>
                </c:pt>
                <c:pt idx="344">
                  <c:v>1.27236121643</c:v>
                </c:pt>
                <c:pt idx="345">
                  <c:v>1.28139537355</c:v>
                </c:pt>
                <c:pt idx="346">
                  <c:v>1.29245989977</c:v>
                </c:pt>
                <c:pt idx="347">
                  <c:v>1.27770341769</c:v>
                </c:pt>
                <c:pt idx="348">
                  <c:v>1.26987367655</c:v>
                </c:pt>
                <c:pt idx="349">
                  <c:v>1.2546566842</c:v>
                </c:pt>
                <c:pt idx="350">
                  <c:v>1.25626904137</c:v>
                </c:pt>
                <c:pt idx="351">
                  <c:v>1.25535701082</c:v>
                </c:pt>
                <c:pt idx="352">
                  <c:v>1.26141281178</c:v>
                </c:pt>
                <c:pt idx="353">
                  <c:v>1.27213948287</c:v>
                </c:pt>
                <c:pt idx="354">
                  <c:v>1.25672152861</c:v>
                </c:pt>
                <c:pt idx="355">
                  <c:v>1.26143232318</c:v>
                </c:pt>
                <c:pt idx="356">
                  <c:v>1.26105605156</c:v>
                </c:pt>
                <c:pt idx="357">
                  <c:v>1.27117090422</c:v>
                </c:pt>
                <c:pt idx="358">
                  <c:v>1.27287445997</c:v>
                </c:pt>
                <c:pt idx="359">
                  <c:v>1.27433229477</c:v>
                </c:pt>
                <c:pt idx="360">
                  <c:v>1.27876068117</c:v>
                </c:pt>
                <c:pt idx="361">
                  <c:v>1.28521514204</c:v>
                </c:pt>
                <c:pt idx="362">
                  <c:v>1.28117519816</c:v>
                </c:pt>
                <c:pt idx="363">
                  <c:v>1.29100603729</c:v>
                </c:pt>
                <c:pt idx="364">
                  <c:v>1.28895851554</c:v>
                </c:pt>
                <c:pt idx="365">
                  <c:v>1.27893991719</c:v>
                </c:pt>
                <c:pt idx="366">
                  <c:v>1.29070722097</c:v>
                </c:pt>
                <c:pt idx="367">
                  <c:v>1.29083754909</c:v>
                </c:pt>
                <c:pt idx="368">
                  <c:v>1.29052264255</c:v>
                </c:pt>
                <c:pt idx="369">
                  <c:v>1.28747835843</c:v>
                </c:pt>
                <c:pt idx="370">
                  <c:v>1.29352078941</c:v>
                </c:pt>
                <c:pt idx="371">
                  <c:v>1.28753410232</c:v>
                </c:pt>
                <c:pt idx="372">
                  <c:v>1.28732454908</c:v>
                </c:pt>
                <c:pt idx="373">
                  <c:v>1.28571210233</c:v>
                </c:pt>
                <c:pt idx="374">
                  <c:v>1.27381716043</c:v>
                </c:pt>
                <c:pt idx="375">
                  <c:v>1.26533725553</c:v>
                </c:pt>
                <c:pt idx="376">
                  <c:v>1.26623257246</c:v>
                </c:pt>
                <c:pt idx="377">
                  <c:v>1.2759802167</c:v>
                </c:pt>
                <c:pt idx="378">
                  <c:v>1.27432386891</c:v>
                </c:pt>
                <c:pt idx="379">
                  <c:v>1.27836979042</c:v>
                </c:pt>
                <c:pt idx="380">
                  <c:v>1.28215685354</c:v>
                </c:pt>
                <c:pt idx="381">
                  <c:v>1.28215584354</c:v>
                </c:pt>
                <c:pt idx="382">
                  <c:v>1.28385495113</c:v>
                </c:pt>
                <c:pt idx="383">
                  <c:v>1.27882502107</c:v>
                </c:pt>
                <c:pt idx="384">
                  <c:v>1.28699632687</c:v>
                </c:pt>
                <c:pt idx="385">
                  <c:v>1.28942509097</c:v>
                </c:pt>
                <c:pt idx="386">
                  <c:v>1.29777125348</c:v>
                </c:pt>
                <c:pt idx="387">
                  <c:v>1.29713914447</c:v>
                </c:pt>
                <c:pt idx="388">
                  <c:v>1.29127594268</c:v>
                </c:pt>
                <c:pt idx="389">
                  <c:v>1.28514891706</c:v>
                </c:pt>
                <c:pt idx="390">
                  <c:v>1.2760136809</c:v>
                </c:pt>
                <c:pt idx="391">
                  <c:v>1.29135901387</c:v>
                </c:pt>
                <c:pt idx="392">
                  <c:v>1.293943583</c:v>
                </c:pt>
                <c:pt idx="393">
                  <c:v>1.29926580796</c:v>
                </c:pt>
                <c:pt idx="394">
                  <c:v>1.29914030138</c:v>
                </c:pt>
                <c:pt idx="395">
                  <c:v>1.29312124834</c:v>
                </c:pt>
                <c:pt idx="396">
                  <c:v>1.29074870155</c:v>
                </c:pt>
                <c:pt idx="397">
                  <c:v>1.26783419899</c:v>
                </c:pt>
                <c:pt idx="398">
                  <c:v>1.28099051892</c:v>
                </c:pt>
                <c:pt idx="399">
                  <c:v>1.29379211032</c:v>
                </c:pt>
                <c:pt idx="400">
                  <c:v>1.30091278487</c:v>
                </c:pt>
                <c:pt idx="401">
                  <c:v>1.29974158983</c:v>
                </c:pt>
                <c:pt idx="402">
                  <c:v>1.29580004576</c:v>
                </c:pt>
                <c:pt idx="403">
                  <c:v>1.28754187872</c:v>
                </c:pt>
                <c:pt idx="404">
                  <c:v>1.29618519873</c:v>
                </c:pt>
                <c:pt idx="405">
                  <c:v>1.30492258479</c:v>
                </c:pt>
                <c:pt idx="406">
                  <c:v>1.29888980729</c:v>
                </c:pt>
                <c:pt idx="407">
                  <c:v>1.29415911527</c:v>
                </c:pt>
                <c:pt idx="408">
                  <c:v>1.29352854178</c:v>
                </c:pt>
                <c:pt idx="409">
                  <c:v>1.29519766859</c:v>
                </c:pt>
                <c:pt idx="410">
                  <c:v>1.29832769981</c:v>
                </c:pt>
                <c:pt idx="411">
                  <c:v>1.29882347175</c:v>
                </c:pt>
                <c:pt idx="412">
                  <c:v>1.2976124543</c:v>
                </c:pt>
                <c:pt idx="413">
                  <c:v>1.30807736043</c:v>
                </c:pt>
                <c:pt idx="414">
                  <c:v>1.30957025428</c:v>
                </c:pt>
                <c:pt idx="415">
                  <c:v>1.30896297409</c:v>
                </c:pt>
                <c:pt idx="416">
                  <c:v>1.30870209943</c:v>
                </c:pt>
                <c:pt idx="417">
                  <c:v>1.30629089769</c:v>
                </c:pt>
                <c:pt idx="418">
                  <c:v>1.29672469953</c:v>
                </c:pt>
                <c:pt idx="419">
                  <c:v>1.29319034055</c:v>
                </c:pt>
                <c:pt idx="420">
                  <c:v>1.28260796157</c:v>
                </c:pt>
                <c:pt idx="421">
                  <c:v>1.28573506701</c:v>
                </c:pt>
                <c:pt idx="422">
                  <c:v>1.29324518055</c:v>
                </c:pt>
                <c:pt idx="423">
                  <c:v>1.30078428372</c:v>
                </c:pt>
                <c:pt idx="424">
                  <c:v>1.30337160505</c:v>
                </c:pt>
                <c:pt idx="425">
                  <c:v>1.29712854926</c:v>
                </c:pt>
                <c:pt idx="426">
                  <c:v>1.30001713645</c:v>
                </c:pt>
                <c:pt idx="427">
                  <c:v>1.30267733621</c:v>
                </c:pt>
                <c:pt idx="428">
                  <c:v>1.29420058298</c:v>
                </c:pt>
                <c:pt idx="429">
                  <c:v>1.2960869446</c:v>
                </c:pt>
                <c:pt idx="430">
                  <c:v>1.30071974855</c:v>
                </c:pt>
                <c:pt idx="431">
                  <c:v>1.29768432092</c:v>
                </c:pt>
                <c:pt idx="432">
                  <c:v>1.29828571991</c:v>
                </c:pt>
                <c:pt idx="433">
                  <c:v>1.29070527435</c:v>
                </c:pt>
                <c:pt idx="434">
                  <c:v>1.29149862835</c:v>
                </c:pt>
                <c:pt idx="435">
                  <c:v>1.29380862844</c:v>
                </c:pt>
                <c:pt idx="436">
                  <c:v>1.29137438454</c:v>
                </c:pt>
                <c:pt idx="437">
                  <c:v>1.29203111048</c:v>
                </c:pt>
                <c:pt idx="438">
                  <c:v>1.29646824807</c:v>
                </c:pt>
                <c:pt idx="439">
                  <c:v>1.29786251146</c:v>
                </c:pt>
                <c:pt idx="440">
                  <c:v>1.28958316207</c:v>
                </c:pt>
                <c:pt idx="441">
                  <c:v>1.28744411396</c:v>
                </c:pt>
                <c:pt idx="442">
                  <c:v>1.28584602807</c:v>
                </c:pt>
                <c:pt idx="443">
                  <c:v>1.28969159815</c:v>
                </c:pt>
                <c:pt idx="444">
                  <c:v>1.29564887711</c:v>
                </c:pt>
                <c:pt idx="445">
                  <c:v>1.29643539813</c:v>
                </c:pt>
                <c:pt idx="446">
                  <c:v>1.28809347285</c:v>
                </c:pt>
                <c:pt idx="447">
                  <c:v>1.29589076163</c:v>
                </c:pt>
                <c:pt idx="448">
                  <c:v>1.2813184569</c:v>
                </c:pt>
                <c:pt idx="449">
                  <c:v>1.28323068519</c:v>
                </c:pt>
                <c:pt idx="450">
                  <c:v>1.28750489164</c:v>
                </c:pt>
                <c:pt idx="451">
                  <c:v>1.29028919058</c:v>
                </c:pt>
                <c:pt idx="452">
                  <c:v>1.28973044324</c:v>
                </c:pt>
                <c:pt idx="453">
                  <c:v>1.29485755816</c:v>
                </c:pt>
                <c:pt idx="454">
                  <c:v>1.2935365305</c:v>
                </c:pt>
                <c:pt idx="455">
                  <c:v>1.29689517426</c:v>
                </c:pt>
                <c:pt idx="456">
                  <c:v>1.29344427549</c:v>
                </c:pt>
                <c:pt idx="457">
                  <c:v>1.2896702019</c:v>
                </c:pt>
                <c:pt idx="458">
                  <c:v>1.29493436942</c:v>
                </c:pt>
                <c:pt idx="459">
                  <c:v>1.30839409925</c:v>
                </c:pt>
                <c:pt idx="460">
                  <c:v>1.31411530592</c:v>
                </c:pt>
                <c:pt idx="461">
                  <c:v>1.31076933366</c:v>
                </c:pt>
                <c:pt idx="462">
                  <c:v>1.30978808564</c:v>
                </c:pt>
                <c:pt idx="463">
                  <c:v>1.3108538547</c:v>
                </c:pt>
                <c:pt idx="464">
                  <c:v>1.31182018525</c:v>
                </c:pt>
                <c:pt idx="465">
                  <c:v>1.30551730889</c:v>
                </c:pt>
                <c:pt idx="466">
                  <c:v>1.31536943362</c:v>
                </c:pt>
                <c:pt idx="467">
                  <c:v>1.32214261613</c:v>
                </c:pt>
                <c:pt idx="468">
                  <c:v>1.32229834537</c:v>
                </c:pt>
                <c:pt idx="469">
                  <c:v>1.32217378206</c:v>
                </c:pt>
                <c:pt idx="470">
                  <c:v>1.32758104589</c:v>
                </c:pt>
                <c:pt idx="471">
                  <c:v>1.3206119971</c:v>
                </c:pt>
                <c:pt idx="472">
                  <c:v>1.32725146132</c:v>
                </c:pt>
                <c:pt idx="473">
                  <c:v>1.32865856044</c:v>
                </c:pt>
                <c:pt idx="474">
                  <c:v>1.32203618585</c:v>
                </c:pt>
                <c:pt idx="475">
                  <c:v>1.32568906614</c:v>
                </c:pt>
                <c:pt idx="476">
                  <c:v>1.33899220499</c:v>
                </c:pt>
                <c:pt idx="477">
                  <c:v>1.34507811607</c:v>
                </c:pt>
                <c:pt idx="478">
                  <c:v>1.34363980398</c:v>
                </c:pt>
                <c:pt idx="479">
                  <c:v>1.3350793602</c:v>
                </c:pt>
                <c:pt idx="480">
                  <c:v>1.3418643627</c:v>
                </c:pt>
                <c:pt idx="481">
                  <c:v>1.34474520754</c:v>
                </c:pt>
                <c:pt idx="482">
                  <c:v>1.34037129515</c:v>
                </c:pt>
                <c:pt idx="483">
                  <c:v>1.34103195619</c:v>
                </c:pt>
                <c:pt idx="484">
                  <c:v>1.34324681373</c:v>
                </c:pt>
                <c:pt idx="485">
                  <c:v>1.34489012096</c:v>
                </c:pt>
                <c:pt idx="486">
                  <c:v>1.34326238491</c:v>
                </c:pt>
                <c:pt idx="487">
                  <c:v>1.34121260602</c:v>
                </c:pt>
                <c:pt idx="488">
                  <c:v>1.33983751532</c:v>
                </c:pt>
                <c:pt idx="489">
                  <c:v>1.34519422257</c:v>
                </c:pt>
                <c:pt idx="490">
                  <c:v>1.34585306462</c:v>
                </c:pt>
                <c:pt idx="491">
                  <c:v>1.32861650413</c:v>
                </c:pt>
                <c:pt idx="492">
                  <c:v>1.3255906251</c:v>
                </c:pt>
                <c:pt idx="493">
                  <c:v>1.31084352986</c:v>
                </c:pt>
                <c:pt idx="494">
                  <c:v>1.3097143596</c:v>
                </c:pt>
                <c:pt idx="495">
                  <c:v>1.31301820206</c:v>
                </c:pt>
                <c:pt idx="496">
                  <c:v>1.3204892422</c:v>
                </c:pt>
                <c:pt idx="497">
                  <c:v>1.32329155932</c:v>
                </c:pt>
                <c:pt idx="498">
                  <c:v>1.32928353151</c:v>
                </c:pt>
                <c:pt idx="499">
                  <c:v>1.31991625167</c:v>
                </c:pt>
                <c:pt idx="500">
                  <c:v>1.31307744398</c:v>
                </c:pt>
                <c:pt idx="501">
                  <c:v>1.32180381036</c:v>
                </c:pt>
                <c:pt idx="502">
                  <c:v>1.32449931153</c:v>
                </c:pt>
                <c:pt idx="503">
                  <c:v>1.32155283329</c:v>
                </c:pt>
                <c:pt idx="504">
                  <c:v>1.32548120893</c:v>
                </c:pt>
                <c:pt idx="505">
                  <c:v>1.31989869891</c:v>
                </c:pt>
                <c:pt idx="506">
                  <c:v>1.31631799573</c:v>
                </c:pt>
                <c:pt idx="507">
                  <c:v>1.30825564784</c:v>
                </c:pt>
                <c:pt idx="508">
                  <c:v>1.32001963963</c:v>
                </c:pt>
                <c:pt idx="509">
                  <c:v>1.32734330759</c:v>
                </c:pt>
                <c:pt idx="510">
                  <c:v>1.32445197756</c:v>
                </c:pt>
                <c:pt idx="511">
                  <c:v>1.32080540923</c:v>
                </c:pt>
                <c:pt idx="512">
                  <c:v>1.3315711499</c:v>
                </c:pt>
                <c:pt idx="513">
                  <c:v>1.32666363755</c:v>
                </c:pt>
                <c:pt idx="514">
                  <c:v>1.32021137759</c:v>
                </c:pt>
                <c:pt idx="515">
                  <c:v>1.31909247264</c:v>
                </c:pt>
                <c:pt idx="516">
                  <c:v>1.31901080957</c:v>
                </c:pt>
                <c:pt idx="517">
                  <c:v>1.3037378519</c:v>
                </c:pt>
                <c:pt idx="518">
                  <c:v>1.30819808733</c:v>
                </c:pt>
                <c:pt idx="519">
                  <c:v>1.30025314293</c:v>
                </c:pt>
                <c:pt idx="520">
                  <c:v>1.30328958371</c:v>
                </c:pt>
                <c:pt idx="521">
                  <c:v>1.30583259515</c:v>
                </c:pt>
                <c:pt idx="522">
                  <c:v>1.30625957828</c:v>
                </c:pt>
                <c:pt idx="523">
                  <c:v>1.31832893788</c:v>
                </c:pt>
                <c:pt idx="524">
                  <c:v>1.31640666818</c:v>
                </c:pt>
                <c:pt idx="525">
                  <c:v>1.31189249152</c:v>
                </c:pt>
                <c:pt idx="526">
                  <c:v>1.30880878595</c:v>
                </c:pt>
                <c:pt idx="527">
                  <c:v>1.31087917817</c:v>
                </c:pt>
                <c:pt idx="528">
                  <c:v>1.30410531432</c:v>
                </c:pt>
                <c:pt idx="529">
                  <c:v>1.31046748822</c:v>
                </c:pt>
                <c:pt idx="530">
                  <c:v>1.30840187701</c:v>
                </c:pt>
                <c:pt idx="531">
                  <c:v>1.30943200108</c:v>
                </c:pt>
                <c:pt idx="532">
                  <c:v>1.30371959573</c:v>
                </c:pt>
                <c:pt idx="533">
                  <c:v>1.30010909871</c:v>
                </c:pt>
                <c:pt idx="534">
                  <c:v>1.29416209028</c:v>
                </c:pt>
                <c:pt idx="535">
                  <c:v>1.29829731177</c:v>
                </c:pt>
                <c:pt idx="536">
                  <c:v>1.30419898624</c:v>
                </c:pt>
                <c:pt idx="537">
                  <c:v>1.31156683161</c:v>
                </c:pt>
                <c:pt idx="538">
                  <c:v>1.3096615937</c:v>
                </c:pt>
                <c:pt idx="539">
                  <c:v>1.31228429956</c:v>
                </c:pt>
                <c:pt idx="540">
                  <c:v>1.31057974546</c:v>
                </c:pt>
                <c:pt idx="541">
                  <c:v>1.30665620929</c:v>
                </c:pt>
                <c:pt idx="542">
                  <c:v>1.31379416981</c:v>
                </c:pt>
                <c:pt idx="543">
                  <c:v>1.3206396216</c:v>
                </c:pt>
                <c:pt idx="544">
                  <c:v>1.33181965163</c:v>
                </c:pt>
                <c:pt idx="545">
                  <c:v>1.32634463494</c:v>
                </c:pt>
                <c:pt idx="546">
                  <c:v>1.32684946717</c:v>
                </c:pt>
                <c:pt idx="547">
                  <c:v>1.32506628232</c:v>
                </c:pt>
                <c:pt idx="548">
                  <c:v>1.32433233413</c:v>
                </c:pt>
                <c:pt idx="549">
                  <c:v>1.32790107907</c:v>
                </c:pt>
                <c:pt idx="550">
                  <c:v>1.32618772313</c:v>
                </c:pt>
                <c:pt idx="551">
                  <c:v>1.32428134902</c:v>
                </c:pt>
                <c:pt idx="552">
                  <c:v>1.32605437941</c:v>
                </c:pt>
                <c:pt idx="553">
                  <c:v>1.31942253777</c:v>
                </c:pt>
                <c:pt idx="554">
                  <c:v>1.31718074208</c:v>
                </c:pt>
                <c:pt idx="555">
                  <c:v>1.30119780716</c:v>
                </c:pt>
                <c:pt idx="556">
                  <c:v>1.30746985181</c:v>
                </c:pt>
                <c:pt idx="557">
                  <c:v>1.3090610017</c:v>
                </c:pt>
                <c:pt idx="558">
                  <c:v>1.3222139823</c:v>
                </c:pt>
                <c:pt idx="559">
                  <c:v>1.3313639202</c:v>
                </c:pt>
                <c:pt idx="560">
                  <c:v>1.34390862491</c:v>
                </c:pt>
                <c:pt idx="561">
                  <c:v>1.36230941454</c:v>
                </c:pt>
                <c:pt idx="562">
                  <c:v>1.37721358097</c:v>
                </c:pt>
                <c:pt idx="563">
                  <c:v>1.38868514897</c:v>
                </c:pt>
                <c:pt idx="564">
                  <c:v>1.3493951296</c:v>
                </c:pt>
                <c:pt idx="565">
                  <c:v>1.34741790245</c:v>
                </c:pt>
                <c:pt idx="566">
                  <c:v>1.35243850466</c:v>
                </c:pt>
                <c:pt idx="567">
                  <c:v>1.33300894986</c:v>
                </c:pt>
                <c:pt idx="568">
                  <c:v>1.31654626161</c:v>
                </c:pt>
                <c:pt idx="569">
                  <c:v>1.3271799135</c:v>
                </c:pt>
                <c:pt idx="570">
                  <c:v>1.34841191108</c:v>
                </c:pt>
                <c:pt idx="571">
                  <c:v>1.34654242013</c:v>
                </c:pt>
                <c:pt idx="572">
                  <c:v>1.36915899068</c:v>
                </c:pt>
                <c:pt idx="573">
                  <c:v>1.36739544893</c:v>
                </c:pt>
                <c:pt idx="574">
                  <c:v>1.38345074491</c:v>
                </c:pt>
                <c:pt idx="575">
                  <c:v>1.3885753654</c:v>
                </c:pt>
                <c:pt idx="576">
                  <c:v>1.3897385417</c:v>
                </c:pt>
                <c:pt idx="577">
                  <c:v>1.36835384921</c:v>
                </c:pt>
                <c:pt idx="578">
                  <c:v>1.3699420259</c:v>
                </c:pt>
                <c:pt idx="579">
                  <c:v>1.38036935273</c:v>
                </c:pt>
                <c:pt idx="580">
                  <c:v>1.36671803455</c:v>
                </c:pt>
                <c:pt idx="581">
                  <c:v>1.36555236393</c:v>
                </c:pt>
                <c:pt idx="582">
                  <c:v>1.3794480889</c:v>
                </c:pt>
                <c:pt idx="583">
                  <c:v>1.37371804867</c:v>
                </c:pt>
                <c:pt idx="584">
                  <c:v>1.36889110769</c:v>
                </c:pt>
                <c:pt idx="585">
                  <c:v>1.37238791167</c:v>
                </c:pt>
                <c:pt idx="586">
                  <c:v>1.37345578051</c:v>
                </c:pt>
                <c:pt idx="587">
                  <c:v>1.36651384593</c:v>
                </c:pt>
                <c:pt idx="588">
                  <c:v>1.37065819008</c:v>
                </c:pt>
                <c:pt idx="589">
                  <c:v>1.38117526916</c:v>
                </c:pt>
                <c:pt idx="590">
                  <c:v>1.37485213681</c:v>
                </c:pt>
                <c:pt idx="591">
                  <c:v>1.37164030835</c:v>
                </c:pt>
                <c:pt idx="592">
                  <c:v>1.36928232225</c:v>
                </c:pt>
                <c:pt idx="593">
                  <c:v>1.37895604265</c:v>
                </c:pt>
                <c:pt idx="594">
                  <c:v>1.37098325502</c:v>
                </c:pt>
                <c:pt idx="595">
                  <c:v>1.35708846744</c:v>
                </c:pt>
                <c:pt idx="596">
                  <c:v>1.35180496777</c:v>
                </c:pt>
                <c:pt idx="597">
                  <c:v>1.34576273508</c:v>
                </c:pt>
                <c:pt idx="598">
                  <c:v>1.34593848871</c:v>
                </c:pt>
                <c:pt idx="599">
                  <c:v>1.36421739455</c:v>
                </c:pt>
                <c:pt idx="600">
                  <c:v>1.3570934925</c:v>
                </c:pt>
                <c:pt idx="601">
                  <c:v>1.35291106203</c:v>
                </c:pt>
                <c:pt idx="602">
                  <c:v>1.35369026275</c:v>
                </c:pt>
                <c:pt idx="603">
                  <c:v>1.36803580534</c:v>
                </c:pt>
                <c:pt idx="604">
                  <c:v>1.34802373006</c:v>
                </c:pt>
                <c:pt idx="605">
                  <c:v>1.34806099975</c:v>
                </c:pt>
                <c:pt idx="606">
                  <c:v>1.32775997365</c:v>
                </c:pt>
                <c:pt idx="607">
                  <c:v>1.31661970277</c:v>
                </c:pt>
                <c:pt idx="608">
                  <c:v>1.32495952023</c:v>
                </c:pt>
                <c:pt idx="609">
                  <c:v>1.30839408344</c:v>
                </c:pt>
                <c:pt idx="610">
                  <c:v>1.31448044367</c:v>
                </c:pt>
                <c:pt idx="611">
                  <c:v>1.32024824232</c:v>
                </c:pt>
                <c:pt idx="612">
                  <c:v>1.31907235783</c:v>
                </c:pt>
                <c:pt idx="613">
                  <c:v>1.31661021649</c:v>
                </c:pt>
                <c:pt idx="614">
                  <c:v>1.31851003044</c:v>
                </c:pt>
                <c:pt idx="615">
                  <c:v>1.32384106859</c:v>
                </c:pt>
                <c:pt idx="616">
                  <c:v>1.32395198425</c:v>
                </c:pt>
                <c:pt idx="617">
                  <c:v>1.32084154272</c:v>
                </c:pt>
                <c:pt idx="618">
                  <c:v>1.31499127071</c:v>
                </c:pt>
                <c:pt idx="619">
                  <c:v>1.32326489307</c:v>
                </c:pt>
                <c:pt idx="620">
                  <c:v>1.33005310576</c:v>
                </c:pt>
                <c:pt idx="621">
                  <c:v>1.33102265906</c:v>
                </c:pt>
                <c:pt idx="622">
                  <c:v>1.32711484102</c:v>
                </c:pt>
                <c:pt idx="623">
                  <c:v>1.32930169208</c:v>
                </c:pt>
                <c:pt idx="624">
                  <c:v>1.3386364602</c:v>
                </c:pt>
                <c:pt idx="625">
                  <c:v>1.3350739042</c:v>
                </c:pt>
                <c:pt idx="626">
                  <c:v>1.3370436926</c:v>
                </c:pt>
                <c:pt idx="627">
                  <c:v>1.34032330002</c:v>
                </c:pt>
                <c:pt idx="628">
                  <c:v>1.34098851099</c:v>
                </c:pt>
                <c:pt idx="629">
                  <c:v>1.33732320244</c:v>
                </c:pt>
                <c:pt idx="630">
                  <c:v>1.33721568767</c:v>
                </c:pt>
                <c:pt idx="631">
                  <c:v>1.32033514362</c:v>
                </c:pt>
                <c:pt idx="632">
                  <c:v>1.31046831188</c:v>
                </c:pt>
                <c:pt idx="633">
                  <c:v>1.31517953352</c:v>
                </c:pt>
                <c:pt idx="634">
                  <c:v>1.31418344999</c:v>
                </c:pt>
                <c:pt idx="635">
                  <c:v>1.29913226347</c:v>
                </c:pt>
                <c:pt idx="636">
                  <c:v>1.30336371198</c:v>
                </c:pt>
                <c:pt idx="637">
                  <c:v>1.30445277868</c:v>
                </c:pt>
                <c:pt idx="638">
                  <c:v>1.29649153767</c:v>
                </c:pt>
                <c:pt idx="639">
                  <c:v>1.29102790363</c:v>
                </c:pt>
                <c:pt idx="640">
                  <c:v>1.29563234073</c:v>
                </c:pt>
                <c:pt idx="641">
                  <c:v>1.29872462343</c:v>
                </c:pt>
                <c:pt idx="642">
                  <c:v>1.30083772699</c:v>
                </c:pt>
                <c:pt idx="643">
                  <c:v>1.29730736132</c:v>
                </c:pt>
                <c:pt idx="644">
                  <c:v>1.28591675857</c:v>
                </c:pt>
                <c:pt idx="645">
                  <c:v>1.28205779422</c:v>
                </c:pt>
                <c:pt idx="646">
                  <c:v>1.28765821479</c:v>
                </c:pt>
                <c:pt idx="647">
                  <c:v>1.25919485623</c:v>
                </c:pt>
                <c:pt idx="648">
                  <c:v>1.24651504982</c:v>
                </c:pt>
                <c:pt idx="649">
                  <c:v>1.2948089899</c:v>
                </c:pt>
                <c:pt idx="650">
                  <c:v>1.31335108763</c:v>
                </c:pt>
                <c:pt idx="651">
                  <c:v>1.31502921547</c:v>
                </c:pt>
                <c:pt idx="652">
                  <c:v>1.25864597604</c:v>
                </c:pt>
                <c:pt idx="653">
                  <c:v>1.26623488935</c:v>
                </c:pt>
                <c:pt idx="654">
                  <c:v>1.25447464725</c:v>
                </c:pt>
                <c:pt idx="655">
                  <c:v>1.26698764237</c:v>
                </c:pt>
                <c:pt idx="656">
                  <c:v>1.2864799806</c:v>
                </c:pt>
                <c:pt idx="657">
                  <c:v>1.29161654038</c:v>
                </c:pt>
                <c:pt idx="658">
                  <c:v>1.28428785841</c:v>
                </c:pt>
                <c:pt idx="659">
                  <c:v>1.26200939952</c:v>
                </c:pt>
                <c:pt idx="660">
                  <c:v>1.246178303</c:v>
                </c:pt>
                <c:pt idx="661">
                  <c:v>1.2665463167</c:v>
                </c:pt>
                <c:pt idx="662">
                  <c:v>1.26827001884</c:v>
                </c:pt>
                <c:pt idx="663">
                  <c:v>1.29763632658</c:v>
                </c:pt>
                <c:pt idx="664">
                  <c:v>1.29228897213</c:v>
                </c:pt>
                <c:pt idx="665">
                  <c:v>1.29500212729</c:v>
                </c:pt>
                <c:pt idx="666">
                  <c:v>1.27001487489</c:v>
                </c:pt>
                <c:pt idx="667">
                  <c:v>1.25854165683</c:v>
                </c:pt>
                <c:pt idx="668">
                  <c:v>1.25507684926</c:v>
                </c:pt>
                <c:pt idx="669">
                  <c:v>1.23919181456</c:v>
                </c:pt>
                <c:pt idx="670">
                  <c:v>1.22917887576</c:v>
                </c:pt>
                <c:pt idx="671">
                  <c:v>1.25069738551</c:v>
                </c:pt>
                <c:pt idx="672">
                  <c:v>1.2604164305</c:v>
                </c:pt>
                <c:pt idx="673">
                  <c:v>1.27368383268</c:v>
                </c:pt>
                <c:pt idx="674">
                  <c:v>1.29116608736</c:v>
                </c:pt>
                <c:pt idx="675">
                  <c:v>1.2875412148</c:v>
                </c:pt>
                <c:pt idx="676">
                  <c:v>1.26948990896</c:v>
                </c:pt>
                <c:pt idx="677">
                  <c:v>1.26396968389</c:v>
                </c:pt>
                <c:pt idx="678">
                  <c:v>1.26808362692</c:v>
                </c:pt>
                <c:pt idx="679">
                  <c:v>1.28980003214</c:v>
                </c:pt>
                <c:pt idx="680">
                  <c:v>1.29584299146</c:v>
                </c:pt>
                <c:pt idx="681">
                  <c:v>1.31314452226</c:v>
                </c:pt>
                <c:pt idx="682">
                  <c:v>1.33935714364</c:v>
                </c:pt>
                <c:pt idx="683">
                  <c:v>1.34854588265</c:v>
                </c:pt>
                <c:pt idx="684">
                  <c:v>1.33238384254</c:v>
                </c:pt>
                <c:pt idx="685">
                  <c:v>1.3311385324</c:v>
                </c:pt>
                <c:pt idx="686">
                  <c:v>1.35747751723</c:v>
                </c:pt>
                <c:pt idx="687">
                  <c:v>1.32131113967</c:v>
                </c:pt>
                <c:pt idx="688">
                  <c:v>1.29375358261</c:v>
                </c:pt>
                <c:pt idx="689">
                  <c:v>1.26936443085</c:v>
                </c:pt>
                <c:pt idx="690">
                  <c:v>1.27723382309</c:v>
                </c:pt>
                <c:pt idx="691">
                  <c:v>1.27883772955</c:v>
                </c:pt>
                <c:pt idx="692">
                  <c:v>1.27104648694</c:v>
                </c:pt>
                <c:pt idx="693">
                  <c:v>1.24541480021</c:v>
                </c:pt>
                <c:pt idx="694">
                  <c:v>1.24901893628</c:v>
                </c:pt>
                <c:pt idx="695">
                  <c:v>1.28307971304</c:v>
                </c:pt>
                <c:pt idx="696">
                  <c:v>1.296358747</c:v>
                </c:pt>
                <c:pt idx="697">
                  <c:v>1.28641913621</c:v>
                </c:pt>
                <c:pt idx="698">
                  <c:v>1.30040994004</c:v>
                </c:pt>
                <c:pt idx="699">
                  <c:v>1.26427381642</c:v>
                </c:pt>
                <c:pt idx="700">
                  <c:v>1.26318620019</c:v>
                </c:pt>
                <c:pt idx="701">
                  <c:v>1.2644536556</c:v>
                </c:pt>
                <c:pt idx="702">
                  <c:v>1.26684115672</c:v>
                </c:pt>
                <c:pt idx="703">
                  <c:v>1.26029819817</c:v>
                </c:pt>
                <c:pt idx="704">
                  <c:v>1.26916548411</c:v>
                </c:pt>
                <c:pt idx="705">
                  <c:v>1.22568109793</c:v>
                </c:pt>
                <c:pt idx="706">
                  <c:v>1.20797639119</c:v>
                </c:pt>
                <c:pt idx="707">
                  <c:v>1.22697415203</c:v>
                </c:pt>
                <c:pt idx="708">
                  <c:v>1.2620101379</c:v>
                </c:pt>
                <c:pt idx="709">
                  <c:v>1.2539210814</c:v>
                </c:pt>
                <c:pt idx="710">
                  <c:v>1.23413547221</c:v>
                </c:pt>
                <c:pt idx="711">
                  <c:v>1.26763585065</c:v>
                </c:pt>
                <c:pt idx="712">
                  <c:v>1.29426377642</c:v>
                </c:pt>
                <c:pt idx="713">
                  <c:v>1.28723420226</c:v>
                </c:pt>
                <c:pt idx="714">
                  <c:v>1.2871266363</c:v>
                </c:pt>
                <c:pt idx="715">
                  <c:v>1.29309898201</c:v>
                </c:pt>
                <c:pt idx="716">
                  <c:v>1.2980367081</c:v>
                </c:pt>
                <c:pt idx="717">
                  <c:v>1.30057975005</c:v>
                </c:pt>
                <c:pt idx="718">
                  <c:v>1.3019101757</c:v>
                </c:pt>
                <c:pt idx="719">
                  <c:v>1.29883371332</c:v>
                </c:pt>
                <c:pt idx="720">
                  <c:v>1.29551130669</c:v>
                </c:pt>
                <c:pt idx="721">
                  <c:v>1.29039635883</c:v>
                </c:pt>
                <c:pt idx="722">
                  <c:v>1.28633157466</c:v>
                </c:pt>
                <c:pt idx="723">
                  <c:v>1.28539915105</c:v>
                </c:pt>
                <c:pt idx="724">
                  <c:v>1.29132304262</c:v>
                </c:pt>
                <c:pt idx="725">
                  <c:v>1.29061237012</c:v>
                </c:pt>
                <c:pt idx="726">
                  <c:v>1.28309037295</c:v>
                </c:pt>
                <c:pt idx="727">
                  <c:v>1.287057282</c:v>
                </c:pt>
                <c:pt idx="728">
                  <c:v>1.28342475353</c:v>
                </c:pt>
                <c:pt idx="729">
                  <c:v>1.27174736462</c:v>
                </c:pt>
                <c:pt idx="730">
                  <c:v>1.27726269025</c:v>
                </c:pt>
                <c:pt idx="731">
                  <c:v>1.27923793768</c:v>
                </c:pt>
                <c:pt idx="732">
                  <c:v>1.2822945367</c:v>
                </c:pt>
                <c:pt idx="733">
                  <c:v>1.28228094897</c:v>
                </c:pt>
                <c:pt idx="734">
                  <c:v>1.28569414315</c:v>
                </c:pt>
                <c:pt idx="735">
                  <c:v>1.28953042382</c:v>
                </c:pt>
                <c:pt idx="736">
                  <c:v>1.27705617291</c:v>
                </c:pt>
                <c:pt idx="737">
                  <c:v>1.27097406366</c:v>
                </c:pt>
                <c:pt idx="738">
                  <c:v>1.26857456727</c:v>
                </c:pt>
                <c:pt idx="739">
                  <c:v>1.27184366159</c:v>
                </c:pt>
                <c:pt idx="740">
                  <c:v>1.25542555952</c:v>
                </c:pt>
                <c:pt idx="741">
                  <c:v>1.2472493347</c:v>
                </c:pt>
                <c:pt idx="742">
                  <c:v>1.24606927129</c:v>
                </c:pt>
                <c:pt idx="743">
                  <c:v>1.24380068743</c:v>
                </c:pt>
                <c:pt idx="744">
                  <c:v>1.24399887357</c:v>
                </c:pt>
                <c:pt idx="745">
                  <c:v>1.24862993055</c:v>
                </c:pt>
                <c:pt idx="746">
                  <c:v>1.24871182455</c:v>
                </c:pt>
                <c:pt idx="747">
                  <c:v>1.25469809153</c:v>
                </c:pt>
                <c:pt idx="748">
                  <c:v>1.25191927025</c:v>
                </c:pt>
                <c:pt idx="749">
                  <c:v>1.25044737957</c:v>
                </c:pt>
                <c:pt idx="750">
                  <c:v>1.24966605364</c:v>
                </c:pt>
                <c:pt idx="751">
                  <c:v>1.25276450883</c:v>
                </c:pt>
                <c:pt idx="752">
                  <c:v>1.25347468868</c:v>
                </c:pt>
                <c:pt idx="753">
                  <c:v>1.25010249004</c:v>
                </c:pt>
                <c:pt idx="754">
                  <c:v>1.23579353585</c:v>
                </c:pt>
                <c:pt idx="755">
                  <c:v>1.22792421231</c:v>
                </c:pt>
                <c:pt idx="756">
                  <c:v>1.23423084342</c:v>
                </c:pt>
                <c:pt idx="757">
                  <c:v>1.22347255863</c:v>
                </c:pt>
                <c:pt idx="758">
                  <c:v>1.22273054678</c:v>
                </c:pt>
                <c:pt idx="759">
                  <c:v>1.22235969738</c:v>
                </c:pt>
                <c:pt idx="760">
                  <c:v>1.22421446613</c:v>
                </c:pt>
                <c:pt idx="761">
                  <c:v>1.22198853494</c:v>
                </c:pt>
                <c:pt idx="762">
                  <c:v>1.23348893593</c:v>
                </c:pt>
                <c:pt idx="763">
                  <c:v>1.2383116477</c:v>
                </c:pt>
                <c:pt idx="764">
                  <c:v>1.23645656592</c:v>
                </c:pt>
                <c:pt idx="765">
                  <c:v>1.22532732737</c:v>
                </c:pt>
                <c:pt idx="766">
                  <c:v>1.22792421231</c:v>
                </c:pt>
                <c:pt idx="767">
                  <c:v>1.22755325856</c:v>
                </c:pt>
                <c:pt idx="768">
                  <c:v>1.2282952704</c:v>
                </c:pt>
                <c:pt idx="769">
                  <c:v>1.23385968098</c:v>
                </c:pt>
                <c:pt idx="770">
                  <c:v>1.22644039731</c:v>
                </c:pt>
                <c:pt idx="771">
                  <c:v>1.23348893593</c:v>
                </c:pt>
                <c:pt idx="772">
                  <c:v>1.2297790854</c:v>
                </c:pt>
                <c:pt idx="773">
                  <c:v>1.22792421231</c:v>
                </c:pt>
                <c:pt idx="774">
                  <c:v>1.22792421231</c:v>
                </c:pt>
                <c:pt idx="775">
                  <c:v>1.22310150053</c:v>
                </c:pt>
                <c:pt idx="776">
                  <c:v>1.22312910303</c:v>
                </c:pt>
                <c:pt idx="777">
                  <c:v>1.22801040901</c:v>
                </c:pt>
                <c:pt idx="778">
                  <c:v>1.2342843386</c:v>
                </c:pt>
                <c:pt idx="779">
                  <c:v>1.23986217781</c:v>
                </c:pt>
                <c:pt idx="780">
                  <c:v>1.22963898678</c:v>
                </c:pt>
                <c:pt idx="781">
                  <c:v>1.23583680911</c:v>
                </c:pt>
                <c:pt idx="782">
                  <c:v>1.23438222749</c:v>
                </c:pt>
                <c:pt idx="783">
                  <c:v>1.24235301139</c:v>
                </c:pt>
                <c:pt idx="784">
                  <c:v>1.23954444445</c:v>
                </c:pt>
                <c:pt idx="785">
                  <c:v>1.23522706113</c:v>
                </c:pt>
                <c:pt idx="786">
                  <c:v>1.23393604701</c:v>
                </c:pt>
                <c:pt idx="787">
                  <c:v>1.22640586985</c:v>
                </c:pt>
                <c:pt idx="788">
                  <c:v>1.23853257116</c:v>
                </c:pt>
                <c:pt idx="789">
                  <c:v>1.24219478148</c:v>
                </c:pt>
                <c:pt idx="790">
                  <c:v>1.24170313829</c:v>
                </c:pt>
                <c:pt idx="791">
                  <c:v>1.25721345431</c:v>
                </c:pt>
                <c:pt idx="792">
                  <c:v>1.27028265518</c:v>
                </c:pt>
                <c:pt idx="793">
                  <c:v>1.2722482739</c:v>
                </c:pt>
                <c:pt idx="794">
                  <c:v>1.26055436718</c:v>
                </c:pt>
                <c:pt idx="795">
                  <c:v>1.26386663601</c:v>
                </c:pt>
                <c:pt idx="796">
                  <c:v>1.27269502628</c:v>
                </c:pt>
                <c:pt idx="797">
                  <c:v>1.2726644255</c:v>
                </c:pt>
                <c:pt idx="798">
                  <c:v>1.26198757543</c:v>
                </c:pt>
                <c:pt idx="799">
                  <c:v>1.26780869567</c:v>
                </c:pt>
                <c:pt idx="800">
                  <c:v>1.26995319619</c:v>
                </c:pt>
                <c:pt idx="801">
                  <c:v>1.27059468544</c:v>
                </c:pt>
                <c:pt idx="802">
                  <c:v>1.26577232628</c:v>
                </c:pt>
                <c:pt idx="803">
                  <c:v>1.26436318395</c:v>
                </c:pt>
                <c:pt idx="804">
                  <c:v>1.26055643603</c:v>
                </c:pt>
                <c:pt idx="805">
                  <c:v>1.25846057814</c:v>
                </c:pt>
                <c:pt idx="806">
                  <c:v>1.24583956944</c:v>
                </c:pt>
                <c:pt idx="807">
                  <c:v>1.25379917801</c:v>
                </c:pt>
                <c:pt idx="808">
                  <c:v>1.2544187655</c:v>
                </c:pt>
                <c:pt idx="809">
                  <c:v>1.25355444158</c:v>
                </c:pt>
                <c:pt idx="810">
                  <c:v>1.24683847168</c:v>
                </c:pt>
                <c:pt idx="811">
                  <c:v>1.24391503118</c:v>
                </c:pt>
                <c:pt idx="812">
                  <c:v>1.24412926003</c:v>
                </c:pt>
                <c:pt idx="813">
                  <c:v>1.23701094011</c:v>
                </c:pt>
                <c:pt idx="814">
                  <c:v>1.2389837097</c:v>
                </c:pt>
                <c:pt idx="815">
                  <c:v>1.23746004572</c:v>
                </c:pt>
                <c:pt idx="816">
                  <c:v>1.24584037244</c:v>
                </c:pt>
                <c:pt idx="817">
                  <c:v>1.23735314911</c:v>
                </c:pt>
                <c:pt idx="818">
                  <c:v>1.24528566718</c:v>
                </c:pt>
                <c:pt idx="819">
                  <c:v>1.24504961902</c:v>
                </c:pt>
                <c:pt idx="820">
                  <c:v>1.23590511102</c:v>
                </c:pt>
                <c:pt idx="821">
                  <c:v>1.23505970062</c:v>
                </c:pt>
                <c:pt idx="822">
                  <c:v>1.23705869285</c:v>
                </c:pt>
                <c:pt idx="823">
                  <c:v>1.2385197087</c:v>
                </c:pt>
                <c:pt idx="824">
                  <c:v>1.23954192116</c:v>
                </c:pt>
                <c:pt idx="825">
                  <c:v>1.23602603505</c:v>
                </c:pt>
                <c:pt idx="826">
                  <c:v>1.24737506103</c:v>
                </c:pt>
                <c:pt idx="827">
                  <c:v>1.24874344338</c:v>
                </c:pt>
                <c:pt idx="828">
                  <c:v>1.26786451093</c:v>
                </c:pt>
                <c:pt idx="829">
                  <c:v>1.25699173091</c:v>
                </c:pt>
                <c:pt idx="830">
                  <c:v>1.25268795513</c:v>
                </c:pt>
                <c:pt idx="831">
                  <c:v>1.27357687016</c:v>
                </c:pt>
                <c:pt idx="832">
                  <c:v>1.27583897163</c:v>
                </c:pt>
                <c:pt idx="833">
                  <c:v>1.26771828503</c:v>
                </c:pt>
                <c:pt idx="834">
                  <c:v>1.26914996372</c:v>
                </c:pt>
                <c:pt idx="835">
                  <c:v>1.27878386692</c:v>
                </c:pt>
                <c:pt idx="836">
                  <c:v>1.27548921729</c:v>
                </c:pt>
                <c:pt idx="837">
                  <c:v>1.27948248138</c:v>
                </c:pt>
                <c:pt idx="838">
                  <c:v>1.275008452</c:v>
                </c:pt>
                <c:pt idx="839">
                  <c:v>1.28810432096</c:v>
                </c:pt>
                <c:pt idx="840">
                  <c:v>1.30002034433</c:v>
                </c:pt>
                <c:pt idx="841">
                  <c:v>1.29915727869</c:v>
                </c:pt>
                <c:pt idx="842">
                  <c:v>1.30087790067</c:v>
                </c:pt>
                <c:pt idx="843">
                  <c:v>1.29943333321</c:v>
                </c:pt>
                <c:pt idx="844">
                  <c:v>1.30316406962</c:v>
                </c:pt>
                <c:pt idx="845">
                  <c:v>1.30059066412</c:v>
                </c:pt>
                <c:pt idx="846">
                  <c:v>1.3058993648</c:v>
                </c:pt>
                <c:pt idx="847">
                  <c:v>1.29442928475</c:v>
                </c:pt>
                <c:pt idx="848">
                  <c:v>1.30214853691</c:v>
                </c:pt>
                <c:pt idx="849">
                  <c:v>1.30470459638</c:v>
                </c:pt>
                <c:pt idx="850">
                  <c:v>1.3007113599</c:v>
                </c:pt>
                <c:pt idx="851">
                  <c:v>1.30198055277</c:v>
                </c:pt>
                <c:pt idx="852">
                  <c:v>1.29624571666</c:v>
                </c:pt>
                <c:pt idx="853">
                  <c:v>1.30059753877</c:v>
                </c:pt>
                <c:pt idx="854">
                  <c:v>1.2927023747</c:v>
                </c:pt>
                <c:pt idx="855">
                  <c:v>1.29331015742</c:v>
                </c:pt>
                <c:pt idx="856">
                  <c:v>1.29588657562</c:v>
                </c:pt>
                <c:pt idx="857">
                  <c:v>1.30287711316</c:v>
                </c:pt>
                <c:pt idx="858">
                  <c:v>1.29532300723</c:v>
                </c:pt>
                <c:pt idx="859">
                  <c:v>1.30215289237</c:v>
                </c:pt>
                <c:pt idx="860">
                  <c:v>1.29809689187</c:v>
                </c:pt>
                <c:pt idx="861">
                  <c:v>1.29556324075</c:v>
                </c:pt>
                <c:pt idx="862">
                  <c:v>1.29704060023</c:v>
                </c:pt>
                <c:pt idx="863">
                  <c:v>1.29474283148</c:v>
                </c:pt>
                <c:pt idx="864">
                  <c:v>1.29227212448</c:v>
                </c:pt>
                <c:pt idx="865">
                  <c:v>1.29558399126</c:v>
                </c:pt>
                <c:pt idx="866">
                  <c:v>1.29032987899</c:v>
                </c:pt>
                <c:pt idx="867">
                  <c:v>1.28888149215</c:v>
                </c:pt>
                <c:pt idx="868">
                  <c:v>1.29618404913</c:v>
                </c:pt>
                <c:pt idx="869">
                  <c:v>1.28787930212</c:v>
                </c:pt>
                <c:pt idx="870">
                  <c:v>1.28785950957</c:v>
                </c:pt>
                <c:pt idx="871">
                  <c:v>1.28815495124</c:v>
                </c:pt>
                <c:pt idx="872">
                  <c:v>1.29357506238</c:v>
                </c:pt>
                <c:pt idx="873">
                  <c:v>1.29239049378</c:v>
                </c:pt>
                <c:pt idx="874">
                  <c:v>1.29160754057</c:v>
                </c:pt>
                <c:pt idx="875">
                  <c:v>1.28508161001</c:v>
                </c:pt>
                <c:pt idx="876">
                  <c:v>1.28589529503</c:v>
                </c:pt>
                <c:pt idx="877">
                  <c:v>1.29705675586</c:v>
                </c:pt>
                <c:pt idx="878">
                  <c:v>1.29520815349</c:v>
                </c:pt>
                <c:pt idx="879">
                  <c:v>1.29697760389</c:v>
                </c:pt>
                <c:pt idx="880">
                  <c:v>1.28966561738</c:v>
                </c:pt>
                <c:pt idx="881">
                  <c:v>1.29762399819</c:v>
                </c:pt>
                <c:pt idx="882">
                  <c:v>1.29591361431</c:v>
                </c:pt>
                <c:pt idx="883">
                  <c:v>1.30018283169</c:v>
                </c:pt>
                <c:pt idx="884">
                  <c:v>1.30091338785</c:v>
                </c:pt>
                <c:pt idx="885">
                  <c:v>1.28913747409</c:v>
                </c:pt>
                <c:pt idx="886">
                  <c:v>1.30244307613</c:v>
                </c:pt>
                <c:pt idx="887">
                  <c:v>1.29594342555</c:v>
                </c:pt>
                <c:pt idx="888">
                  <c:v>1.30201250834</c:v>
                </c:pt>
                <c:pt idx="889">
                  <c:v>1.30130745795</c:v>
                </c:pt>
                <c:pt idx="890">
                  <c:v>1.30129322818</c:v>
                </c:pt>
                <c:pt idx="891">
                  <c:v>1.31244113376</c:v>
                </c:pt>
                <c:pt idx="892">
                  <c:v>1.3051261833</c:v>
                </c:pt>
                <c:pt idx="893">
                  <c:v>1.30581953178</c:v>
                </c:pt>
                <c:pt idx="894">
                  <c:v>1.29906705742</c:v>
                </c:pt>
                <c:pt idx="895">
                  <c:v>1.2971276615</c:v>
                </c:pt>
                <c:pt idx="896">
                  <c:v>1.28968438679</c:v>
                </c:pt>
                <c:pt idx="897">
                  <c:v>1.29139242724</c:v>
                </c:pt>
                <c:pt idx="898">
                  <c:v>1.29659573241</c:v>
                </c:pt>
                <c:pt idx="899">
                  <c:v>1.30228362171</c:v>
                </c:pt>
                <c:pt idx="900">
                  <c:v>1.29746896529</c:v>
                </c:pt>
                <c:pt idx="901">
                  <c:v>1.30219191443</c:v>
                </c:pt>
                <c:pt idx="902">
                  <c:v>1.31766354685</c:v>
                </c:pt>
                <c:pt idx="903">
                  <c:v>1.31558108192</c:v>
                </c:pt>
                <c:pt idx="904">
                  <c:v>1.31384001368</c:v>
                </c:pt>
                <c:pt idx="905">
                  <c:v>1.30785548595</c:v>
                </c:pt>
                <c:pt idx="906">
                  <c:v>1.29790878975</c:v>
                </c:pt>
                <c:pt idx="907">
                  <c:v>1.30080948215</c:v>
                </c:pt>
                <c:pt idx="908">
                  <c:v>1.29554146429</c:v>
                </c:pt>
                <c:pt idx="909">
                  <c:v>1.30228023805</c:v>
                </c:pt>
                <c:pt idx="910">
                  <c:v>1.31516905125</c:v>
                </c:pt>
                <c:pt idx="911">
                  <c:v>1.3141629448</c:v>
                </c:pt>
                <c:pt idx="912">
                  <c:v>1.30258451131</c:v>
                </c:pt>
                <c:pt idx="913">
                  <c:v>1.30376666572</c:v>
                </c:pt>
                <c:pt idx="914">
                  <c:v>1.31049615165</c:v>
                </c:pt>
                <c:pt idx="915">
                  <c:v>1.31518015322</c:v>
                </c:pt>
                <c:pt idx="916">
                  <c:v>1.30693968045</c:v>
                </c:pt>
                <c:pt idx="917">
                  <c:v>1.30735067063</c:v>
                </c:pt>
                <c:pt idx="918">
                  <c:v>1.31505068763</c:v>
                </c:pt>
                <c:pt idx="919">
                  <c:v>1.32047884093</c:v>
                </c:pt>
                <c:pt idx="920">
                  <c:v>1.32003348871</c:v>
                </c:pt>
                <c:pt idx="921">
                  <c:v>1.30057810884</c:v>
                </c:pt>
                <c:pt idx="922">
                  <c:v>1.32037159122</c:v>
                </c:pt>
                <c:pt idx="923">
                  <c:v>1.32350744623</c:v>
                </c:pt>
                <c:pt idx="924">
                  <c:v>1.30870159954</c:v>
                </c:pt>
                <c:pt idx="925">
                  <c:v>1.29528330023</c:v>
                </c:pt>
                <c:pt idx="926">
                  <c:v>1.30131795069</c:v>
                </c:pt>
                <c:pt idx="927">
                  <c:v>1.29680012928</c:v>
                </c:pt>
                <c:pt idx="928">
                  <c:v>1.30193004922</c:v>
                </c:pt>
                <c:pt idx="929">
                  <c:v>1.2937007431</c:v>
                </c:pt>
                <c:pt idx="930">
                  <c:v>1.29682727679</c:v>
                </c:pt>
                <c:pt idx="931">
                  <c:v>1.29573372028</c:v>
                </c:pt>
                <c:pt idx="932">
                  <c:v>1.29197292313</c:v>
                </c:pt>
                <c:pt idx="933">
                  <c:v>1.29737195656</c:v>
                </c:pt>
                <c:pt idx="934">
                  <c:v>1.28546437799</c:v>
                </c:pt>
                <c:pt idx="935">
                  <c:v>1.27780558181</c:v>
                </c:pt>
                <c:pt idx="936">
                  <c:v>1.27492276529</c:v>
                </c:pt>
                <c:pt idx="937">
                  <c:v>1.27001619494</c:v>
                </c:pt>
                <c:pt idx="938">
                  <c:v>1.27563580954</c:v>
                </c:pt>
                <c:pt idx="939">
                  <c:v>1.27307624776</c:v>
                </c:pt>
                <c:pt idx="940">
                  <c:v>1.28940824102</c:v>
                </c:pt>
                <c:pt idx="941">
                  <c:v>1.27106910084</c:v>
                </c:pt>
                <c:pt idx="942">
                  <c:v>1.28204537833</c:v>
                </c:pt>
                <c:pt idx="943">
                  <c:v>1.29023571152</c:v>
                </c:pt>
                <c:pt idx="944">
                  <c:v>1.30791728676</c:v>
                </c:pt>
                <c:pt idx="945">
                  <c:v>1.30434935963</c:v>
                </c:pt>
                <c:pt idx="946">
                  <c:v>1.29766110242</c:v>
                </c:pt>
                <c:pt idx="947">
                  <c:v>1.30516700892</c:v>
                </c:pt>
                <c:pt idx="948">
                  <c:v>1.30866604019</c:v>
                </c:pt>
                <c:pt idx="949">
                  <c:v>1.3028452067</c:v>
                </c:pt>
                <c:pt idx="950">
                  <c:v>1.29834317442</c:v>
                </c:pt>
                <c:pt idx="951">
                  <c:v>1.29888059933</c:v>
                </c:pt>
                <c:pt idx="952">
                  <c:v>1.30007309941</c:v>
                </c:pt>
                <c:pt idx="953">
                  <c:v>1.30396536279</c:v>
                </c:pt>
                <c:pt idx="954">
                  <c:v>1.29978172232</c:v>
                </c:pt>
                <c:pt idx="955">
                  <c:v>1.30102712486</c:v>
                </c:pt>
                <c:pt idx="956">
                  <c:v>1.3101070438</c:v>
                </c:pt>
                <c:pt idx="957">
                  <c:v>1.31276565191</c:v>
                </c:pt>
                <c:pt idx="958">
                  <c:v>1.31306362525</c:v>
                </c:pt>
                <c:pt idx="959">
                  <c:v>1.30756556043</c:v>
                </c:pt>
                <c:pt idx="960">
                  <c:v>1.30568684464</c:v>
                </c:pt>
                <c:pt idx="961">
                  <c:v>1.29314078856</c:v>
                </c:pt>
                <c:pt idx="962">
                  <c:v>1.29514180165</c:v>
                </c:pt>
                <c:pt idx="963">
                  <c:v>1.29364826914</c:v>
                </c:pt>
                <c:pt idx="964">
                  <c:v>1.28636655552</c:v>
                </c:pt>
                <c:pt idx="965">
                  <c:v>1.28385981371</c:v>
                </c:pt>
                <c:pt idx="966">
                  <c:v>1.28724377536</c:v>
                </c:pt>
                <c:pt idx="967">
                  <c:v>1.27858176523</c:v>
                </c:pt>
                <c:pt idx="968">
                  <c:v>1.27258794973</c:v>
                </c:pt>
                <c:pt idx="969">
                  <c:v>1.26615622682</c:v>
                </c:pt>
                <c:pt idx="970">
                  <c:v>1.25110992879</c:v>
                </c:pt>
                <c:pt idx="971">
                  <c:v>1.24615780234</c:v>
                </c:pt>
                <c:pt idx="972">
                  <c:v>1.25048001578</c:v>
                </c:pt>
                <c:pt idx="973">
                  <c:v>1.26633142239</c:v>
                </c:pt>
                <c:pt idx="974">
                  <c:v>1.26811424367</c:v>
                </c:pt>
                <c:pt idx="975">
                  <c:v>1.26519201493</c:v>
                </c:pt>
                <c:pt idx="976">
                  <c:v>1.26000495481</c:v>
                </c:pt>
                <c:pt idx="977">
                  <c:v>1.28040747885</c:v>
                </c:pt>
                <c:pt idx="978">
                  <c:v>1.28536205686</c:v>
                </c:pt>
                <c:pt idx="979">
                  <c:v>1.28660173732</c:v>
                </c:pt>
                <c:pt idx="980">
                  <c:v>1.28472373742</c:v>
                </c:pt>
                <c:pt idx="981">
                  <c:v>1.29045889574</c:v>
                </c:pt>
                <c:pt idx="982">
                  <c:v>1.27740589006</c:v>
                </c:pt>
                <c:pt idx="983">
                  <c:v>1.27217781441</c:v>
                </c:pt>
                <c:pt idx="984">
                  <c:v>1.26472060125</c:v>
                </c:pt>
                <c:pt idx="985">
                  <c:v>1.2625205964</c:v>
                </c:pt>
                <c:pt idx="986">
                  <c:v>1.25271485566</c:v>
                </c:pt>
                <c:pt idx="987">
                  <c:v>1.25648193764</c:v>
                </c:pt>
                <c:pt idx="988">
                  <c:v>1.25347036623</c:v>
                </c:pt>
                <c:pt idx="989">
                  <c:v>1.24902024957</c:v>
                </c:pt>
                <c:pt idx="990">
                  <c:v>1.25995973462</c:v>
                </c:pt>
                <c:pt idx="991">
                  <c:v>1.27481633321</c:v>
                </c:pt>
                <c:pt idx="992">
                  <c:v>1.26751098099</c:v>
                </c:pt>
                <c:pt idx="993">
                  <c:v>1.26291084164</c:v>
                </c:pt>
                <c:pt idx="994">
                  <c:v>1.23216459602</c:v>
                </c:pt>
                <c:pt idx="995">
                  <c:v>1.22121954892</c:v>
                </c:pt>
                <c:pt idx="996">
                  <c:v>1.22167577969</c:v>
                </c:pt>
                <c:pt idx="997">
                  <c:v>1.23019089477</c:v>
                </c:pt>
                <c:pt idx="998">
                  <c:v>1.24669944393</c:v>
                </c:pt>
                <c:pt idx="999">
                  <c:v>1.24389315128</c:v>
                </c:pt>
                <c:pt idx="1000">
                  <c:v>1.22840044274</c:v>
                </c:pt>
                <c:pt idx="1001">
                  <c:v>1.19940695854</c:v>
                </c:pt>
                <c:pt idx="1002">
                  <c:v>1.2154022747</c:v>
                </c:pt>
                <c:pt idx="1003">
                  <c:v>1.22529286034</c:v>
                </c:pt>
                <c:pt idx="1004">
                  <c:v>1.22615606932</c:v>
                </c:pt>
                <c:pt idx="1005">
                  <c:v>1.21622345924</c:v>
                </c:pt>
                <c:pt idx="1006">
                  <c:v>1.22016919463</c:v>
                </c:pt>
                <c:pt idx="1007">
                  <c:v>1.21209892653</c:v>
                </c:pt>
                <c:pt idx="1008">
                  <c:v>1.20308012399</c:v>
                </c:pt>
                <c:pt idx="1009">
                  <c:v>1.21241536415</c:v>
                </c:pt>
                <c:pt idx="1010">
                  <c:v>1.21772040226</c:v>
                </c:pt>
                <c:pt idx="1011">
                  <c:v>1.19969245723</c:v>
                </c:pt>
                <c:pt idx="1012">
                  <c:v>1.19619821138</c:v>
                </c:pt>
                <c:pt idx="1013">
                  <c:v>1.18367483431</c:v>
                </c:pt>
                <c:pt idx="1014">
                  <c:v>1.18346577218</c:v>
                </c:pt>
                <c:pt idx="1015">
                  <c:v>1.17953227816</c:v>
                </c:pt>
                <c:pt idx="1016">
                  <c:v>1.18536715565</c:v>
                </c:pt>
                <c:pt idx="1017">
                  <c:v>1.18055988499</c:v>
                </c:pt>
                <c:pt idx="1018">
                  <c:v>1.17960017619</c:v>
                </c:pt>
                <c:pt idx="1019">
                  <c:v>1.17930820716</c:v>
                </c:pt>
                <c:pt idx="1020">
                  <c:v>1.19523210481</c:v>
                </c:pt>
                <c:pt idx="1021">
                  <c:v>1.19845034362</c:v>
                </c:pt>
                <c:pt idx="1022">
                  <c:v>1.18928508004</c:v>
                </c:pt>
                <c:pt idx="1023">
                  <c:v>1.19834558383</c:v>
                </c:pt>
                <c:pt idx="1024">
                  <c:v>1.20623957242</c:v>
                </c:pt>
                <c:pt idx="1025">
                  <c:v>1.18863022831</c:v>
                </c:pt>
                <c:pt idx="1026">
                  <c:v>1.2025085317</c:v>
                </c:pt>
                <c:pt idx="1027">
                  <c:v>1.19841808825</c:v>
                </c:pt>
                <c:pt idx="1028">
                  <c:v>1.20517801222</c:v>
                </c:pt>
                <c:pt idx="1029">
                  <c:v>1.20684061128</c:v>
                </c:pt>
                <c:pt idx="1030">
                  <c:v>1.20139984543</c:v>
                </c:pt>
                <c:pt idx="1031">
                  <c:v>1.19866441154</c:v>
                </c:pt>
                <c:pt idx="1032">
                  <c:v>1.19036725566</c:v>
                </c:pt>
                <c:pt idx="1033">
                  <c:v>1.19197051724</c:v>
                </c:pt>
                <c:pt idx="1034">
                  <c:v>1.1884426835</c:v>
                </c:pt>
                <c:pt idx="1035">
                  <c:v>1.19185128648</c:v>
                </c:pt>
                <c:pt idx="1036">
                  <c:v>1.19456439266</c:v>
                </c:pt>
                <c:pt idx="1037">
                  <c:v>1.19312702159</c:v>
                </c:pt>
                <c:pt idx="1038">
                  <c:v>1.19123789194</c:v>
                </c:pt>
                <c:pt idx="1039">
                  <c:v>1.19620209499</c:v>
                </c:pt>
                <c:pt idx="1040">
                  <c:v>1.1971415703</c:v>
                </c:pt>
                <c:pt idx="1041">
                  <c:v>1.19846401372</c:v>
                </c:pt>
                <c:pt idx="1042">
                  <c:v>1.1918830963</c:v>
                </c:pt>
                <c:pt idx="1043">
                  <c:v>1.18233602577</c:v>
                </c:pt>
                <c:pt idx="1044">
                  <c:v>1.18919459837</c:v>
                </c:pt>
                <c:pt idx="1045">
                  <c:v>1.19698367188</c:v>
                </c:pt>
                <c:pt idx="1046">
                  <c:v>1.19318769489</c:v>
                </c:pt>
                <c:pt idx="1047">
                  <c:v>1.19558307537</c:v>
                </c:pt>
                <c:pt idx="1048">
                  <c:v>1.19727604372</c:v>
                </c:pt>
                <c:pt idx="1049">
                  <c:v>1.19821220513</c:v>
                </c:pt>
                <c:pt idx="1050">
                  <c:v>1.19972003384</c:v>
                </c:pt>
                <c:pt idx="1051">
                  <c:v>1.20235311263</c:v>
                </c:pt>
                <c:pt idx="1052">
                  <c:v>1.20121281949</c:v>
                </c:pt>
                <c:pt idx="1053">
                  <c:v>1.19587191361</c:v>
                </c:pt>
                <c:pt idx="1054">
                  <c:v>1.2035680503</c:v>
                </c:pt>
                <c:pt idx="1055">
                  <c:v>1.20504234558</c:v>
                </c:pt>
                <c:pt idx="1056">
                  <c:v>1.20566547821</c:v>
                </c:pt>
                <c:pt idx="1057">
                  <c:v>1.21381258169</c:v>
                </c:pt>
                <c:pt idx="1058">
                  <c:v>1.2153959919</c:v>
                </c:pt>
                <c:pt idx="1059">
                  <c:v>1.21471328212</c:v>
                </c:pt>
                <c:pt idx="1060">
                  <c:v>1.21878817696</c:v>
                </c:pt>
                <c:pt idx="1061">
                  <c:v>1.21539642781</c:v>
                </c:pt>
                <c:pt idx="1062">
                  <c:v>1.19827243098</c:v>
                </c:pt>
                <c:pt idx="1063">
                  <c:v>1.20874035091</c:v>
                </c:pt>
                <c:pt idx="1064">
                  <c:v>1.21399732581</c:v>
                </c:pt>
                <c:pt idx="1065">
                  <c:v>1.21142280479</c:v>
                </c:pt>
                <c:pt idx="1066">
                  <c:v>1.21120675862</c:v>
                </c:pt>
                <c:pt idx="1067">
                  <c:v>1.21275119856</c:v>
                </c:pt>
                <c:pt idx="1068">
                  <c:v>1.21091913754</c:v>
                </c:pt>
                <c:pt idx="1069">
                  <c:v>1.22332601095</c:v>
                </c:pt>
                <c:pt idx="1070">
                  <c:v>1.22585251914</c:v>
                </c:pt>
                <c:pt idx="1071">
                  <c:v>1.22321712763</c:v>
                </c:pt>
                <c:pt idx="1072">
                  <c:v>1.22449359446</c:v>
                </c:pt>
                <c:pt idx="1073">
                  <c:v>1.22454146316</c:v>
                </c:pt>
                <c:pt idx="1074">
                  <c:v>1.23180303519</c:v>
                </c:pt>
                <c:pt idx="1075">
                  <c:v>1.24944728388</c:v>
                </c:pt>
                <c:pt idx="1076">
                  <c:v>1.25679660767</c:v>
                </c:pt>
                <c:pt idx="1077">
                  <c:v>1.25343187413</c:v>
                </c:pt>
                <c:pt idx="1078">
                  <c:v>1.26393366927</c:v>
                </c:pt>
                <c:pt idx="1079">
                  <c:v>1.26857244062</c:v>
                </c:pt>
                <c:pt idx="1080">
                  <c:v>1.26525109892</c:v>
                </c:pt>
                <c:pt idx="1081">
                  <c:v>1.265048629</c:v>
                </c:pt>
                <c:pt idx="1082">
                  <c:v>1.26505205625</c:v>
                </c:pt>
                <c:pt idx="1083">
                  <c:v>1.26894676025</c:v>
                </c:pt>
                <c:pt idx="1084">
                  <c:v>1.2636891169</c:v>
                </c:pt>
                <c:pt idx="1085">
                  <c:v>1.26164074218</c:v>
                </c:pt>
                <c:pt idx="1086">
                  <c:v>1.26716966759</c:v>
                </c:pt>
                <c:pt idx="1087">
                  <c:v>1.2684313652</c:v>
                </c:pt>
                <c:pt idx="1088">
                  <c:v>1.28528337722</c:v>
                </c:pt>
                <c:pt idx="1089">
                  <c:v>1.28303427228</c:v>
                </c:pt>
                <c:pt idx="1090">
                  <c:v>1.27967368167</c:v>
                </c:pt>
                <c:pt idx="1091">
                  <c:v>1.28683340582</c:v>
                </c:pt>
                <c:pt idx="1092">
                  <c:v>1.28373870797</c:v>
                </c:pt>
                <c:pt idx="1093">
                  <c:v>1.29146489976</c:v>
                </c:pt>
                <c:pt idx="1094">
                  <c:v>1.30334773974</c:v>
                </c:pt>
                <c:pt idx="1095">
                  <c:v>1.30817245148</c:v>
                </c:pt>
                <c:pt idx="1096">
                  <c:v>1.31929319393</c:v>
                </c:pt>
                <c:pt idx="1097">
                  <c:v>1.32166526248</c:v>
                </c:pt>
                <c:pt idx="1098">
                  <c:v>1.31350228728</c:v>
                </c:pt>
                <c:pt idx="1099">
                  <c:v>1.31885925737</c:v>
                </c:pt>
                <c:pt idx="1100">
                  <c:v>1.32328084983</c:v>
                </c:pt>
                <c:pt idx="1101">
                  <c:v>1.32924836947</c:v>
                </c:pt>
                <c:pt idx="1102">
                  <c:v>1.30832461182</c:v>
                </c:pt>
                <c:pt idx="1103">
                  <c:v>1.32646050808</c:v>
                </c:pt>
                <c:pt idx="1104">
                  <c:v>1.31129821477</c:v>
                </c:pt>
                <c:pt idx="1105">
                  <c:v>1.3123017094</c:v>
                </c:pt>
                <c:pt idx="1106">
                  <c:v>1.30910443284</c:v>
                </c:pt>
                <c:pt idx="1107">
                  <c:v>1.30985287844</c:v>
                </c:pt>
                <c:pt idx="1108">
                  <c:v>1.30581117353</c:v>
                </c:pt>
                <c:pt idx="1109">
                  <c:v>1.30528703469</c:v>
                </c:pt>
                <c:pt idx="1110">
                  <c:v>1.30209399814</c:v>
                </c:pt>
                <c:pt idx="1111">
                  <c:v>1.30875360381</c:v>
                </c:pt>
                <c:pt idx="1112">
                  <c:v>1.30501584452</c:v>
                </c:pt>
                <c:pt idx="1113">
                  <c:v>1.30459652503</c:v>
                </c:pt>
                <c:pt idx="1114">
                  <c:v>1.31195632143</c:v>
                </c:pt>
                <c:pt idx="1115">
                  <c:v>1.32075704266</c:v>
                </c:pt>
                <c:pt idx="1116">
                  <c:v>1.30059171636</c:v>
                </c:pt>
                <c:pt idx="1117">
                  <c:v>1.30995977487</c:v>
                </c:pt>
                <c:pt idx="1118">
                  <c:v>1.31615972662</c:v>
                </c:pt>
                <c:pt idx="1119">
                  <c:v>1.31944952544</c:v>
                </c:pt>
                <c:pt idx="1120">
                  <c:v>1.32258839681</c:v>
                </c:pt>
                <c:pt idx="1121">
                  <c:v>1.32197977016</c:v>
                </c:pt>
                <c:pt idx="1122">
                  <c:v>1.31967408387</c:v>
                </c:pt>
                <c:pt idx="1123">
                  <c:v>1.32658192423</c:v>
                </c:pt>
                <c:pt idx="1124">
                  <c:v>1.32928998055</c:v>
                </c:pt>
                <c:pt idx="1125">
                  <c:v>1.33254050097</c:v>
                </c:pt>
                <c:pt idx="1126">
                  <c:v>1.33760370468</c:v>
                </c:pt>
                <c:pt idx="1127">
                  <c:v>1.34684011034</c:v>
                </c:pt>
                <c:pt idx="1128">
                  <c:v>1.34150197835</c:v>
                </c:pt>
                <c:pt idx="1129">
                  <c:v>1.34696953498</c:v>
                </c:pt>
                <c:pt idx="1130">
                  <c:v>1.34622483335</c:v>
                </c:pt>
                <c:pt idx="1131">
                  <c:v>1.34637725548</c:v>
                </c:pt>
                <c:pt idx="1132">
                  <c:v>1.34091816814</c:v>
                </c:pt>
                <c:pt idx="1133">
                  <c:v>1.33598163325</c:v>
                </c:pt>
                <c:pt idx="1134">
                  <c:v>1.34016411584</c:v>
                </c:pt>
                <c:pt idx="1135">
                  <c:v>1.33876191614</c:v>
                </c:pt>
                <c:pt idx="1136">
                  <c:v>1.33908689481</c:v>
                </c:pt>
                <c:pt idx="1137">
                  <c:v>1.3275110638</c:v>
                </c:pt>
                <c:pt idx="1138">
                  <c:v>1.33129686069</c:v>
                </c:pt>
                <c:pt idx="1139">
                  <c:v>1.330159259</c:v>
                </c:pt>
                <c:pt idx="1140">
                  <c:v>1.34264658097</c:v>
                </c:pt>
                <c:pt idx="1141">
                  <c:v>1.33720140456</c:v>
                </c:pt>
                <c:pt idx="1142">
                  <c:v>1.34707020774</c:v>
                </c:pt>
                <c:pt idx="1143">
                  <c:v>1.34999572995</c:v>
                </c:pt>
                <c:pt idx="1144">
                  <c:v>1.33650881399</c:v>
                </c:pt>
                <c:pt idx="1145">
                  <c:v>1.3439900713</c:v>
                </c:pt>
                <c:pt idx="1146">
                  <c:v>1.34358045026</c:v>
                </c:pt>
                <c:pt idx="1147">
                  <c:v>1.3484131</c:v>
                </c:pt>
                <c:pt idx="1148">
                  <c:v>1.3466463876</c:v>
                </c:pt>
                <c:pt idx="1149">
                  <c:v>1.34816777095</c:v>
                </c:pt>
                <c:pt idx="1150">
                  <c:v>1.35236623589</c:v>
                </c:pt>
                <c:pt idx="1151">
                  <c:v>1.35376649691</c:v>
                </c:pt>
                <c:pt idx="1152">
                  <c:v>1.35638181083</c:v>
                </c:pt>
                <c:pt idx="1153">
                  <c:v>1.35451709564</c:v>
                </c:pt>
                <c:pt idx="1154">
                  <c:v>1.35367447562</c:v>
                </c:pt>
                <c:pt idx="1155">
                  <c:v>1.35540996591</c:v>
                </c:pt>
                <c:pt idx="1156">
                  <c:v>1.35531614564</c:v>
                </c:pt>
                <c:pt idx="1157">
                  <c:v>1.35316342748</c:v>
                </c:pt>
                <c:pt idx="1158">
                  <c:v>1.35810780128</c:v>
                </c:pt>
                <c:pt idx="1159">
                  <c:v>1.35960893282</c:v>
                </c:pt>
                <c:pt idx="1160">
                  <c:v>1.35943968495</c:v>
                </c:pt>
                <c:pt idx="1161">
                  <c:v>1.36709628915</c:v>
                </c:pt>
                <c:pt idx="1162">
                  <c:v>1.37630769573</c:v>
                </c:pt>
                <c:pt idx="1163">
                  <c:v>1.37352659417</c:v>
                </c:pt>
                <c:pt idx="1164">
                  <c:v>1.38065642265</c:v>
                </c:pt>
                <c:pt idx="1165">
                  <c:v>1.37162132296</c:v>
                </c:pt>
                <c:pt idx="1166">
                  <c:v>1.37178131419</c:v>
                </c:pt>
                <c:pt idx="1167">
                  <c:v>1.38035449473</c:v>
                </c:pt>
                <c:pt idx="1168">
                  <c:v>1.38073665641</c:v>
                </c:pt>
                <c:pt idx="1169">
                  <c:v>1.37728197057</c:v>
                </c:pt>
                <c:pt idx="1170">
                  <c:v>1.37533909415</c:v>
                </c:pt>
                <c:pt idx="1171">
                  <c:v>1.38377845026</c:v>
                </c:pt>
                <c:pt idx="1172">
                  <c:v>1.37136869447</c:v>
                </c:pt>
                <c:pt idx="1173">
                  <c:v>1.3564257921</c:v>
                </c:pt>
                <c:pt idx="1174">
                  <c:v>1.34596202785</c:v>
                </c:pt>
                <c:pt idx="1175">
                  <c:v>1.35419933173</c:v>
                </c:pt>
                <c:pt idx="1176">
                  <c:v>1.35042845912</c:v>
                </c:pt>
                <c:pt idx="1177">
                  <c:v>1.33382334406</c:v>
                </c:pt>
                <c:pt idx="1178">
                  <c:v>1.32500857718</c:v>
                </c:pt>
                <c:pt idx="1179">
                  <c:v>1.33263979003</c:v>
                </c:pt>
                <c:pt idx="1180">
                  <c:v>1.32948793798</c:v>
                </c:pt>
                <c:pt idx="1181">
                  <c:v>1.32709121027</c:v>
                </c:pt>
                <c:pt idx="1182">
                  <c:v>1.35116186636</c:v>
                </c:pt>
                <c:pt idx="1183">
                  <c:v>1.32867510166</c:v>
                </c:pt>
                <c:pt idx="1184">
                  <c:v>1.30939563345</c:v>
                </c:pt>
                <c:pt idx="1185">
                  <c:v>1.26178107673</c:v>
                </c:pt>
                <c:pt idx="1186">
                  <c:v>1.25863261833</c:v>
                </c:pt>
                <c:pt idx="1187">
                  <c:v>1.26703945652</c:v>
                </c:pt>
                <c:pt idx="1188">
                  <c:v>1.28448241127</c:v>
                </c:pt>
                <c:pt idx="1189">
                  <c:v>1.28731582821</c:v>
                </c:pt>
                <c:pt idx="1190">
                  <c:v>1.29103767377</c:v>
                </c:pt>
                <c:pt idx="1191">
                  <c:v>1.30233936681</c:v>
                </c:pt>
                <c:pt idx="1192">
                  <c:v>1.29932423925</c:v>
                </c:pt>
                <c:pt idx="1193">
                  <c:v>1.3143789721</c:v>
                </c:pt>
                <c:pt idx="1194">
                  <c:v>1.33165496789</c:v>
                </c:pt>
                <c:pt idx="1195">
                  <c:v>1.33335437091</c:v>
                </c:pt>
                <c:pt idx="1196">
                  <c:v>1.3300547475</c:v>
                </c:pt>
                <c:pt idx="1197">
                  <c:v>1.32993284846</c:v>
                </c:pt>
                <c:pt idx="1198">
                  <c:v>1.32495546549</c:v>
                </c:pt>
                <c:pt idx="1199">
                  <c:v>1.33724501702</c:v>
                </c:pt>
                <c:pt idx="1200">
                  <c:v>1.3317129369</c:v>
                </c:pt>
                <c:pt idx="1201">
                  <c:v>1.33529623445</c:v>
                </c:pt>
                <c:pt idx="1202">
                  <c:v>1.32720815119</c:v>
                </c:pt>
                <c:pt idx="1203">
                  <c:v>1.3331424948</c:v>
                </c:pt>
                <c:pt idx="1204">
                  <c:v>1.33906029442</c:v>
                </c:pt>
                <c:pt idx="1205">
                  <c:v>1.34416293183</c:v>
                </c:pt>
                <c:pt idx="1206">
                  <c:v>1.33688200333</c:v>
                </c:pt>
                <c:pt idx="1207">
                  <c:v>1.32806321915</c:v>
                </c:pt>
                <c:pt idx="1208">
                  <c:v>1.33117014531</c:v>
                </c:pt>
                <c:pt idx="1209">
                  <c:v>1.31939848793</c:v>
                </c:pt>
                <c:pt idx="1210">
                  <c:v>1.33321587662</c:v>
                </c:pt>
                <c:pt idx="1211">
                  <c:v>1.3416056186</c:v>
                </c:pt>
                <c:pt idx="1212">
                  <c:v>1.344626043</c:v>
                </c:pt>
                <c:pt idx="1213">
                  <c:v>1.35216695924</c:v>
                </c:pt>
                <c:pt idx="1214">
                  <c:v>1.35478193485</c:v>
                </c:pt>
                <c:pt idx="1215">
                  <c:v>1.35761715</c:v>
                </c:pt>
                <c:pt idx="1216">
                  <c:v>1.35586823533</c:v>
                </c:pt>
                <c:pt idx="1217">
                  <c:v>1.34783060205</c:v>
                </c:pt>
                <c:pt idx="1218">
                  <c:v>1.36122905929</c:v>
                </c:pt>
                <c:pt idx="1219">
                  <c:v>1.3575258818</c:v>
                </c:pt>
                <c:pt idx="1220">
                  <c:v>1.35895436599</c:v>
                </c:pt>
                <c:pt idx="1221">
                  <c:v>1.36946274381</c:v>
                </c:pt>
                <c:pt idx="1222">
                  <c:v>1.35022513374</c:v>
                </c:pt>
                <c:pt idx="1223">
                  <c:v>1.36656265762</c:v>
                </c:pt>
                <c:pt idx="1224">
                  <c:v>1.35946399804</c:v>
                </c:pt>
                <c:pt idx="1225">
                  <c:v>1.35291642812</c:v>
                </c:pt>
                <c:pt idx="1226">
                  <c:v>1.36031188717</c:v>
                </c:pt>
                <c:pt idx="1227">
                  <c:v>1.36409632242</c:v>
                </c:pt>
                <c:pt idx="1228">
                  <c:v>1.3596310543</c:v>
                </c:pt>
                <c:pt idx="1229">
                  <c:v>1.36112238064</c:v>
                </c:pt>
                <c:pt idx="1230">
                  <c:v>1.36283702801</c:v>
                </c:pt>
                <c:pt idx="1231">
                  <c:v>1.35946332186</c:v>
                </c:pt>
                <c:pt idx="1232">
                  <c:v>1.35919135885</c:v>
                </c:pt>
                <c:pt idx="1233">
                  <c:v>1.3620157825</c:v>
                </c:pt>
                <c:pt idx="1234">
                  <c:v>1.3629238593</c:v>
                </c:pt>
                <c:pt idx="1235">
                  <c:v>1.36705170722</c:v>
                </c:pt>
                <c:pt idx="1236">
                  <c:v>1.36807378523</c:v>
                </c:pt>
                <c:pt idx="1237">
                  <c:v>1.37513600341</c:v>
                </c:pt>
                <c:pt idx="1238">
                  <c:v>1.37546935468</c:v>
                </c:pt>
                <c:pt idx="1239">
                  <c:v>1.38179189246</c:v>
                </c:pt>
                <c:pt idx="1240">
                  <c:v>1.36838101717</c:v>
                </c:pt>
                <c:pt idx="1241">
                  <c:v>1.37470454009</c:v>
                </c:pt>
                <c:pt idx="1242">
                  <c:v>1.36702928433</c:v>
                </c:pt>
                <c:pt idx="1243">
                  <c:v>1.37826144564</c:v>
                </c:pt>
                <c:pt idx="1244">
                  <c:v>1.37160673404</c:v>
                </c:pt>
                <c:pt idx="1245">
                  <c:v>1.37531805735</c:v>
                </c:pt>
                <c:pt idx="1246">
                  <c:v>1.37695233801</c:v>
                </c:pt>
                <c:pt idx="1247">
                  <c:v>1.37588973977</c:v>
                </c:pt>
                <c:pt idx="1248">
                  <c:v>1.36543231278</c:v>
                </c:pt>
                <c:pt idx="1249">
                  <c:v>1.35849118297</c:v>
                </c:pt>
                <c:pt idx="1250">
                  <c:v>1.36775941662</c:v>
                </c:pt>
                <c:pt idx="1251">
                  <c:v>1.37456316459</c:v>
                </c:pt>
                <c:pt idx="1252">
                  <c:v>1.36226602472</c:v>
                </c:pt>
                <c:pt idx="1253">
                  <c:v>1.39756231585</c:v>
                </c:pt>
                <c:pt idx="1254">
                  <c:v>1.39328441287</c:v>
                </c:pt>
                <c:pt idx="1255">
                  <c:v>1.3918407017</c:v>
                </c:pt>
                <c:pt idx="1256">
                  <c:v>1.3817298584</c:v>
                </c:pt>
                <c:pt idx="1257">
                  <c:v>1.38270562502</c:v>
                </c:pt>
                <c:pt idx="1258">
                  <c:v>1.38540965189</c:v>
                </c:pt>
                <c:pt idx="1259">
                  <c:v>1.38365483139</c:v>
                </c:pt>
                <c:pt idx="1260">
                  <c:v>1.38837956869</c:v>
                </c:pt>
                <c:pt idx="1261">
                  <c:v>1.39362667701</c:v>
                </c:pt>
                <c:pt idx="1262">
                  <c:v>1.39245698897</c:v>
                </c:pt>
                <c:pt idx="1263">
                  <c:v>1.39714510448</c:v>
                </c:pt>
                <c:pt idx="1264">
                  <c:v>1.4047100076</c:v>
                </c:pt>
                <c:pt idx="1265">
                  <c:v>1.40537523362</c:v>
                </c:pt>
                <c:pt idx="1266">
                  <c:v>1.4055186906</c:v>
                </c:pt>
                <c:pt idx="1267">
                  <c:v>1.40518204041</c:v>
                </c:pt>
                <c:pt idx="1268">
                  <c:v>1.40341336143</c:v>
                </c:pt>
                <c:pt idx="1269">
                  <c:v>1.41263887586</c:v>
                </c:pt>
                <c:pt idx="1270">
                  <c:v>1.4145023307</c:v>
                </c:pt>
                <c:pt idx="1271">
                  <c:v>1.41967431034</c:v>
                </c:pt>
                <c:pt idx="1272">
                  <c:v>1.42668824369</c:v>
                </c:pt>
                <c:pt idx="1273">
                  <c:v>1.42813347337</c:v>
                </c:pt>
                <c:pt idx="1274">
                  <c:v>1.42310463469</c:v>
                </c:pt>
                <c:pt idx="1275">
                  <c:v>1.42535757977</c:v>
                </c:pt>
                <c:pt idx="1276">
                  <c:v>1.42472950977</c:v>
                </c:pt>
                <c:pt idx="1277">
                  <c:v>1.42493161843</c:v>
                </c:pt>
                <c:pt idx="1278">
                  <c:v>1.41923265854</c:v>
                </c:pt>
                <c:pt idx="1279">
                  <c:v>1.41826972004</c:v>
                </c:pt>
                <c:pt idx="1280">
                  <c:v>1.4219796323</c:v>
                </c:pt>
                <c:pt idx="1281">
                  <c:v>1.41869007492</c:v>
                </c:pt>
                <c:pt idx="1282">
                  <c:v>1.39575917355</c:v>
                </c:pt>
                <c:pt idx="1283">
                  <c:v>1.399725795</c:v>
                </c:pt>
                <c:pt idx="1284">
                  <c:v>1.402030785</c:v>
                </c:pt>
                <c:pt idx="1285">
                  <c:v>1.40105940965</c:v>
                </c:pt>
                <c:pt idx="1286">
                  <c:v>1.40965067092</c:v>
                </c:pt>
                <c:pt idx="1287">
                  <c:v>1.41092232022</c:v>
                </c:pt>
                <c:pt idx="1288">
                  <c:v>1.40417330893</c:v>
                </c:pt>
                <c:pt idx="1289">
                  <c:v>1.40097964305</c:v>
                </c:pt>
                <c:pt idx="1290">
                  <c:v>1.39809370777</c:v>
                </c:pt>
                <c:pt idx="1291">
                  <c:v>1.40809759541</c:v>
                </c:pt>
                <c:pt idx="1292">
                  <c:v>1.41446135</c:v>
                </c:pt>
                <c:pt idx="1293">
                  <c:v>1.41676909975</c:v>
                </c:pt>
                <c:pt idx="1294">
                  <c:v>1.41362976235</c:v>
                </c:pt>
                <c:pt idx="1295">
                  <c:v>1.4306005348</c:v>
                </c:pt>
                <c:pt idx="1296">
                  <c:v>1.42244508744</c:v>
                </c:pt>
                <c:pt idx="1297">
                  <c:v>1.41247869395</c:v>
                </c:pt>
                <c:pt idx="1298">
                  <c:v>1.40599744919</c:v>
                </c:pt>
                <c:pt idx="1299">
                  <c:v>1.40929055553</c:v>
                </c:pt>
                <c:pt idx="1300">
                  <c:v>1.41345976623</c:v>
                </c:pt>
                <c:pt idx="1301">
                  <c:v>1.42118896806</c:v>
                </c:pt>
                <c:pt idx="1302">
                  <c:v>1.42318804905</c:v>
                </c:pt>
                <c:pt idx="1303">
                  <c:v>1.42301839042</c:v>
                </c:pt>
                <c:pt idx="1304">
                  <c:v>1.42293539225</c:v>
                </c:pt>
                <c:pt idx="1305">
                  <c:v>1.4257589726</c:v>
                </c:pt>
                <c:pt idx="1306">
                  <c:v>1.42995218879</c:v>
                </c:pt>
                <c:pt idx="1307">
                  <c:v>1.43198894045</c:v>
                </c:pt>
                <c:pt idx="1308">
                  <c:v>1.41866284127</c:v>
                </c:pt>
                <c:pt idx="1309">
                  <c:v>1.42518591154</c:v>
                </c:pt>
                <c:pt idx="1310">
                  <c:v>1.42351335637</c:v>
                </c:pt>
                <c:pt idx="1311">
                  <c:v>1.42906357832</c:v>
                </c:pt>
                <c:pt idx="1312">
                  <c:v>1.43858453087</c:v>
                </c:pt>
                <c:pt idx="1313">
                  <c:v>1.44135316929</c:v>
                </c:pt>
                <c:pt idx="1314">
                  <c:v>1.44309914778</c:v>
                </c:pt>
                <c:pt idx="1315">
                  <c:v>1.44178682931</c:v>
                </c:pt>
                <c:pt idx="1316">
                  <c:v>1.44300943572</c:v>
                </c:pt>
                <c:pt idx="1317">
                  <c:v>1.44531501702</c:v>
                </c:pt>
                <c:pt idx="1318">
                  <c:v>1.46213904086</c:v>
                </c:pt>
                <c:pt idx="1319">
                  <c:v>1.45844904434</c:v>
                </c:pt>
                <c:pt idx="1320">
                  <c:v>1.45610292971</c:v>
                </c:pt>
                <c:pt idx="1321">
                  <c:v>1.46589436594</c:v>
                </c:pt>
                <c:pt idx="1322">
                  <c:v>1.45549038832</c:v>
                </c:pt>
                <c:pt idx="1323">
                  <c:v>1.45686168933</c:v>
                </c:pt>
                <c:pt idx="1324">
                  <c:v>1.46964561204</c:v>
                </c:pt>
                <c:pt idx="1325">
                  <c:v>1.47172667761</c:v>
                </c:pt>
                <c:pt idx="1326">
                  <c:v>1.47207515099</c:v>
                </c:pt>
                <c:pt idx="1327">
                  <c:v>1.45797146381</c:v>
                </c:pt>
                <c:pt idx="1328">
                  <c:v>1.46091327888</c:v>
                </c:pt>
                <c:pt idx="1329">
                  <c:v>1.45254434323</c:v>
                </c:pt>
                <c:pt idx="1330">
                  <c:v>1.45106554718</c:v>
                </c:pt>
                <c:pt idx="1331">
                  <c:v>1.44065322461</c:v>
                </c:pt>
                <c:pt idx="1332">
                  <c:v>1.44540620259</c:v>
                </c:pt>
                <c:pt idx="1333">
                  <c:v>1.44787279412</c:v>
                </c:pt>
                <c:pt idx="1334">
                  <c:v>1.4421259191</c:v>
                </c:pt>
                <c:pt idx="1335">
                  <c:v>1.44272810144</c:v>
                </c:pt>
                <c:pt idx="1336">
                  <c:v>1.43553284362</c:v>
                </c:pt>
                <c:pt idx="1337">
                  <c:v>1.43771960987</c:v>
                </c:pt>
                <c:pt idx="1338">
                  <c:v>1.42250227327</c:v>
                </c:pt>
                <c:pt idx="1339">
                  <c:v>1.41357137679</c:v>
                </c:pt>
                <c:pt idx="1340">
                  <c:v>1.416263416</c:v>
                </c:pt>
                <c:pt idx="1341">
                  <c:v>1.41731335317</c:v>
                </c:pt>
                <c:pt idx="1342">
                  <c:v>1.42499431879</c:v>
                </c:pt>
                <c:pt idx="1343">
                  <c:v>1.43428574093</c:v>
                </c:pt>
                <c:pt idx="1344">
                  <c:v>1.43858428183</c:v>
                </c:pt>
                <c:pt idx="1345">
                  <c:v>1.44609245975</c:v>
                </c:pt>
                <c:pt idx="1346">
                  <c:v>1.449634649</c:v>
                </c:pt>
                <c:pt idx="1347">
                  <c:v>1.44737102898</c:v>
                </c:pt>
                <c:pt idx="1348">
                  <c:v>1.45507258878</c:v>
                </c:pt>
                <c:pt idx="1349">
                  <c:v>1.46219580038</c:v>
                </c:pt>
                <c:pt idx="1350">
                  <c:v>1.45927853803</c:v>
                </c:pt>
                <c:pt idx="1351">
                  <c:v>1.4674156798</c:v>
                </c:pt>
                <c:pt idx="1352">
                  <c:v>1.46249520639</c:v>
                </c:pt>
                <c:pt idx="1353">
                  <c:v>1.47239960623</c:v>
                </c:pt>
                <c:pt idx="1354">
                  <c:v>1.47066017006</c:v>
                </c:pt>
                <c:pt idx="1355">
                  <c:v>1.472353696</c:v>
                </c:pt>
                <c:pt idx="1356">
                  <c:v>1.45176874729</c:v>
                </c:pt>
                <c:pt idx="1357">
                  <c:v>1.40329624509</c:v>
                </c:pt>
                <c:pt idx="1358">
                  <c:v>1.34318186614</c:v>
                </c:pt>
                <c:pt idx="1359">
                  <c:v>1.33022100707</c:v>
                </c:pt>
                <c:pt idx="1360">
                  <c:v>1.33852687545</c:v>
                </c:pt>
                <c:pt idx="1361">
                  <c:v>1.36845823612</c:v>
                </c:pt>
                <c:pt idx="1362">
                  <c:v>1.3616311598</c:v>
                </c:pt>
                <c:pt idx="1363">
                  <c:v>1.36256381111</c:v>
                </c:pt>
                <c:pt idx="1364">
                  <c:v>1.37255708558</c:v>
                </c:pt>
                <c:pt idx="1365">
                  <c:v>1.39406681199</c:v>
                </c:pt>
                <c:pt idx="1366">
                  <c:v>1.40584399452</c:v>
                </c:pt>
                <c:pt idx="1367">
                  <c:v>1.42065179286</c:v>
                </c:pt>
                <c:pt idx="1368">
                  <c:v>1.42133921569</c:v>
                </c:pt>
                <c:pt idx="1369">
                  <c:v>1.42060961412</c:v>
                </c:pt>
                <c:pt idx="1370">
                  <c:v>1.42924946112</c:v>
                </c:pt>
                <c:pt idx="1371">
                  <c:v>1.42829805106</c:v>
                </c:pt>
                <c:pt idx="1372">
                  <c:v>1.43128126363</c:v>
                </c:pt>
                <c:pt idx="1373">
                  <c:v>1.42073080952</c:v>
                </c:pt>
                <c:pt idx="1374">
                  <c:v>1.41498449422</c:v>
                </c:pt>
                <c:pt idx="1375">
                  <c:v>1.40823213778</c:v>
                </c:pt>
                <c:pt idx="1376">
                  <c:v>1.41733620174</c:v>
                </c:pt>
                <c:pt idx="1377">
                  <c:v>1.41726531593</c:v>
                </c:pt>
                <c:pt idx="1378">
                  <c:v>1.43405610664</c:v>
                </c:pt>
                <c:pt idx="1379">
                  <c:v>1.42399695297</c:v>
                </c:pt>
                <c:pt idx="1380">
                  <c:v>1.40905480926</c:v>
                </c:pt>
                <c:pt idx="1381">
                  <c:v>1.42620982578</c:v>
                </c:pt>
                <c:pt idx="1382">
                  <c:v>1.40415769604</c:v>
                </c:pt>
                <c:pt idx="1383">
                  <c:v>1.40949223268</c:v>
                </c:pt>
                <c:pt idx="1384">
                  <c:v>1.39166307594</c:v>
                </c:pt>
                <c:pt idx="1385">
                  <c:v>1.40531913576</c:v>
                </c:pt>
                <c:pt idx="1386">
                  <c:v>1.40008631455</c:v>
                </c:pt>
                <c:pt idx="1387">
                  <c:v>1.40708189104</c:v>
                </c:pt>
                <c:pt idx="1388">
                  <c:v>1.41846282518</c:v>
                </c:pt>
                <c:pt idx="1389">
                  <c:v>1.42298767522</c:v>
                </c:pt>
                <c:pt idx="1390">
                  <c:v>1.41287114117</c:v>
                </c:pt>
                <c:pt idx="1391">
                  <c:v>1.43205140893</c:v>
                </c:pt>
                <c:pt idx="1392">
                  <c:v>1.42666882659</c:v>
                </c:pt>
                <c:pt idx="1393">
                  <c:v>1.41777349071</c:v>
                </c:pt>
                <c:pt idx="1394">
                  <c:v>1.4214449498</c:v>
                </c:pt>
                <c:pt idx="1395">
                  <c:v>1.429061374</c:v>
                </c:pt>
                <c:pt idx="1396">
                  <c:v>1.41896286302</c:v>
                </c:pt>
                <c:pt idx="1397">
                  <c:v>1.43577796813</c:v>
                </c:pt>
                <c:pt idx="1398">
                  <c:v>1.42531596377</c:v>
                </c:pt>
                <c:pt idx="1399">
                  <c:v>1.43878713386</c:v>
                </c:pt>
                <c:pt idx="1400">
                  <c:v>1.43894825241</c:v>
                </c:pt>
                <c:pt idx="1401">
                  <c:v>1.43836168088</c:v>
                </c:pt>
                <c:pt idx="1402">
                  <c:v>1.44779249612</c:v>
                </c:pt>
                <c:pt idx="1403">
                  <c:v>1.44792510237</c:v>
                </c:pt>
                <c:pt idx="1404">
                  <c:v>1.44924960625</c:v>
                </c:pt>
                <c:pt idx="1405">
                  <c:v>1.45271286659</c:v>
                </c:pt>
                <c:pt idx="1406">
                  <c:v>1.44372944853</c:v>
                </c:pt>
                <c:pt idx="1407">
                  <c:v>1.44711090714</c:v>
                </c:pt>
                <c:pt idx="1408">
                  <c:v>1.4442872387</c:v>
                </c:pt>
                <c:pt idx="1409">
                  <c:v>1.44449945287</c:v>
                </c:pt>
                <c:pt idx="1410">
                  <c:v>1.43933001118</c:v>
                </c:pt>
                <c:pt idx="1411">
                  <c:v>1.43852866246</c:v>
                </c:pt>
                <c:pt idx="1412">
                  <c:v>1.44212801028</c:v>
                </c:pt>
                <c:pt idx="1413">
                  <c:v>1.44800849425</c:v>
                </c:pt>
                <c:pt idx="1414">
                  <c:v>1.4521848802</c:v>
                </c:pt>
                <c:pt idx="1415">
                  <c:v>1.45446384738</c:v>
                </c:pt>
                <c:pt idx="1416">
                  <c:v>1.44819995112</c:v>
                </c:pt>
                <c:pt idx="1417">
                  <c:v>1.45487456754</c:v>
                </c:pt>
                <c:pt idx="1418">
                  <c:v>1.45999559629</c:v>
                </c:pt>
                <c:pt idx="1419">
                  <c:v>1.46541658743</c:v>
                </c:pt>
                <c:pt idx="1420">
                  <c:v>1.46594586566</c:v>
                </c:pt>
                <c:pt idx="1421">
                  <c:v>1.4671280629</c:v>
                </c:pt>
                <c:pt idx="1422">
                  <c:v>1.4627731132</c:v>
                </c:pt>
                <c:pt idx="1423">
                  <c:v>1.46782681037</c:v>
                </c:pt>
                <c:pt idx="1424">
                  <c:v>1.47433587777</c:v>
                </c:pt>
                <c:pt idx="1425">
                  <c:v>1.4788667584</c:v>
                </c:pt>
                <c:pt idx="1426">
                  <c:v>1.4777152756</c:v>
                </c:pt>
                <c:pt idx="1427">
                  <c:v>1.48030917973</c:v>
                </c:pt>
                <c:pt idx="1428">
                  <c:v>1.480851883</c:v>
                </c:pt>
                <c:pt idx="1429">
                  <c:v>1.48630104745</c:v>
                </c:pt>
                <c:pt idx="1430">
                  <c:v>1.49217070908</c:v>
                </c:pt>
                <c:pt idx="1431">
                  <c:v>1.49792583294</c:v>
                </c:pt>
                <c:pt idx="1432">
                  <c:v>1.50718490097</c:v>
                </c:pt>
                <c:pt idx="1433">
                  <c:v>1.50650308226</c:v>
                </c:pt>
                <c:pt idx="1434">
                  <c:v>1.50770329564</c:v>
                </c:pt>
                <c:pt idx="1435">
                  <c:v>1.51186917253</c:v>
                </c:pt>
                <c:pt idx="1436">
                  <c:v>1.50630061672</c:v>
                </c:pt>
                <c:pt idx="1437">
                  <c:v>1.50574804618</c:v>
                </c:pt>
                <c:pt idx="1438">
                  <c:v>1.51088116036</c:v>
                </c:pt>
                <c:pt idx="1439">
                  <c:v>1.50111359528</c:v>
                </c:pt>
                <c:pt idx="1440">
                  <c:v>1.50350065329</c:v>
                </c:pt>
                <c:pt idx="1441">
                  <c:v>1.50630407902</c:v>
                </c:pt>
                <c:pt idx="1442">
                  <c:v>1.51151236332</c:v>
                </c:pt>
                <c:pt idx="1443">
                  <c:v>1.51030346997</c:v>
                </c:pt>
                <c:pt idx="1444">
                  <c:v>1.51676925013</c:v>
                </c:pt>
                <c:pt idx="1445">
                  <c:v>1.52462187947</c:v>
                </c:pt>
                <c:pt idx="1446">
                  <c:v>1.52507646926</c:v>
                </c:pt>
                <c:pt idx="1447">
                  <c:v>1.51936669688</c:v>
                </c:pt>
                <c:pt idx="1448">
                  <c:v>1.52930840737</c:v>
                </c:pt>
                <c:pt idx="1449">
                  <c:v>1.53734825497</c:v>
                </c:pt>
                <c:pt idx="1450">
                  <c:v>1.52911223973</c:v>
                </c:pt>
                <c:pt idx="1451">
                  <c:v>1.52865151575</c:v>
                </c:pt>
                <c:pt idx="1452">
                  <c:v>1.52610881351</c:v>
                </c:pt>
                <c:pt idx="1453">
                  <c:v>1.52364794469</c:v>
                </c:pt>
                <c:pt idx="1454">
                  <c:v>1.52495804363</c:v>
                </c:pt>
                <c:pt idx="1455">
                  <c:v>1.52335282906</c:v>
                </c:pt>
                <c:pt idx="1456">
                  <c:v>1.54449909327</c:v>
                </c:pt>
                <c:pt idx="1457">
                  <c:v>1.5372289945</c:v>
                </c:pt>
                <c:pt idx="1458">
                  <c:v>1.54167757439</c:v>
                </c:pt>
                <c:pt idx="1459">
                  <c:v>1.5412248133</c:v>
                </c:pt>
                <c:pt idx="1460">
                  <c:v>1.54594035834</c:v>
                </c:pt>
                <c:pt idx="1461">
                  <c:v>1.54568125013</c:v>
                </c:pt>
                <c:pt idx="1462">
                  <c:v>1.54834025219</c:v>
                </c:pt>
                <c:pt idx="1463">
                  <c:v>1.55271073435</c:v>
                </c:pt>
                <c:pt idx="1464">
                  <c:v>1.5639299246</c:v>
                </c:pt>
                <c:pt idx="1465">
                  <c:v>1.56496984307</c:v>
                </c:pt>
                <c:pt idx="1466">
                  <c:v>1.5751276034</c:v>
                </c:pt>
                <c:pt idx="1467">
                  <c:v>1.57980227559</c:v>
                </c:pt>
                <c:pt idx="1468">
                  <c:v>1.57576731199</c:v>
                </c:pt>
                <c:pt idx="1469">
                  <c:v>1.58696367612</c:v>
                </c:pt>
                <c:pt idx="1470">
                  <c:v>1.59080294326</c:v>
                </c:pt>
                <c:pt idx="1471">
                  <c:v>1.59178660853</c:v>
                </c:pt>
                <c:pt idx="1472">
                  <c:v>1.59937522409</c:v>
                </c:pt>
                <c:pt idx="1473">
                  <c:v>1.5983121078</c:v>
                </c:pt>
                <c:pt idx="1474">
                  <c:v>1.5906721596</c:v>
                </c:pt>
                <c:pt idx="1475">
                  <c:v>1.5912498857</c:v>
                </c:pt>
                <c:pt idx="1476">
                  <c:v>1.59809921537</c:v>
                </c:pt>
                <c:pt idx="1477">
                  <c:v>1.60952357084</c:v>
                </c:pt>
                <c:pt idx="1478">
                  <c:v>1.60658067141</c:v>
                </c:pt>
                <c:pt idx="1479">
                  <c:v>1.60050674279</c:v>
                </c:pt>
                <c:pt idx="1480">
                  <c:v>1.60064518948</c:v>
                </c:pt>
                <c:pt idx="1481">
                  <c:v>1.60889258335</c:v>
                </c:pt>
                <c:pt idx="1482">
                  <c:v>1.61737050589</c:v>
                </c:pt>
                <c:pt idx="1483">
                  <c:v>1.62310257301</c:v>
                </c:pt>
                <c:pt idx="1484">
                  <c:v>1.63100538314</c:v>
                </c:pt>
                <c:pt idx="1485">
                  <c:v>1.64028995203</c:v>
                </c:pt>
                <c:pt idx="1486">
                  <c:v>1.64460472071</c:v>
                </c:pt>
                <c:pt idx="1487">
                  <c:v>1.65572102256</c:v>
                </c:pt>
                <c:pt idx="1488">
                  <c:v>1.65911960021</c:v>
                </c:pt>
                <c:pt idx="1489">
                  <c:v>1.66764718944</c:v>
                </c:pt>
                <c:pt idx="1490">
                  <c:v>1.65884478481</c:v>
                </c:pt>
                <c:pt idx="1491">
                  <c:v>1.63920726437</c:v>
                </c:pt>
                <c:pt idx="1492">
                  <c:v>1.65334245377</c:v>
                </c:pt>
                <c:pt idx="1493">
                  <c:v>1.64592903658</c:v>
                </c:pt>
                <c:pt idx="1494">
                  <c:v>1.66178522739</c:v>
                </c:pt>
                <c:pt idx="1495">
                  <c:v>1.66004863406</c:v>
                </c:pt>
                <c:pt idx="1496">
                  <c:v>1.65128291324</c:v>
                </c:pt>
                <c:pt idx="1497">
                  <c:v>1.67065996824</c:v>
                </c:pt>
                <c:pt idx="1498">
                  <c:v>1.65753917126</c:v>
                </c:pt>
                <c:pt idx="1499">
                  <c:v>1.66141849373</c:v>
                </c:pt>
                <c:pt idx="1500">
                  <c:v>1.66919465396</c:v>
                </c:pt>
                <c:pt idx="1501">
                  <c:v>1.67424443184</c:v>
                </c:pt>
                <c:pt idx="1502">
                  <c:v>1.68091405267</c:v>
                </c:pt>
                <c:pt idx="1503">
                  <c:v>1.6815406767</c:v>
                </c:pt>
                <c:pt idx="1504">
                  <c:v>1.67773741466</c:v>
                </c:pt>
                <c:pt idx="1505">
                  <c:v>1.67485608587</c:v>
                </c:pt>
                <c:pt idx="1506">
                  <c:v>1.67632228162</c:v>
                </c:pt>
                <c:pt idx="1507">
                  <c:v>1.68632159397</c:v>
                </c:pt>
                <c:pt idx="1508">
                  <c:v>1.6652256443</c:v>
                </c:pt>
                <c:pt idx="1509">
                  <c:v>1.66562541637</c:v>
                </c:pt>
                <c:pt idx="1510">
                  <c:v>1.67247454081</c:v>
                </c:pt>
                <c:pt idx="1511">
                  <c:v>1.66973941273</c:v>
                </c:pt>
                <c:pt idx="1512">
                  <c:v>1.68206407331</c:v>
                </c:pt>
                <c:pt idx="1513">
                  <c:v>1.69184492059</c:v>
                </c:pt>
                <c:pt idx="1514">
                  <c:v>1.69112698709</c:v>
                </c:pt>
                <c:pt idx="1515">
                  <c:v>1.68531620188</c:v>
                </c:pt>
                <c:pt idx="1516">
                  <c:v>1.67425734084</c:v>
                </c:pt>
                <c:pt idx="1517">
                  <c:v>1.66918968902</c:v>
                </c:pt>
                <c:pt idx="1518">
                  <c:v>1.66877498644</c:v>
                </c:pt>
                <c:pt idx="1519">
                  <c:v>1.6643221992</c:v>
                </c:pt>
                <c:pt idx="1520">
                  <c:v>1.66518845685</c:v>
                </c:pt>
                <c:pt idx="1521">
                  <c:v>1.66347038872</c:v>
                </c:pt>
                <c:pt idx="1522">
                  <c:v>1.67720389825</c:v>
                </c:pt>
                <c:pt idx="1523">
                  <c:v>1.67699543004</c:v>
                </c:pt>
                <c:pt idx="1524">
                  <c:v>1.68410410933</c:v>
                </c:pt>
                <c:pt idx="1525">
                  <c:v>1.68112680252</c:v>
                </c:pt>
                <c:pt idx="1526">
                  <c:v>1.68711263032</c:v>
                </c:pt>
                <c:pt idx="1527">
                  <c:v>1.67942461684</c:v>
                </c:pt>
                <c:pt idx="1528">
                  <c:v>1.67873002355</c:v>
                </c:pt>
                <c:pt idx="1529">
                  <c:v>1.68287233199</c:v>
                </c:pt>
                <c:pt idx="1530">
                  <c:v>1.67789931498</c:v>
                </c:pt>
                <c:pt idx="1531">
                  <c:v>1.67956167216</c:v>
                </c:pt>
                <c:pt idx="1532">
                  <c:v>1.67141712147</c:v>
                </c:pt>
                <c:pt idx="1533">
                  <c:v>1.67359938178</c:v>
                </c:pt>
                <c:pt idx="1534">
                  <c:v>1.68049431915</c:v>
                </c:pt>
                <c:pt idx="1535">
                  <c:v>1.67732947607</c:v>
                </c:pt>
                <c:pt idx="1536">
                  <c:v>1.67060360228</c:v>
                </c:pt>
                <c:pt idx="1537">
                  <c:v>1.66866976386</c:v>
                </c:pt>
                <c:pt idx="1538">
                  <c:v>1.66543711146</c:v>
                </c:pt>
                <c:pt idx="1539">
                  <c:v>1.66436481718</c:v>
                </c:pt>
                <c:pt idx="1540">
                  <c:v>1.67016488457</c:v>
                </c:pt>
                <c:pt idx="1541">
                  <c:v>1.67286348456</c:v>
                </c:pt>
                <c:pt idx="1542">
                  <c:v>1.68515994206</c:v>
                </c:pt>
                <c:pt idx="1543">
                  <c:v>1.69044141521</c:v>
                </c:pt>
                <c:pt idx="1544">
                  <c:v>1.6943555467</c:v>
                </c:pt>
                <c:pt idx="1545">
                  <c:v>1.69159903633</c:v>
                </c:pt>
                <c:pt idx="1546">
                  <c:v>1.68558451275</c:v>
                </c:pt>
                <c:pt idx="1547">
                  <c:v>1.68855978369</c:v>
                </c:pt>
                <c:pt idx="1548">
                  <c:v>1.67562662029</c:v>
                </c:pt>
                <c:pt idx="1549">
                  <c:v>1.68425919938</c:v>
                </c:pt>
                <c:pt idx="1550">
                  <c:v>1.70190379435</c:v>
                </c:pt>
                <c:pt idx="1551">
                  <c:v>1.7097990068</c:v>
                </c:pt>
                <c:pt idx="1552">
                  <c:v>1.70293795581</c:v>
                </c:pt>
                <c:pt idx="1553">
                  <c:v>1.70714778007</c:v>
                </c:pt>
                <c:pt idx="1554">
                  <c:v>1.71411069806</c:v>
                </c:pt>
                <c:pt idx="1555">
                  <c:v>1.73174358716</c:v>
                </c:pt>
                <c:pt idx="1556">
                  <c:v>1.73288874386</c:v>
                </c:pt>
                <c:pt idx="1557">
                  <c:v>1.74018600338</c:v>
                </c:pt>
                <c:pt idx="1558">
                  <c:v>1.73856186231</c:v>
                </c:pt>
                <c:pt idx="1559">
                  <c:v>1.73911357352</c:v>
                </c:pt>
                <c:pt idx="1560">
                  <c:v>1.73535529149</c:v>
                </c:pt>
                <c:pt idx="1561">
                  <c:v>1.73448572957</c:v>
                </c:pt>
                <c:pt idx="1562">
                  <c:v>1.74581179826</c:v>
                </c:pt>
                <c:pt idx="1563">
                  <c:v>1.75890516681</c:v>
                </c:pt>
                <c:pt idx="1564">
                  <c:v>1.77059237677</c:v>
                </c:pt>
                <c:pt idx="1565">
                  <c:v>1.76587514403</c:v>
                </c:pt>
                <c:pt idx="1566">
                  <c:v>1.7886312247</c:v>
                </c:pt>
                <c:pt idx="1567">
                  <c:v>1.79377586864</c:v>
                </c:pt>
                <c:pt idx="1568">
                  <c:v>1.79857810533</c:v>
                </c:pt>
                <c:pt idx="1569">
                  <c:v>1.75920458857</c:v>
                </c:pt>
                <c:pt idx="1570">
                  <c:v>1.74867768053</c:v>
                </c:pt>
                <c:pt idx="1571">
                  <c:v>1.77142770884</c:v>
                </c:pt>
                <c:pt idx="1572">
                  <c:v>1.76529591208</c:v>
                </c:pt>
                <c:pt idx="1573">
                  <c:v>1.76428287776</c:v>
                </c:pt>
                <c:pt idx="1574">
                  <c:v>1.78037993244</c:v>
                </c:pt>
                <c:pt idx="1575">
                  <c:v>1.78406884625</c:v>
                </c:pt>
                <c:pt idx="1576">
                  <c:v>1.78262254512</c:v>
                </c:pt>
                <c:pt idx="1577">
                  <c:v>1.78698589204</c:v>
                </c:pt>
                <c:pt idx="1578">
                  <c:v>1.77897224921</c:v>
                </c:pt>
                <c:pt idx="1579">
                  <c:v>1.77880358761</c:v>
                </c:pt>
                <c:pt idx="1580">
                  <c:v>1.77900196329</c:v>
                </c:pt>
                <c:pt idx="1581">
                  <c:v>1.77543281734</c:v>
                </c:pt>
                <c:pt idx="1582">
                  <c:v>1.78293996689</c:v>
                </c:pt>
                <c:pt idx="1583">
                  <c:v>1.79382045881</c:v>
                </c:pt>
                <c:pt idx="1584">
                  <c:v>1.80401157864</c:v>
                </c:pt>
                <c:pt idx="1585">
                  <c:v>1.80099455713</c:v>
                </c:pt>
                <c:pt idx="1586">
                  <c:v>1.80601413422</c:v>
                </c:pt>
                <c:pt idx="1587">
                  <c:v>1.81162841717</c:v>
                </c:pt>
                <c:pt idx="1588">
                  <c:v>1.80215682065</c:v>
                </c:pt>
                <c:pt idx="1589">
                  <c:v>1.8103804274</c:v>
                </c:pt>
                <c:pt idx="1590">
                  <c:v>1.80538935242</c:v>
                </c:pt>
                <c:pt idx="1591">
                  <c:v>1.79214864902</c:v>
                </c:pt>
                <c:pt idx="1592">
                  <c:v>1.79264055837</c:v>
                </c:pt>
                <c:pt idx="1593">
                  <c:v>1.78688168186</c:v>
                </c:pt>
                <c:pt idx="1594">
                  <c:v>1.79212799454</c:v>
                </c:pt>
                <c:pt idx="1595">
                  <c:v>1.79732024232</c:v>
                </c:pt>
                <c:pt idx="1596">
                  <c:v>1.79447511676</c:v>
                </c:pt>
                <c:pt idx="1597">
                  <c:v>1.78462011551</c:v>
                </c:pt>
                <c:pt idx="1598">
                  <c:v>1.77950505686</c:v>
                </c:pt>
                <c:pt idx="1599">
                  <c:v>1.77349205284</c:v>
                </c:pt>
                <c:pt idx="1600">
                  <c:v>1.78962037789</c:v>
                </c:pt>
                <c:pt idx="1601">
                  <c:v>1.79670352249</c:v>
                </c:pt>
                <c:pt idx="1602">
                  <c:v>1.79038995348</c:v>
                </c:pt>
                <c:pt idx="1603">
                  <c:v>1.7928097069</c:v>
                </c:pt>
                <c:pt idx="1604">
                  <c:v>1.76198998734</c:v>
                </c:pt>
                <c:pt idx="1605">
                  <c:v>1.75951812297</c:v>
                </c:pt>
                <c:pt idx="1606">
                  <c:v>1.75299429776</c:v>
                </c:pt>
                <c:pt idx="1607">
                  <c:v>1.76921149962</c:v>
                </c:pt>
                <c:pt idx="1608">
                  <c:v>1.75599182195</c:v>
                </c:pt>
                <c:pt idx="1609">
                  <c:v>1.75791398077</c:v>
                </c:pt>
                <c:pt idx="1610">
                  <c:v>1.7694183874</c:v>
                </c:pt>
                <c:pt idx="1611">
                  <c:v>1.78444578268</c:v>
                </c:pt>
                <c:pt idx="1612">
                  <c:v>1.78802089953</c:v>
                </c:pt>
                <c:pt idx="1613">
                  <c:v>1.78538502889</c:v>
                </c:pt>
                <c:pt idx="1614">
                  <c:v>1.79927339915</c:v>
                </c:pt>
                <c:pt idx="1615">
                  <c:v>1.79540267003</c:v>
                </c:pt>
                <c:pt idx="1616">
                  <c:v>1.81102067185</c:v>
                </c:pt>
                <c:pt idx="1617">
                  <c:v>1.80746224588</c:v>
                </c:pt>
                <c:pt idx="1618">
                  <c:v>1.8081962581</c:v>
                </c:pt>
                <c:pt idx="1619">
                  <c:v>1.81850337599</c:v>
                </c:pt>
                <c:pt idx="1620">
                  <c:v>1.82921950602</c:v>
                </c:pt>
                <c:pt idx="1621">
                  <c:v>1.82793448072</c:v>
                </c:pt>
                <c:pt idx="1622">
                  <c:v>1.83207884937</c:v>
                </c:pt>
                <c:pt idx="1623">
                  <c:v>1.83076960689</c:v>
                </c:pt>
                <c:pt idx="1624">
                  <c:v>1.83080935023</c:v>
                </c:pt>
                <c:pt idx="1625">
                  <c:v>1.8265868302</c:v>
                </c:pt>
                <c:pt idx="1626">
                  <c:v>1.8432963342</c:v>
                </c:pt>
                <c:pt idx="1627">
                  <c:v>1.83921399801</c:v>
                </c:pt>
                <c:pt idx="1628">
                  <c:v>1.84625808387</c:v>
                </c:pt>
                <c:pt idx="1629">
                  <c:v>1.84459985967</c:v>
                </c:pt>
                <c:pt idx="1630">
                  <c:v>1.83545854326</c:v>
                </c:pt>
                <c:pt idx="1631">
                  <c:v>1.84148171582</c:v>
                </c:pt>
                <c:pt idx="1632">
                  <c:v>1.86662487163</c:v>
                </c:pt>
                <c:pt idx="1633">
                  <c:v>1.8567629274</c:v>
                </c:pt>
                <c:pt idx="1634">
                  <c:v>1.8623392435</c:v>
                </c:pt>
                <c:pt idx="1635">
                  <c:v>1.87107371882</c:v>
                </c:pt>
                <c:pt idx="1636">
                  <c:v>1.87530550749</c:v>
                </c:pt>
                <c:pt idx="1637">
                  <c:v>1.86787432869</c:v>
                </c:pt>
                <c:pt idx="1638">
                  <c:v>1.8750245738</c:v>
                </c:pt>
                <c:pt idx="1639">
                  <c:v>1.89073936883</c:v>
                </c:pt>
                <c:pt idx="1640">
                  <c:v>1.89229976036</c:v>
                </c:pt>
                <c:pt idx="1641">
                  <c:v>1.90491578292</c:v>
                </c:pt>
                <c:pt idx="1642">
                  <c:v>1.90293282086</c:v>
                </c:pt>
                <c:pt idx="1643">
                  <c:v>1.88992968421</c:v>
                </c:pt>
                <c:pt idx="1644">
                  <c:v>1.89973892611</c:v>
                </c:pt>
                <c:pt idx="1645">
                  <c:v>1.90017043384</c:v>
                </c:pt>
                <c:pt idx="1646">
                  <c:v>1.9006081825</c:v>
                </c:pt>
                <c:pt idx="1647">
                  <c:v>1.89659456987</c:v>
                </c:pt>
                <c:pt idx="1648">
                  <c:v>1.89727929157</c:v>
                </c:pt>
                <c:pt idx="1649">
                  <c:v>1.89952859935</c:v>
                </c:pt>
                <c:pt idx="1650">
                  <c:v>1.89588238561</c:v>
                </c:pt>
                <c:pt idx="1651">
                  <c:v>1.88484267238</c:v>
                </c:pt>
                <c:pt idx="1652">
                  <c:v>1.88936725873</c:v>
                </c:pt>
                <c:pt idx="1653">
                  <c:v>1.89038938366</c:v>
                </c:pt>
                <c:pt idx="1654">
                  <c:v>1.90093491944</c:v>
                </c:pt>
                <c:pt idx="1655">
                  <c:v>1.91622001593</c:v>
                </c:pt>
                <c:pt idx="1656">
                  <c:v>1.91736065031</c:v>
                </c:pt>
                <c:pt idx="1657">
                  <c:v>1.90956320684</c:v>
                </c:pt>
                <c:pt idx="1658">
                  <c:v>1.86523169164</c:v>
                </c:pt>
                <c:pt idx="1659">
                  <c:v>1.87082549292</c:v>
                </c:pt>
                <c:pt idx="1660">
                  <c:v>1.86583606877</c:v>
                </c:pt>
                <c:pt idx="1661">
                  <c:v>1.83998818401</c:v>
                </c:pt>
                <c:pt idx="1662">
                  <c:v>1.86200908917</c:v>
                </c:pt>
                <c:pt idx="1663">
                  <c:v>1.86148643804</c:v>
                </c:pt>
                <c:pt idx="1664">
                  <c:v>1.88034430489</c:v>
                </c:pt>
                <c:pt idx="1665">
                  <c:v>1.87516269575</c:v>
                </c:pt>
                <c:pt idx="1666">
                  <c:v>1.87047821276</c:v>
                </c:pt>
                <c:pt idx="1667">
                  <c:v>1.89013467884</c:v>
                </c:pt>
                <c:pt idx="1668">
                  <c:v>1.88857723761</c:v>
                </c:pt>
                <c:pt idx="1669">
                  <c:v>1.88515837212</c:v>
                </c:pt>
                <c:pt idx="1670">
                  <c:v>1.8634066022</c:v>
                </c:pt>
                <c:pt idx="1671">
                  <c:v>1.85270255676</c:v>
                </c:pt>
                <c:pt idx="1672">
                  <c:v>1.86600108116</c:v>
                </c:pt>
                <c:pt idx="1673">
                  <c:v>1.84966084663</c:v>
                </c:pt>
                <c:pt idx="1674">
                  <c:v>1.85581319546</c:v>
                </c:pt>
                <c:pt idx="1675">
                  <c:v>1.85882226057</c:v>
                </c:pt>
                <c:pt idx="1676">
                  <c:v>1.84988659172</c:v>
                </c:pt>
                <c:pt idx="1677">
                  <c:v>1.86232297536</c:v>
                </c:pt>
                <c:pt idx="1678">
                  <c:v>1.86242453176</c:v>
                </c:pt>
                <c:pt idx="1679">
                  <c:v>1.88109717464</c:v>
                </c:pt>
                <c:pt idx="1680">
                  <c:v>1.88985580164</c:v>
                </c:pt>
                <c:pt idx="1681">
                  <c:v>1.90401266536</c:v>
                </c:pt>
                <c:pt idx="1682">
                  <c:v>1.91282247843</c:v>
                </c:pt>
                <c:pt idx="1683">
                  <c:v>1.9228248453</c:v>
                </c:pt>
                <c:pt idx="1684">
                  <c:v>1.926080134</c:v>
                </c:pt>
                <c:pt idx="1685">
                  <c:v>1.93802391041</c:v>
                </c:pt>
                <c:pt idx="1686">
                  <c:v>1.95239256848</c:v>
                </c:pt>
                <c:pt idx="1687">
                  <c:v>1.93381767154</c:v>
                </c:pt>
                <c:pt idx="1688">
                  <c:v>1.93249224274</c:v>
                </c:pt>
                <c:pt idx="1689">
                  <c:v>1.93645792285</c:v>
                </c:pt>
                <c:pt idx="1690">
                  <c:v>1.95745417104</c:v>
                </c:pt>
                <c:pt idx="1691">
                  <c:v>1.96854639487</c:v>
                </c:pt>
                <c:pt idx="1692">
                  <c:v>1.96787612126</c:v>
                </c:pt>
                <c:pt idx="1693">
                  <c:v>1.96229290882</c:v>
                </c:pt>
                <c:pt idx="1694">
                  <c:v>1.9480202593</c:v>
                </c:pt>
                <c:pt idx="1695">
                  <c:v>1.94127748846</c:v>
                </c:pt>
                <c:pt idx="1696">
                  <c:v>1.95872407419</c:v>
                </c:pt>
                <c:pt idx="1697">
                  <c:v>1.96285068129</c:v>
                </c:pt>
                <c:pt idx="1698">
                  <c:v>1.96038271157</c:v>
                </c:pt>
                <c:pt idx="1699">
                  <c:v>1.95172484751</c:v>
                </c:pt>
                <c:pt idx="1700">
                  <c:v>1.95612265981</c:v>
                </c:pt>
                <c:pt idx="1701">
                  <c:v>1.95060925953</c:v>
                </c:pt>
                <c:pt idx="1702">
                  <c:v>1.96145891668</c:v>
                </c:pt>
                <c:pt idx="1703">
                  <c:v>1.97512283309</c:v>
                </c:pt>
                <c:pt idx="1704">
                  <c:v>1.98212077062</c:v>
                </c:pt>
                <c:pt idx="1705">
                  <c:v>1.99221266769</c:v>
                </c:pt>
                <c:pt idx="1706">
                  <c:v>1.99682728345</c:v>
                </c:pt>
                <c:pt idx="1707">
                  <c:v>1.99799014462</c:v>
                </c:pt>
                <c:pt idx="1708">
                  <c:v>2.00261253515</c:v>
                </c:pt>
                <c:pt idx="1709">
                  <c:v>2.01456673786</c:v>
                </c:pt>
                <c:pt idx="1710">
                  <c:v>1.99446205687</c:v>
                </c:pt>
                <c:pt idx="1711">
                  <c:v>2.00071144863</c:v>
                </c:pt>
                <c:pt idx="1712">
                  <c:v>1.99496431335</c:v>
                </c:pt>
                <c:pt idx="1713">
                  <c:v>2.00121981309</c:v>
                </c:pt>
                <c:pt idx="1714">
                  <c:v>1.9890032115</c:v>
                </c:pt>
                <c:pt idx="1715">
                  <c:v>1.99581249314</c:v>
                </c:pt>
                <c:pt idx="1716">
                  <c:v>1.99454397311</c:v>
                </c:pt>
                <c:pt idx="1717">
                  <c:v>2.00412132378</c:v>
                </c:pt>
                <c:pt idx="1718">
                  <c:v>1.99903887294</c:v>
                </c:pt>
                <c:pt idx="1719">
                  <c:v>2.0123742445</c:v>
                </c:pt>
                <c:pt idx="1720">
                  <c:v>2.00724435554</c:v>
                </c:pt>
                <c:pt idx="1721">
                  <c:v>2.01885952419</c:v>
                </c:pt>
                <c:pt idx="1722">
                  <c:v>2.02710454472</c:v>
                </c:pt>
                <c:pt idx="1723">
                  <c:v>2.02977595304</c:v>
                </c:pt>
                <c:pt idx="1724">
                  <c:v>2.02886630285</c:v>
                </c:pt>
                <c:pt idx="1725">
                  <c:v>2.02602567235</c:v>
                </c:pt>
                <c:pt idx="1726">
                  <c:v>2.02359444732</c:v>
                </c:pt>
                <c:pt idx="1727">
                  <c:v>2.0180742685</c:v>
                </c:pt>
                <c:pt idx="1728">
                  <c:v>2.02691321215</c:v>
                </c:pt>
                <c:pt idx="1729">
                  <c:v>2.01743122122</c:v>
                </c:pt>
                <c:pt idx="1730">
                  <c:v>2.01531354497</c:v>
                </c:pt>
                <c:pt idx="1731">
                  <c:v>2.00812871283</c:v>
                </c:pt>
                <c:pt idx="1732">
                  <c:v>2.02478742398</c:v>
                </c:pt>
                <c:pt idx="1733">
                  <c:v>2.02305502853</c:v>
                </c:pt>
              </c:numCache>
            </c:numRef>
          </c:val>
          <c:smooth val="0"/>
        </c:ser>
        <c:ser>
          <c:idx val="2"/>
          <c:order val="2"/>
          <c:tx>
            <c:strRef>
              <c:f>MWRP</c:f>
              <c:strCache>
                <c:ptCount val="1"/>
                <c:pt idx="0">
                  <c:v>MWRP</c:v>
                </c:pt>
              </c:strCache>
            </c:strRef>
          </c:tx>
          <c:spPr>
            <a:ln w="16193" cap="rnd">
              <a:solidFill>
                <a:srgbClr val="12838D"/>
              </a:solidFill>
              <a:prstDash val="solid"/>
              <a:round/>
            </a:ln>
          </c:spPr>
          <c:marker>
            <c:symbol val="none"/>
          </c:marker>
          <c:dLbls>
            <c:delete val="1"/>
          </c:dLbls>
          <c:cat>
            <c:strRef>
              <c:f>'Chart Data'!$E$2:$E$1735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Data'!$F$2:$F$1735</c:f>
              <c:numCache>
                <c:formatCode>0.00</c:formatCode>
                <c:ptCount val="1734"/>
                <c:pt idx="0">
                  <c:v>1</c:v>
                </c:pt>
                <c:pt idx="1">
                  <c:v>0.999000999001</c:v>
                </c:pt>
                <c:pt idx="2">
                  <c:v>1.00430604602</c:v>
                </c:pt>
                <c:pt idx="3">
                  <c:v>1.00326739045</c:v>
                </c:pt>
                <c:pt idx="4">
                  <c:v>1.00336397141</c:v>
                </c:pt>
                <c:pt idx="5">
                  <c:v>1.00431188286</c:v>
                </c:pt>
                <c:pt idx="6">
                  <c:v>1.00794978125</c:v>
                </c:pt>
                <c:pt idx="7">
                  <c:v>1.00775402524</c:v>
                </c:pt>
                <c:pt idx="8">
                  <c:v>1.0055599643</c:v>
                </c:pt>
                <c:pt idx="9">
                  <c:v>1.00851855733</c:v>
                </c:pt>
                <c:pt idx="10">
                  <c:v>1.00985297112</c:v>
                </c:pt>
                <c:pt idx="11">
                  <c:v>1.01230976082</c:v>
                </c:pt>
                <c:pt idx="12">
                  <c:v>1.01288858969</c:v>
                </c:pt>
                <c:pt idx="13">
                  <c:v>1.00913272156</c:v>
                </c:pt>
                <c:pt idx="14">
                  <c:v>1.01247435365</c:v>
                </c:pt>
                <c:pt idx="15">
                  <c:v>1.01132752401</c:v>
                </c:pt>
                <c:pt idx="16">
                  <c:v>1.01083516771</c:v>
                </c:pt>
                <c:pt idx="17">
                  <c:v>1.00553834988</c:v>
                </c:pt>
                <c:pt idx="18">
                  <c:v>1.0095965498</c:v>
                </c:pt>
                <c:pt idx="19">
                  <c:v>1.01211664455</c:v>
                </c:pt>
                <c:pt idx="20">
                  <c:v>1.01277593816</c:v>
                </c:pt>
                <c:pt idx="21">
                  <c:v>1.0073089849</c:v>
                </c:pt>
                <c:pt idx="22">
                  <c:v>1.00962921626</c:v>
                </c:pt>
                <c:pt idx="23">
                  <c:v>1.0172340676</c:v>
                </c:pt>
                <c:pt idx="24">
                  <c:v>1.02014684258</c:v>
                </c:pt>
                <c:pt idx="25">
                  <c:v>1.0310942611</c:v>
                </c:pt>
                <c:pt idx="26">
                  <c:v>1.03616151295</c:v>
                </c:pt>
                <c:pt idx="27">
                  <c:v>1.04461439783</c:v>
                </c:pt>
                <c:pt idx="28">
                  <c:v>1.04232466538</c:v>
                </c:pt>
                <c:pt idx="29">
                  <c:v>1.0421978717</c:v>
                </c:pt>
                <c:pt idx="30">
                  <c:v>1.04488514045</c:v>
                </c:pt>
                <c:pt idx="31">
                  <c:v>1.04946470954</c:v>
                </c:pt>
                <c:pt idx="32">
                  <c:v>1.04971384138</c:v>
                </c:pt>
                <c:pt idx="33">
                  <c:v>1.05330577636</c:v>
                </c:pt>
                <c:pt idx="34">
                  <c:v>1.05995439072</c:v>
                </c:pt>
                <c:pt idx="35">
                  <c:v>1.06246143874</c:v>
                </c:pt>
                <c:pt idx="36">
                  <c:v>1.07206702952</c:v>
                </c:pt>
                <c:pt idx="37">
                  <c:v>1.06469398032</c:v>
                </c:pt>
                <c:pt idx="38">
                  <c:v>1.04665304317</c:v>
                </c:pt>
                <c:pt idx="39">
                  <c:v>1.04637681687</c:v>
                </c:pt>
                <c:pt idx="40">
                  <c:v>1.03256618553</c:v>
                </c:pt>
                <c:pt idx="41">
                  <c:v>1.02111375039</c:v>
                </c:pt>
                <c:pt idx="42">
                  <c:v>1.03356837822</c:v>
                </c:pt>
                <c:pt idx="43">
                  <c:v>1.03687481763</c:v>
                </c:pt>
                <c:pt idx="44">
                  <c:v>1.0379343452</c:v>
                </c:pt>
                <c:pt idx="45">
                  <c:v>1.04318176365</c:v>
                </c:pt>
                <c:pt idx="46">
                  <c:v>1.0628149013</c:v>
                </c:pt>
                <c:pt idx="47">
                  <c:v>1.04832838062</c:v>
                </c:pt>
                <c:pt idx="48">
                  <c:v>1.03956606925</c:v>
                </c:pt>
                <c:pt idx="49">
                  <c:v>1.0086781872</c:v>
                </c:pt>
                <c:pt idx="50">
                  <c:v>0.974669747126</c:v>
                </c:pt>
                <c:pt idx="51">
                  <c:v>0.988413416526</c:v>
                </c:pt>
                <c:pt idx="52">
                  <c:v>0.982225739597</c:v>
                </c:pt>
                <c:pt idx="53">
                  <c:v>0.974263732448</c:v>
                </c:pt>
                <c:pt idx="54">
                  <c:v>0.923438976992</c:v>
                </c:pt>
                <c:pt idx="55">
                  <c:v>0.939815667917</c:v>
                </c:pt>
                <c:pt idx="56">
                  <c:v>0.988554286445</c:v>
                </c:pt>
                <c:pt idx="57">
                  <c:v>1.01285585387</c:v>
                </c:pt>
                <c:pt idx="58">
                  <c:v>1.03281611677</c:v>
                </c:pt>
                <c:pt idx="59">
                  <c:v>1.03063707448</c:v>
                </c:pt>
                <c:pt idx="60">
                  <c:v>1.05213083157</c:v>
                </c:pt>
                <c:pt idx="61">
                  <c:v>1.0357857245</c:v>
                </c:pt>
                <c:pt idx="62">
                  <c:v>1.03679368422</c:v>
                </c:pt>
                <c:pt idx="63">
                  <c:v>1.02257085476</c:v>
                </c:pt>
                <c:pt idx="64">
                  <c:v>1.01820165245</c:v>
                </c:pt>
                <c:pt idx="65">
                  <c:v>1.04222603621</c:v>
                </c:pt>
                <c:pt idx="66">
                  <c:v>1.04306338422</c:v>
                </c:pt>
                <c:pt idx="67">
                  <c:v>1.06216279386</c:v>
                </c:pt>
                <c:pt idx="68">
                  <c:v>1.04770849331</c:v>
                </c:pt>
                <c:pt idx="69">
                  <c:v>1.03489223687</c:v>
                </c:pt>
                <c:pt idx="70">
                  <c:v>1.0492290163</c:v>
                </c:pt>
                <c:pt idx="71">
                  <c:v>1.04540837586</c:v>
                </c:pt>
                <c:pt idx="72">
                  <c:v>1.04977039577</c:v>
                </c:pt>
                <c:pt idx="73">
                  <c:v>1.05960609434</c:v>
                </c:pt>
                <c:pt idx="74">
                  <c:v>1.07398499594</c:v>
                </c:pt>
                <c:pt idx="75">
                  <c:v>1.05559055814</c:v>
                </c:pt>
                <c:pt idx="76">
                  <c:v>1.06343089</c:v>
                </c:pt>
                <c:pt idx="77">
                  <c:v>1.06461804074</c:v>
                </c:pt>
                <c:pt idx="78">
                  <c:v>1.07674109479</c:v>
                </c:pt>
                <c:pt idx="79">
                  <c:v>1.08323823016</c:v>
                </c:pt>
                <c:pt idx="80">
                  <c:v>1.07875372928</c:v>
                </c:pt>
                <c:pt idx="81">
                  <c:v>1.06454944804</c:v>
                </c:pt>
                <c:pt idx="82">
                  <c:v>1.06593144392</c:v>
                </c:pt>
                <c:pt idx="83">
                  <c:v>1.06330258277</c:v>
                </c:pt>
                <c:pt idx="84">
                  <c:v>1.0430894299</c:v>
                </c:pt>
                <c:pt idx="85">
                  <c:v>1.05108044767</c:v>
                </c:pt>
                <c:pt idx="86">
                  <c:v>1.05689358181</c:v>
                </c:pt>
                <c:pt idx="87">
                  <c:v>1.05282164677</c:v>
                </c:pt>
                <c:pt idx="88">
                  <c:v>1.03761201727</c:v>
                </c:pt>
                <c:pt idx="89">
                  <c:v>1.05885790914</c:v>
                </c:pt>
                <c:pt idx="90">
                  <c:v>1.04133411381</c:v>
                </c:pt>
                <c:pt idx="91">
                  <c:v>1.03394321798</c:v>
                </c:pt>
                <c:pt idx="92">
                  <c:v>1.04497559193</c:v>
                </c:pt>
                <c:pt idx="93">
                  <c:v>1.05460268684</c:v>
                </c:pt>
                <c:pt idx="94">
                  <c:v>1.0644344345</c:v>
                </c:pt>
                <c:pt idx="95">
                  <c:v>1.06776073334</c:v>
                </c:pt>
                <c:pt idx="96">
                  <c:v>1.05403357617</c:v>
                </c:pt>
                <c:pt idx="97">
                  <c:v>1.05441072069</c:v>
                </c:pt>
                <c:pt idx="98">
                  <c:v>1.05693375409</c:v>
                </c:pt>
                <c:pt idx="99">
                  <c:v>1.04883708885</c:v>
                </c:pt>
                <c:pt idx="100">
                  <c:v>1.05791668828</c:v>
                </c:pt>
                <c:pt idx="101">
                  <c:v>1.04820089295</c:v>
                </c:pt>
                <c:pt idx="102">
                  <c:v>1.04266700436</c:v>
                </c:pt>
                <c:pt idx="103">
                  <c:v>1.0440457012</c:v>
                </c:pt>
                <c:pt idx="104">
                  <c:v>1.04979948058</c:v>
                </c:pt>
                <c:pt idx="105">
                  <c:v>1.0439727492</c:v>
                </c:pt>
                <c:pt idx="106">
                  <c:v>1.03595708296</c:v>
                </c:pt>
                <c:pt idx="107">
                  <c:v>1.01244529261</c:v>
                </c:pt>
                <c:pt idx="108">
                  <c:v>1.0123352751</c:v>
                </c:pt>
                <c:pt idx="109">
                  <c:v>0.996575695114</c:v>
                </c:pt>
                <c:pt idx="110">
                  <c:v>1.00045489254</c:v>
                </c:pt>
                <c:pt idx="111">
                  <c:v>1.00791817468</c:v>
                </c:pt>
                <c:pt idx="112">
                  <c:v>1.02470787517</c:v>
                </c:pt>
                <c:pt idx="113">
                  <c:v>1.02286383649</c:v>
                </c:pt>
                <c:pt idx="114">
                  <c:v>1.02679412554</c:v>
                </c:pt>
                <c:pt idx="115">
                  <c:v>1.02609046687</c:v>
                </c:pt>
                <c:pt idx="116">
                  <c:v>1.01644596037</c:v>
                </c:pt>
                <c:pt idx="117">
                  <c:v>1.02246401585</c:v>
                </c:pt>
                <c:pt idx="118">
                  <c:v>1.02509389423</c:v>
                </c:pt>
                <c:pt idx="119">
                  <c:v>1.032747126</c:v>
                </c:pt>
                <c:pt idx="120">
                  <c:v>1.04023152705</c:v>
                </c:pt>
                <c:pt idx="121">
                  <c:v>1.03806538107</c:v>
                </c:pt>
                <c:pt idx="122">
                  <c:v>1.03920642706</c:v>
                </c:pt>
                <c:pt idx="123">
                  <c:v>1.04224680935</c:v>
                </c:pt>
                <c:pt idx="124">
                  <c:v>1.04727269521</c:v>
                </c:pt>
                <c:pt idx="125">
                  <c:v>1.04814265891</c:v>
                </c:pt>
                <c:pt idx="126">
                  <c:v>1.04940008314</c:v>
                </c:pt>
                <c:pt idx="127">
                  <c:v>1.04586731861</c:v>
                </c:pt>
                <c:pt idx="128">
                  <c:v>1.047192392</c:v>
                </c:pt>
                <c:pt idx="129">
                  <c:v>1.04828201148</c:v>
                </c:pt>
                <c:pt idx="130">
                  <c:v>1.04751501764</c:v>
                </c:pt>
                <c:pt idx="131">
                  <c:v>1.05735357041</c:v>
                </c:pt>
                <c:pt idx="132">
                  <c:v>1.06031648877</c:v>
                </c:pt>
                <c:pt idx="133">
                  <c:v>1.06530880384</c:v>
                </c:pt>
                <c:pt idx="134">
                  <c:v>1.06180718709</c:v>
                </c:pt>
                <c:pt idx="135">
                  <c:v>1.0637068084</c:v>
                </c:pt>
                <c:pt idx="136">
                  <c:v>1.06583546263</c:v>
                </c:pt>
                <c:pt idx="137">
                  <c:v>1.0639713579</c:v>
                </c:pt>
                <c:pt idx="138">
                  <c:v>1.06161646069</c:v>
                </c:pt>
                <c:pt idx="139">
                  <c:v>1.06598054579</c:v>
                </c:pt>
                <c:pt idx="140">
                  <c:v>1.06773373402</c:v>
                </c:pt>
                <c:pt idx="141">
                  <c:v>1.07263799663</c:v>
                </c:pt>
                <c:pt idx="142">
                  <c:v>1.07733620584</c:v>
                </c:pt>
                <c:pt idx="143">
                  <c:v>1.0905961593</c:v>
                </c:pt>
                <c:pt idx="144">
                  <c:v>1.09455590746</c:v>
                </c:pt>
                <c:pt idx="145">
                  <c:v>1.09849779266</c:v>
                </c:pt>
                <c:pt idx="146">
                  <c:v>1.103822116</c:v>
                </c:pt>
                <c:pt idx="147">
                  <c:v>1.10684300654</c:v>
                </c:pt>
                <c:pt idx="148">
                  <c:v>1.10417127445</c:v>
                </c:pt>
                <c:pt idx="149">
                  <c:v>1.10539355637</c:v>
                </c:pt>
                <c:pt idx="150">
                  <c:v>1.10518487736</c:v>
                </c:pt>
                <c:pt idx="151">
                  <c:v>1.12254512342</c:v>
                </c:pt>
                <c:pt idx="152">
                  <c:v>1.11990528329</c:v>
                </c:pt>
                <c:pt idx="153">
                  <c:v>1.12613226225</c:v>
                </c:pt>
                <c:pt idx="154">
                  <c:v>1.1149644591</c:v>
                </c:pt>
                <c:pt idx="155">
                  <c:v>1.11527188134</c:v>
                </c:pt>
                <c:pt idx="156">
                  <c:v>1.09151261682</c:v>
                </c:pt>
                <c:pt idx="157">
                  <c:v>1.08893842135</c:v>
                </c:pt>
                <c:pt idx="158">
                  <c:v>1.08775937815</c:v>
                </c:pt>
                <c:pt idx="159">
                  <c:v>1.08563944813</c:v>
                </c:pt>
                <c:pt idx="160">
                  <c:v>1.0932016264</c:v>
                </c:pt>
                <c:pt idx="161">
                  <c:v>1.09807803235</c:v>
                </c:pt>
                <c:pt idx="162">
                  <c:v>1.07971181848</c:v>
                </c:pt>
                <c:pt idx="163">
                  <c:v>1.0907320045</c:v>
                </c:pt>
                <c:pt idx="164">
                  <c:v>1.0901788543</c:v>
                </c:pt>
                <c:pt idx="165">
                  <c:v>1.09487730776</c:v>
                </c:pt>
                <c:pt idx="166">
                  <c:v>1.09230986001</c:v>
                </c:pt>
                <c:pt idx="167">
                  <c:v>1.09364325207</c:v>
                </c:pt>
                <c:pt idx="168">
                  <c:v>1.07855760844</c:v>
                </c:pt>
                <c:pt idx="169">
                  <c:v>1.08646991212</c:v>
                </c:pt>
                <c:pt idx="170">
                  <c:v>1.08054866537</c:v>
                </c:pt>
                <c:pt idx="171">
                  <c:v>1.09271730487</c:v>
                </c:pt>
                <c:pt idx="172">
                  <c:v>1.09461981076</c:v>
                </c:pt>
                <c:pt idx="173">
                  <c:v>1.07989632807</c:v>
                </c:pt>
                <c:pt idx="174">
                  <c:v>1.07434434397</c:v>
                </c:pt>
                <c:pt idx="175">
                  <c:v>1.07358137205</c:v>
                </c:pt>
                <c:pt idx="176">
                  <c:v>1.0623708798</c:v>
                </c:pt>
                <c:pt idx="177">
                  <c:v>1.07661971067</c:v>
                </c:pt>
                <c:pt idx="178">
                  <c:v>1.06492807367</c:v>
                </c:pt>
                <c:pt idx="179">
                  <c:v>1.0696163165</c:v>
                </c:pt>
                <c:pt idx="180">
                  <c:v>1.07670575536</c:v>
                </c:pt>
                <c:pt idx="181">
                  <c:v>1.07679811876</c:v>
                </c:pt>
                <c:pt idx="182">
                  <c:v>1.07371001934</c:v>
                </c:pt>
                <c:pt idx="183">
                  <c:v>1.06940152204</c:v>
                </c:pt>
                <c:pt idx="184">
                  <c:v>1.06260089959</c:v>
                </c:pt>
                <c:pt idx="185">
                  <c:v>1.05405452149</c:v>
                </c:pt>
                <c:pt idx="186">
                  <c:v>1.05663095455</c:v>
                </c:pt>
                <c:pt idx="187">
                  <c:v>1.04427357511</c:v>
                </c:pt>
                <c:pt idx="188">
                  <c:v>1.05260363287</c:v>
                </c:pt>
                <c:pt idx="189">
                  <c:v>1.05868618843</c:v>
                </c:pt>
                <c:pt idx="190">
                  <c:v>1.06897354742</c:v>
                </c:pt>
                <c:pt idx="191">
                  <c:v>1.06410944551</c:v>
                </c:pt>
                <c:pt idx="192">
                  <c:v>1.0636399199</c:v>
                </c:pt>
                <c:pt idx="193">
                  <c:v>1.06595300611</c:v>
                </c:pt>
                <c:pt idx="194">
                  <c:v>1.05647056542</c:v>
                </c:pt>
                <c:pt idx="195">
                  <c:v>1.07020342293</c:v>
                </c:pt>
                <c:pt idx="196">
                  <c:v>1.06512106684</c:v>
                </c:pt>
                <c:pt idx="197">
                  <c:v>1.0745549506</c:v>
                </c:pt>
                <c:pt idx="198">
                  <c:v>1.0788188493</c:v>
                </c:pt>
                <c:pt idx="199">
                  <c:v>1.0856000368</c:v>
                </c:pt>
                <c:pt idx="200">
                  <c:v>1.08851275035</c:v>
                </c:pt>
                <c:pt idx="201">
                  <c:v>1.08534326935</c:v>
                </c:pt>
                <c:pt idx="202">
                  <c:v>1.08476995056</c:v>
                </c:pt>
                <c:pt idx="203">
                  <c:v>1.07861364301</c:v>
                </c:pt>
                <c:pt idx="204">
                  <c:v>1.08102959662</c:v>
                </c:pt>
                <c:pt idx="205">
                  <c:v>1.07664470151</c:v>
                </c:pt>
                <c:pt idx="206">
                  <c:v>1.0823770699</c:v>
                </c:pt>
                <c:pt idx="207">
                  <c:v>1.08245498381</c:v>
                </c:pt>
                <c:pt idx="208">
                  <c:v>1.08053205318</c:v>
                </c:pt>
                <c:pt idx="209">
                  <c:v>1.08297153242</c:v>
                </c:pt>
                <c:pt idx="210">
                  <c:v>1.07353843402</c:v>
                </c:pt>
                <c:pt idx="211">
                  <c:v>1.07671053511</c:v>
                </c:pt>
                <c:pt idx="212">
                  <c:v>1.05404894772</c:v>
                </c:pt>
                <c:pt idx="213">
                  <c:v>1.05602029319</c:v>
                </c:pt>
                <c:pt idx="214">
                  <c:v>1.04862200501</c:v>
                </c:pt>
                <c:pt idx="215">
                  <c:v>1.06139416863</c:v>
                </c:pt>
                <c:pt idx="216">
                  <c:v>1.07072681301</c:v>
                </c:pt>
                <c:pt idx="217">
                  <c:v>1.08419215771</c:v>
                </c:pt>
                <c:pt idx="218">
                  <c:v>1.09979696354</c:v>
                </c:pt>
                <c:pt idx="219">
                  <c:v>1.09520119295</c:v>
                </c:pt>
                <c:pt idx="220">
                  <c:v>1.09288747946</c:v>
                </c:pt>
                <c:pt idx="221">
                  <c:v>1.09448178553</c:v>
                </c:pt>
                <c:pt idx="222">
                  <c:v>1.09889161073</c:v>
                </c:pt>
                <c:pt idx="223">
                  <c:v>1.09248238269</c:v>
                </c:pt>
                <c:pt idx="224">
                  <c:v>1.10044310081</c:v>
                </c:pt>
                <c:pt idx="225">
                  <c:v>1.10948250123</c:v>
                </c:pt>
                <c:pt idx="226">
                  <c:v>1.1069333997</c:v>
                </c:pt>
                <c:pt idx="227">
                  <c:v>1.10122159737</c:v>
                </c:pt>
                <c:pt idx="228">
                  <c:v>1.10257296346</c:v>
                </c:pt>
                <c:pt idx="229">
                  <c:v>1.10781589538</c:v>
                </c:pt>
                <c:pt idx="230">
                  <c:v>1.10663062427</c:v>
                </c:pt>
                <c:pt idx="231">
                  <c:v>1.12068151184</c:v>
                </c:pt>
                <c:pt idx="232">
                  <c:v>1.1187827411</c:v>
                </c:pt>
                <c:pt idx="233">
                  <c:v>1.11728130492</c:v>
                </c:pt>
                <c:pt idx="234">
                  <c:v>1.1189011066</c:v>
                </c:pt>
                <c:pt idx="235">
                  <c:v>1.10329446926</c:v>
                </c:pt>
                <c:pt idx="236">
                  <c:v>1.11722347759</c:v>
                </c:pt>
                <c:pt idx="237">
                  <c:v>1.11869548662</c:v>
                </c:pt>
                <c:pt idx="238">
                  <c:v>1.12452447947</c:v>
                </c:pt>
                <c:pt idx="239">
                  <c:v>1.12910089466</c:v>
                </c:pt>
                <c:pt idx="240">
                  <c:v>1.13043375998</c:v>
                </c:pt>
                <c:pt idx="241">
                  <c:v>1.13280801242</c:v>
                </c:pt>
                <c:pt idx="242">
                  <c:v>1.1283997017</c:v>
                </c:pt>
                <c:pt idx="243">
                  <c:v>1.13318008977</c:v>
                </c:pt>
                <c:pt idx="244">
                  <c:v>1.12839023536</c:v>
                </c:pt>
                <c:pt idx="245">
                  <c:v>1.12906342241</c:v>
                </c:pt>
                <c:pt idx="246">
                  <c:v>1.13814672997</c:v>
                </c:pt>
                <c:pt idx="247">
                  <c:v>1.14196939701</c:v>
                </c:pt>
                <c:pt idx="248">
                  <c:v>1.1459465213</c:v>
                </c:pt>
                <c:pt idx="249">
                  <c:v>1.14269048787</c:v>
                </c:pt>
                <c:pt idx="250">
                  <c:v>1.13766953785</c:v>
                </c:pt>
                <c:pt idx="251">
                  <c:v>1.13044028907</c:v>
                </c:pt>
                <c:pt idx="252">
                  <c:v>1.14014148463</c:v>
                </c:pt>
                <c:pt idx="253">
                  <c:v>1.13950540071</c:v>
                </c:pt>
                <c:pt idx="254">
                  <c:v>1.13859170246</c:v>
                </c:pt>
                <c:pt idx="255">
                  <c:v>1.14418198865</c:v>
                </c:pt>
                <c:pt idx="256">
                  <c:v>1.1513284837</c:v>
                </c:pt>
                <c:pt idx="257">
                  <c:v>1.15069996502</c:v>
                </c:pt>
                <c:pt idx="258">
                  <c:v>1.1512002085</c:v>
                </c:pt>
                <c:pt idx="259">
                  <c:v>1.16382176661</c:v>
                </c:pt>
                <c:pt idx="260">
                  <c:v>1.16105883859</c:v>
                </c:pt>
                <c:pt idx="261">
                  <c:v>1.17343704846</c:v>
                </c:pt>
                <c:pt idx="262">
                  <c:v>1.19172106458</c:v>
                </c:pt>
                <c:pt idx="263">
                  <c:v>1.18664237271</c:v>
                </c:pt>
                <c:pt idx="264">
                  <c:v>1.19338018918</c:v>
                </c:pt>
                <c:pt idx="265">
                  <c:v>1.18929475519</c:v>
                </c:pt>
                <c:pt idx="266">
                  <c:v>1.19493805191</c:v>
                </c:pt>
                <c:pt idx="267">
                  <c:v>1.18495886606</c:v>
                </c:pt>
                <c:pt idx="268">
                  <c:v>1.18852170109</c:v>
                </c:pt>
                <c:pt idx="269">
                  <c:v>1.19661252827</c:v>
                </c:pt>
                <c:pt idx="270">
                  <c:v>1.20652187836</c:v>
                </c:pt>
                <c:pt idx="271">
                  <c:v>1.20676437636</c:v>
                </c:pt>
                <c:pt idx="272">
                  <c:v>1.19536454696</c:v>
                </c:pt>
                <c:pt idx="273">
                  <c:v>1.20333695237</c:v>
                </c:pt>
                <c:pt idx="274">
                  <c:v>1.19743691583</c:v>
                </c:pt>
                <c:pt idx="275">
                  <c:v>1.17949644196</c:v>
                </c:pt>
                <c:pt idx="276">
                  <c:v>1.18351746228</c:v>
                </c:pt>
                <c:pt idx="277">
                  <c:v>1.16740709993</c:v>
                </c:pt>
                <c:pt idx="278">
                  <c:v>1.18490885678</c:v>
                </c:pt>
                <c:pt idx="279">
                  <c:v>1.19662748761</c:v>
                </c:pt>
                <c:pt idx="280">
                  <c:v>1.20185744604</c:v>
                </c:pt>
                <c:pt idx="281">
                  <c:v>1.20142225409</c:v>
                </c:pt>
                <c:pt idx="282">
                  <c:v>1.20810342924</c:v>
                </c:pt>
                <c:pt idx="283">
                  <c:v>1.22394522011</c:v>
                </c:pt>
                <c:pt idx="284">
                  <c:v>1.22200854879</c:v>
                </c:pt>
                <c:pt idx="285">
                  <c:v>1.21687421417</c:v>
                </c:pt>
                <c:pt idx="286">
                  <c:v>1.2193286081</c:v>
                </c:pt>
                <c:pt idx="287">
                  <c:v>1.22232906252</c:v>
                </c:pt>
                <c:pt idx="288">
                  <c:v>1.22417439198</c:v>
                </c:pt>
                <c:pt idx="289">
                  <c:v>1.22791232775</c:v>
                </c:pt>
                <c:pt idx="290">
                  <c:v>1.22977347684</c:v>
                </c:pt>
                <c:pt idx="291">
                  <c:v>1.22182796015</c:v>
                </c:pt>
                <c:pt idx="292">
                  <c:v>1.21814699977</c:v>
                </c:pt>
                <c:pt idx="293">
                  <c:v>1.21278866642</c:v>
                </c:pt>
                <c:pt idx="294">
                  <c:v>1.21718670977</c:v>
                </c:pt>
                <c:pt idx="295">
                  <c:v>1.22604811257</c:v>
                </c:pt>
                <c:pt idx="296">
                  <c:v>1.22206779314</c:v>
                </c:pt>
                <c:pt idx="297">
                  <c:v>1.21277736106</c:v>
                </c:pt>
                <c:pt idx="298">
                  <c:v>1.22403085199</c:v>
                </c:pt>
                <c:pt idx="299">
                  <c:v>1.22018249567</c:v>
                </c:pt>
                <c:pt idx="300">
                  <c:v>1.22492981824</c:v>
                </c:pt>
                <c:pt idx="301">
                  <c:v>1.226365884</c:v>
                </c:pt>
                <c:pt idx="302">
                  <c:v>1.24080267519</c:v>
                </c:pt>
                <c:pt idx="303">
                  <c:v>1.23705881477</c:v>
                </c:pt>
                <c:pt idx="304">
                  <c:v>1.2569128972</c:v>
                </c:pt>
                <c:pt idx="305">
                  <c:v>1.25151463712</c:v>
                </c:pt>
                <c:pt idx="306">
                  <c:v>1.27176658124</c:v>
                </c:pt>
                <c:pt idx="307">
                  <c:v>1.26043497702</c:v>
                </c:pt>
                <c:pt idx="308">
                  <c:v>1.26574431879</c:v>
                </c:pt>
                <c:pt idx="309">
                  <c:v>1.26611710849</c:v>
                </c:pt>
                <c:pt idx="310">
                  <c:v>1.2676735524</c:v>
                </c:pt>
                <c:pt idx="311">
                  <c:v>1.24313983681</c:v>
                </c:pt>
                <c:pt idx="312">
                  <c:v>1.25556804486</c:v>
                </c:pt>
                <c:pt idx="313">
                  <c:v>1.25595066839</c:v>
                </c:pt>
                <c:pt idx="314">
                  <c:v>1.23509174065</c:v>
                </c:pt>
                <c:pt idx="315">
                  <c:v>1.24029197671</c:v>
                </c:pt>
                <c:pt idx="316">
                  <c:v>1.23686185788</c:v>
                </c:pt>
                <c:pt idx="317">
                  <c:v>1.25833067398</c:v>
                </c:pt>
                <c:pt idx="318">
                  <c:v>1.25831665666</c:v>
                </c:pt>
                <c:pt idx="319">
                  <c:v>1.2575920096</c:v>
                </c:pt>
                <c:pt idx="320">
                  <c:v>1.25732736661</c:v>
                </c:pt>
                <c:pt idx="321">
                  <c:v>1.26808585622</c:v>
                </c:pt>
                <c:pt idx="322">
                  <c:v>1.26798124206</c:v>
                </c:pt>
                <c:pt idx="323">
                  <c:v>1.26908117105</c:v>
                </c:pt>
                <c:pt idx="324">
                  <c:v>1.26411838361</c:v>
                </c:pt>
                <c:pt idx="325">
                  <c:v>1.26586274598</c:v>
                </c:pt>
                <c:pt idx="326">
                  <c:v>1.26285531491</c:v>
                </c:pt>
                <c:pt idx="327">
                  <c:v>1.25971849866</c:v>
                </c:pt>
                <c:pt idx="328">
                  <c:v>1.2677924744</c:v>
                </c:pt>
                <c:pt idx="329">
                  <c:v>1.27144166431</c:v>
                </c:pt>
                <c:pt idx="330">
                  <c:v>1.27493202922</c:v>
                </c:pt>
                <c:pt idx="331">
                  <c:v>1.27907582045</c:v>
                </c:pt>
                <c:pt idx="332">
                  <c:v>1.28114559986</c:v>
                </c:pt>
                <c:pt idx="333">
                  <c:v>1.26933296413</c:v>
                </c:pt>
                <c:pt idx="334">
                  <c:v>1.26354430464</c:v>
                </c:pt>
                <c:pt idx="335">
                  <c:v>1.27056439716</c:v>
                </c:pt>
                <c:pt idx="336">
                  <c:v>1.27778204272</c:v>
                </c:pt>
                <c:pt idx="337">
                  <c:v>1.2829016943</c:v>
                </c:pt>
                <c:pt idx="338">
                  <c:v>1.28713288698</c:v>
                </c:pt>
                <c:pt idx="339">
                  <c:v>1.28935787967</c:v>
                </c:pt>
                <c:pt idx="340">
                  <c:v>1.29199874804</c:v>
                </c:pt>
                <c:pt idx="341">
                  <c:v>1.28730288441</c:v>
                </c:pt>
                <c:pt idx="342">
                  <c:v>1.28333857968</c:v>
                </c:pt>
                <c:pt idx="343">
                  <c:v>1.28432301569</c:v>
                </c:pt>
                <c:pt idx="344">
                  <c:v>1.28320407452</c:v>
                </c:pt>
                <c:pt idx="345">
                  <c:v>1.29195720273</c:v>
                </c:pt>
                <c:pt idx="346">
                  <c:v>1.30296313632</c:v>
                </c:pt>
                <c:pt idx="347">
                  <c:v>1.28999744835</c:v>
                </c:pt>
                <c:pt idx="348">
                  <c:v>1.28295653548</c:v>
                </c:pt>
                <c:pt idx="349">
                  <c:v>1.27067877453</c:v>
                </c:pt>
                <c:pt idx="350">
                  <c:v>1.26952602308</c:v>
                </c:pt>
                <c:pt idx="351">
                  <c:v>1.26632452315</c:v>
                </c:pt>
                <c:pt idx="352">
                  <c:v>1.27409780285</c:v>
                </c:pt>
                <c:pt idx="353">
                  <c:v>1.28412684573</c:v>
                </c:pt>
                <c:pt idx="354">
                  <c:v>1.2665569376</c:v>
                </c:pt>
                <c:pt idx="355">
                  <c:v>1.26940639454</c:v>
                </c:pt>
                <c:pt idx="356">
                  <c:v>1.27141245449</c:v>
                </c:pt>
                <c:pt idx="357">
                  <c:v>1.2817231013</c:v>
                </c:pt>
                <c:pt idx="358">
                  <c:v>1.28240714485</c:v>
                </c:pt>
                <c:pt idx="359">
                  <c:v>1.28336689302</c:v>
                </c:pt>
                <c:pt idx="360">
                  <c:v>1.28912887576</c:v>
                </c:pt>
                <c:pt idx="361">
                  <c:v>1.29517172121</c:v>
                </c:pt>
                <c:pt idx="362">
                  <c:v>1.29086448269</c:v>
                </c:pt>
                <c:pt idx="363">
                  <c:v>1.30045045977</c:v>
                </c:pt>
                <c:pt idx="364">
                  <c:v>1.29825629298</c:v>
                </c:pt>
                <c:pt idx="365">
                  <c:v>1.29091220979</c:v>
                </c:pt>
                <c:pt idx="366">
                  <c:v>1.30239949872</c:v>
                </c:pt>
                <c:pt idx="367">
                  <c:v>1.30227473916</c:v>
                </c:pt>
                <c:pt idx="368">
                  <c:v>1.30366114544</c:v>
                </c:pt>
                <c:pt idx="369">
                  <c:v>1.30026709598</c:v>
                </c:pt>
                <c:pt idx="370">
                  <c:v>1.30615271703</c:v>
                </c:pt>
                <c:pt idx="371">
                  <c:v>1.30198675926</c:v>
                </c:pt>
                <c:pt idx="372">
                  <c:v>1.30241062935</c:v>
                </c:pt>
                <c:pt idx="373">
                  <c:v>1.30119062735</c:v>
                </c:pt>
                <c:pt idx="374">
                  <c:v>1.29125277245</c:v>
                </c:pt>
                <c:pt idx="375">
                  <c:v>1.2850491484</c:v>
                </c:pt>
                <c:pt idx="376">
                  <c:v>1.28688233614</c:v>
                </c:pt>
                <c:pt idx="377">
                  <c:v>1.29697629173</c:v>
                </c:pt>
                <c:pt idx="378">
                  <c:v>1.29675744392</c:v>
                </c:pt>
                <c:pt idx="379">
                  <c:v>1.30127337957</c:v>
                </c:pt>
                <c:pt idx="380">
                  <c:v>1.30574690033</c:v>
                </c:pt>
                <c:pt idx="381">
                  <c:v>1.30491424392</c:v>
                </c:pt>
                <c:pt idx="382">
                  <c:v>1.3067819813</c:v>
                </c:pt>
                <c:pt idx="383">
                  <c:v>1.30366148429</c:v>
                </c:pt>
                <c:pt idx="384">
                  <c:v>1.31269588067</c:v>
                </c:pt>
                <c:pt idx="385">
                  <c:v>1.31596331522</c:v>
                </c:pt>
                <c:pt idx="386">
                  <c:v>1.32508773643</c:v>
                </c:pt>
                <c:pt idx="387">
                  <c:v>1.32430829976</c:v>
                </c:pt>
                <c:pt idx="388">
                  <c:v>1.31725584656</c:v>
                </c:pt>
                <c:pt idx="389">
                  <c:v>1.31077291052</c:v>
                </c:pt>
                <c:pt idx="390">
                  <c:v>1.30442611678</c:v>
                </c:pt>
                <c:pt idx="391">
                  <c:v>1.31975998703</c:v>
                </c:pt>
                <c:pt idx="392">
                  <c:v>1.32244541226</c:v>
                </c:pt>
                <c:pt idx="393">
                  <c:v>1.32820821698</c:v>
                </c:pt>
                <c:pt idx="394">
                  <c:v>1.32696593616</c:v>
                </c:pt>
                <c:pt idx="395">
                  <c:v>1.31991312898</c:v>
                </c:pt>
                <c:pt idx="396">
                  <c:v>1.31747709961</c:v>
                </c:pt>
                <c:pt idx="397">
                  <c:v>1.29214940781</c:v>
                </c:pt>
                <c:pt idx="398">
                  <c:v>1.30765186392</c:v>
                </c:pt>
                <c:pt idx="399">
                  <c:v>1.32245203106</c:v>
                </c:pt>
                <c:pt idx="400">
                  <c:v>1.32988975902</c:v>
                </c:pt>
                <c:pt idx="401">
                  <c:v>1.33129540191</c:v>
                </c:pt>
                <c:pt idx="402">
                  <c:v>1.33061221569</c:v>
                </c:pt>
                <c:pt idx="403">
                  <c:v>1.32364113948</c:v>
                </c:pt>
                <c:pt idx="404">
                  <c:v>1.32992462486</c:v>
                </c:pt>
                <c:pt idx="405">
                  <c:v>1.33943414019</c:v>
                </c:pt>
                <c:pt idx="406">
                  <c:v>1.33320092035</c:v>
                </c:pt>
                <c:pt idx="407">
                  <c:v>1.32650733901</c:v>
                </c:pt>
                <c:pt idx="408">
                  <c:v>1.32628180562</c:v>
                </c:pt>
                <c:pt idx="409">
                  <c:v>1.32260126499</c:v>
                </c:pt>
                <c:pt idx="410">
                  <c:v>1.32870145406</c:v>
                </c:pt>
                <c:pt idx="411">
                  <c:v>1.32818861229</c:v>
                </c:pt>
                <c:pt idx="412">
                  <c:v>1.3255609997</c:v>
                </c:pt>
                <c:pt idx="413">
                  <c:v>1.3370843077</c:v>
                </c:pt>
                <c:pt idx="414">
                  <c:v>1.34109013879</c:v>
                </c:pt>
                <c:pt idx="415">
                  <c:v>1.33961308451</c:v>
                </c:pt>
                <c:pt idx="416">
                  <c:v>1.33915074854</c:v>
                </c:pt>
                <c:pt idx="417">
                  <c:v>1.33612787127</c:v>
                </c:pt>
                <c:pt idx="418">
                  <c:v>1.32599260553</c:v>
                </c:pt>
                <c:pt idx="419">
                  <c:v>1.32090287155</c:v>
                </c:pt>
                <c:pt idx="420">
                  <c:v>1.31038287908</c:v>
                </c:pt>
                <c:pt idx="421">
                  <c:v>1.31012087596</c:v>
                </c:pt>
                <c:pt idx="422">
                  <c:v>1.32268640318</c:v>
                </c:pt>
                <c:pt idx="423">
                  <c:v>1.33196175192</c:v>
                </c:pt>
                <c:pt idx="424">
                  <c:v>1.33577080628</c:v>
                </c:pt>
                <c:pt idx="425">
                  <c:v>1.32837595857</c:v>
                </c:pt>
                <c:pt idx="426">
                  <c:v>1.3346136086</c:v>
                </c:pt>
                <c:pt idx="427">
                  <c:v>1.33547619291</c:v>
                </c:pt>
                <c:pt idx="428">
                  <c:v>1.32823895718</c:v>
                </c:pt>
                <c:pt idx="429">
                  <c:v>1.32827152729</c:v>
                </c:pt>
                <c:pt idx="430">
                  <c:v>1.3349986216</c:v>
                </c:pt>
                <c:pt idx="431">
                  <c:v>1.33226094019</c:v>
                </c:pt>
                <c:pt idx="432">
                  <c:v>1.33284839888</c:v>
                </c:pt>
                <c:pt idx="433">
                  <c:v>1.32591392902</c:v>
                </c:pt>
                <c:pt idx="434">
                  <c:v>1.32629718504</c:v>
                </c:pt>
                <c:pt idx="435">
                  <c:v>1.32687696424</c:v>
                </c:pt>
                <c:pt idx="436">
                  <c:v>1.32451370724</c:v>
                </c:pt>
                <c:pt idx="437">
                  <c:v>1.32499196073</c:v>
                </c:pt>
                <c:pt idx="438">
                  <c:v>1.32764615213</c:v>
                </c:pt>
                <c:pt idx="439">
                  <c:v>1.33083249774</c:v>
                </c:pt>
                <c:pt idx="440">
                  <c:v>1.32325653667</c:v>
                </c:pt>
                <c:pt idx="441">
                  <c:v>1.32030907866</c:v>
                </c:pt>
                <c:pt idx="442">
                  <c:v>1.31536605729</c:v>
                </c:pt>
                <c:pt idx="443">
                  <c:v>1.31900728842</c:v>
                </c:pt>
                <c:pt idx="444">
                  <c:v>1.32602062274</c:v>
                </c:pt>
                <c:pt idx="445">
                  <c:v>1.33074006414</c:v>
                </c:pt>
                <c:pt idx="446">
                  <c:v>1.32335530296</c:v>
                </c:pt>
                <c:pt idx="447">
                  <c:v>1.33142865734</c:v>
                </c:pt>
                <c:pt idx="448">
                  <c:v>1.31574795724</c:v>
                </c:pt>
                <c:pt idx="449">
                  <c:v>1.31796280648</c:v>
                </c:pt>
                <c:pt idx="450">
                  <c:v>1.32045853081</c:v>
                </c:pt>
                <c:pt idx="451">
                  <c:v>1.32412937106</c:v>
                </c:pt>
                <c:pt idx="452">
                  <c:v>1.32231325934</c:v>
                </c:pt>
                <c:pt idx="453">
                  <c:v>1.32990521147</c:v>
                </c:pt>
                <c:pt idx="454">
                  <c:v>1.32628849711</c:v>
                </c:pt>
                <c:pt idx="455">
                  <c:v>1.33186690863</c:v>
                </c:pt>
                <c:pt idx="456">
                  <c:v>1.32837198646</c:v>
                </c:pt>
                <c:pt idx="457">
                  <c:v>1.32549123168</c:v>
                </c:pt>
                <c:pt idx="458">
                  <c:v>1.33006612395</c:v>
                </c:pt>
                <c:pt idx="459">
                  <c:v>1.34236514915</c:v>
                </c:pt>
                <c:pt idx="460">
                  <c:v>1.34945441698</c:v>
                </c:pt>
                <c:pt idx="461">
                  <c:v>1.34922271407</c:v>
                </c:pt>
                <c:pt idx="462">
                  <c:v>1.34787467044</c:v>
                </c:pt>
                <c:pt idx="463">
                  <c:v>1.34880922398</c:v>
                </c:pt>
                <c:pt idx="464">
                  <c:v>1.34981095443</c:v>
                </c:pt>
                <c:pt idx="465">
                  <c:v>1.3418323182</c:v>
                </c:pt>
                <c:pt idx="466">
                  <c:v>1.3515133331</c:v>
                </c:pt>
                <c:pt idx="467">
                  <c:v>1.35816641583</c:v>
                </c:pt>
                <c:pt idx="468">
                  <c:v>1.35960684235</c:v>
                </c:pt>
                <c:pt idx="469">
                  <c:v>1.35722909544</c:v>
                </c:pt>
                <c:pt idx="470">
                  <c:v>1.36339033385</c:v>
                </c:pt>
                <c:pt idx="471">
                  <c:v>1.35683443607</c:v>
                </c:pt>
                <c:pt idx="472">
                  <c:v>1.36356238748</c:v>
                </c:pt>
                <c:pt idx="473">
                  <c:v>1.36603329194</c:v>
                </c:pt>
                <c:pt idx="474">
                  <c:v>1.35726502603</c:v>
                </c:pt>
                <c:pt idx="475">
                  <c:v>1.36047998757</c:v>
                </c:pt>
                <c:pt idx="476">
                  <c:v>1.37566492913</c:v>
                </c:pt>
                <c:pt idx="477">
                  <c:v>1.38071074087</c:v>
                </c:pt>
                <c:pt idx="478">
                  <c:v>1.38131746818</c:v>
                </c:pt>
                <c:pt idx="479">
                  <c:v>1.3704512879</c:v>
                </c:pt>
                <c:pt idx="480">
                  <c:v>1.37794499915</c:v>
                </c:pt>
                <c:pt idx="481">
                  <c:v>1.38107147039</c:v>
                </c:pt>
                <c:pt idx="482">
                  <c:v>1.37548948811</c:v>
                </c:pt>
                <c:pt idx="483">
                  <c:v>1.37662166022</c:v>
                </c:pt>
                <c:pt idx="484">
                  <c:v>1.37868147093</c:v>
                </c:pt>
                <c:pt idx="485">
                  <c:v>1.38090029473</c:v>
                </c:pt>
                <c:pt idx="486">
                  <c:v>1.37875456368</c:v>
                </c:pt>
                <c:pt idx="487">
                  <c:v>1.37762224855</c:v>
                </c:pt>
                <c:pt idx="488">
                  <c:v>1.37845500905</c:v>
                </c:pt>
                <c:pt idx="489">
                  <c:v>1.38485420291</c:v>
                </c:pt>
                <c:pt idx="490">
                  <c:v>1.38614038096</c:v>
                </c:pt>
                <c:pt idx="491">
                  <c:v>1.36541478447</c:v>
                </c:pt>
                <c:pt idx="492">
                  <c:v>1.36477960818</c:v>
                </c:pt>
                <c:pt idx="493">
                  <c:v>1.349213557</c:v>
                </c:pt>
                <c:pt idx="494">
                  <c:v>1.34494939952</c:v>
                </c:pt>
                <c:pt idx="495">
                  <c:v>1.35108677375</c:v>
                </c:pt>
                <c:pt idx="496">
                  <c:v>1.35858795366</c:v>
                </c:pt>
                <c:pt idx="497">
                  <c:v>1.36040645371</c:v>
                </c:pt>
                <c:pt idx="498">
                  <c:v>1.36640346034</c:v>
                </c:pt>
                <c:pt idx="499">
                  <c:v>1.35540415824</c:v>
                </c:pt>
                <c:pt idx="500">
                  <c:v>1.34922833229</c:v>
                </c:pt>
                <c:pt idx="501">
                  <c:v>1.35782761819</c:v>
                </c:pt>
                <c:pt idx="502">
                  <c:v>1.36087322126</c:v>
                </c:pt>
                <c:pt idx="503">
                  <c:v>1.35808085935</c:v>
                </c:pt>
                <c:pt idx="504">
                  <c:v>1.36248999807</c:v>
                </c:pt>
                <c:pt idx="505">
                  <c:v>1.35558479683</c:v>
                </c:pt>
                <c:pt idx="506">
                  <c:v>1.35252573526</c:v>
                </c:pt>
                <c:pt idx="507">
                  <c:v>1.34413472415</c:v>
                </c:pt>
                <c:pt idx="508">
                  <c:v>1.35533178058</c:v>
                </c:pt>
                <c:pt idx="509">
                  <c:v>1.36258603227</c:v>
                </c:pt>
                <c:pt idx="510">
                  <c:v>1.35934299404</c:v>
                </c:pt>
                <c:pt idx="511">
                  <c:v>1.35560036147</c:v>
                </c:pt>
                <c:pt idx="512">
                  <c:v>1.36646317214</c:v>
                </c:pt>
                <c:pt idx="513">
                  <c:v>1.36145615685</c:v>
                </c:pt>
                <c:pt idx="514">
                  <c:v>1.35423019886</c:v>
                </c:pt>
                <c:pt idx="515">
                  <c:v>1.35359413913</c:v>
                </c:pt>
                <c:pt idx="516">
                  <c:v>1.35376289667</c:v>
                </c:pt>
                <c:pt idx="517">
                  <c:v>1.33742469865</c:v>
                </c:pt>
                <c:pt idx="518">
                  <c:v>1.34126852472</c:v>
                </c:pt>
                <c:pt idx="519">
                  <c:v>1.3322774617</c:v>
                </c:pt>
                <c:pt idx="520">
                  <c:v>1.3353261106</c:v>
                </c:pt>
                <c:pt idx="521">
                  <c:v>1.33648473241</c:v>
                </c:pt>
                <c:pt idx="522">
                  <c:v>1.3347799062</c:v>
                </c:pt>
                <c:pt idx="523">
                  <c:v>1.34767685858</c:v>
                </c:pt>
                <c:pt idx="524">
                  <c:v>1.34508340342</c:v>
                </c:pt>
                <c:pt idx="525">
                  <c:v>1.3385475422</c:v>
                </c:pt>
                <c:pt idx="526">
                  <c:v>1.33472610335</c:v>
                </c:pt>
                <c:pt idx="527">
                  <c:v>1.33700178386</c:v>
                </c:pt>
                <c:pt idx="528">
                  <c:v>1.32772544017</c:v>
                </c:pt>
                <c:pt idx="529">
                  <c:v>1.33358325337</c:v>
                </c:pt>
                <c:pt idx="530">
                  <c:v>1.32988382259</c:v>
                </c:pt>
                <c:pt idx="531">
                  <c:v>1.32952269149</c:v>
                </c:pt>
                <c:pt idx="532">
                  <c:v>1.324062531</c:v>
                </c:pt>
                <c:pt idx="533">
                  <c:v>1.32128627772</c:v>
                </c:pt>
                <c:pt idx="534">
                  <c:v>1.3134607396</c:v>
                </c:pt>
                <c:pt idx="535">
                  <c:v>1.32058412776</c:v>
                </c:pt>
                <c:pt idx="536">
                  <c:v>1.33003016098</c:v>
                </c:pt>
                <c:pt idx="537">
                  <c:v>1.33808247471</c:v>
                </c:pt>
                <c:pt idx="538">
                  <c:v>1.33622119528</c:v>
                </c:pt>
                <c:pt idx="539">
                  <c:v>1.33980531478</c:v>
                </c:pt>
                <c:pt idx="540">
                  <c:v>1.3324054509</c:v>
                </c:pt>
                <c:pt idx="541">
                  <c:v>1.32657642952</c:v>
                </c:pt>
                <c:pt idx="542">
                  <c:v>1.33428747221</c:v>
                </c:pt>
                <c:pt idx="543">
                  <c:v>1.33937530109</c:v>
                </c:pt>
                <c:pt idx="544">
                  <c:v>1.350178664</c:v>
                </c:pt>
                <c:pt idx="545">
                  <c:v>1.34604619091</c:v>
                </c:pt>
                <c:pt idx="546">
                  <c:v>1.35031371046</c:v>
                </c:pt>
                <c:pt idx="547">
                  <c:v>1.34961521835</c:v>
                </c:pt>
                <c:pt idx="548">
                  <c:v>1.34525274819</c:v>
                </c:pt>
                <c:pt idx="549">
                  <c:v>1.34875061294</c:v>
                </c:pt>
                <c:pt idx="550">
                  <c:v>1.35021542627</c:v>
                </c:pt>
                <c:pt idx="551">
                  <c:v>1.34943112544</c:v>
                </c:pt>
                <c:pt idx="552">
                  <c:v>1.35127004655</c:v>
                </c:pt>
                <c:pt idx="553">
                  <c:v>1.34740891292</c:v>
                </c:pt>
                <c:pt idx="554">
                  <c:v>1.34808125576</c:v>
                </c:pt>
                <c:pt idx="555">
                  <c:v>1.33159070978</c:v>
                </c:pt>
                <c:pt idx="556">
                  <c:v>1.33363844593</c:v>
                </c:pt>
                <c:pt idx="557">
                  <c:v>1.33792471016</c:v>
                </c:pt>
                <c:pt idx="558">
                  <c:v>1.35791468924</c:v>
                </c:pt>
                <c:pt idx="559">
                  <c:v>1.36981581059</c:v>
                </c:pt>
                <c:pt idx="560">
                  <c:v>1.38415906468</c:v>
                </c:pt>
                <c:pt idx="561">
                  <c:v>1.40578487206</c:v>
                </c:pt>
                <c:pt idx="562">
                  <c:v>1.4211145686</c:v>
                </c:pt>
                <c:pt idx="563">
                  <c:v>1.42994170072</c:v>
                </c:pt>
                <c:pt idx="564">
                  <c:v>1.38330599759</c:v>
                </c:pt>
                <c:pt idx="565">
                  <c:v>1.37956805642</c:v>
                </c:pt>
                <c:pt idx="566">
                  <c:v>1.38846459999</c:v>
                </c:pt>
                <c:pt idx="567">
                  <c:v>1.36647165226</c:v>
                </c:pt>
                <c:pt idx="568">
                  <c:v>1.3491281117</c:v>
                </c:pt>
                <c:pt idx="569">
                  <c:v>1.35893859921</c:v>
                </c:pt>
                <c:pt idx="570">
                  <c:v>1.38677022441</c:v>
                </c:pt>
                <c:pt idx="571">
                  <c:v>1.38733685278</c:v>
                </c:pt>
                <c:pt idx="572">
                  <c:v>1.41489562357</c:v>
                </c:pt>
                <c:pt idx="573">
                  <c:v>1.41388539298</c:v>
                </c:pt>
                <c:pt idx="574">
                  <c:v>1.43158284596</c:v>
                </c:pt>
                <c:pt idx="575">
                  <c:v>1.43480518648</c:v>
                </c:pt>
                <c:pt idx="576">
                  <c:v>1.43780765967</c:v>
                </c:pt>
                <c:pt idx="577">
                  <c:v>1.4129223562</c:v>
                </c:pt>
                <c:pt idx="578">
                  <c:v>1.4144384795</c:v>
                </c:pt>
                <c:pt idx="579">
                  <c:v>1.42681682015</c:v>
                </c:pt>
                <c:pt idx="580">
                  <c:v>1.40970055442</c:v>
                </c:pt>
                <c:pt idx="581">
                  <c:v>1.41006707699</c:v>
                </c:pt>
                <c:pt idx="582">
                  <c:v>1.42661371121</c:v>
                </c:pt>
                <c:pt idx="583">
                  <c:v>1.42251194324</c:v>
                </c:pt>
                <c:pt idx="584">
                  <c:v>1.41687155472</c:v>
                </c:pt>
                <c:pt idx="585">
                  <c:v>1.41960603319</c:v>
                </c:pt>
                <c:pt idx="586">
                  <c:v>1.42032466112</c:v>
                </c:pt>
                <c:pt idx="587">
                  <c:v>1.41307038867</c:v>
                </c:pt>
                <c:pt idx="588">
                  <c:v>1.41806163664</c:v>
                </c:pt>
                <c:pt idx="589">
                  <c:v>1.42949816518</c:v>
                </c:pt>
                <c:pt idx="590">
                  <c:v>1.42524948288</c:v>
                </c:pt>
                <c:pt idx="591">
                  <c:v>1.4216538174</c:v>
                </c:pt>
                <c:pt idx="592">
                  <c:v>1.41694177543</c:v>
                </c:pt>
                <c:pt idx="593">
                  <c:v>1.4269937491</c:v>
                </c:pt>
                <c:pt idx="594">
                  <c:v>1.42120482227</c:v>
                </c:pt>
                <c:pt idx="595">
                  <c:v>1.40910053778</c:v>
                </c:pt>
                <c:pt idx="596">
                  <c:v>1.40321957167</c:v>
                </c:pt>
                <c:pt idx="597">
                  <c:v>1.39986416892</c:v>
                </c:pt>
                <c:pt idx="598">
                  <c:v>1.40022650459</c:v>
                </c:pt>
                <c:pt idx="599">
                  <c:v>1.4177717792</c:v>
                </c:pt>
                <c:pt idx="600">
                  <c:v>1.41368678283</c:v>
                </c:pt>
                <c:pt idx="601">
                  <c:v>1.4117796231</c:v>
                </c:pt>
                <c:pt idx="602">
                  <c:v>1.41055759306</c:v>
                </c:pt>
                <c:pt idx="603">
                  <c:v>1.42330199846</c:v>
                </c:pt>
                <c:pt idx="604">
                  <c:v>1.40713389236</c:v>
                </c:pt>
                <c:pt idx="605">
                  <c:v>1.40904503238</c:v>
                </c:pt>
                <c:pt idx="606">
                  <c:v>1.38479065507</c:v>
                </c:pt>
                <c:pt idx="607">
                  <c:v>1.37357142262</c:v>
                </c:pt>
                <c:pt idx="608">
                  <c:v>1.38467019261</c:v>
                </c:pt>
                <c:pt idx="609">
                  <c:v>1.36911621957</c:v>
                </c:pt>
                <c:pt idx="610">
                  <c:v>1.37618381848</c:v>
                </c:pt>
                <c:pt idx="611">
                  <c:v>1.38350912322</c:v>
                </c:pt>
                <c:pt idx="612">
                  <c:v>1.38072885692</c:v>
                </c:pt>
                <c:pt idx="613">
                  <c:v>1.3747975993</c:v>
                </c:pt>
                <c:pt idx="614">
                  <c:v>1.38007967582</c:v>
                </c:pt>
                <c:pt idx="615">
                  <c:v>1.38373395106</c:v>
                </c:pt>
                <c:pt idx="616">
                  <c:v>1.38476653182</c:v>
                </c:pt>
                <c:pt idx="617">
                  <c:v>1.38172406624</c:v>
                </c:pt>
                <c:pt idx="618">
                  <c:v>1.37632127681</c:v>
                </c:pt>
                <c:pt idx="619">
                  <c:v>1.38555474708</c:v>
                </c:pt>
                <c:pt idx="620">
                  <c:v>1.39307514311</c:v>
                </c:pt>
                <c:pt idx="621">
                  <c:v>1.3932712681</c:v>
                </c:pt>
                <c:pt idx="622">
                  <c:v>1.38780785876</c:v>
                </c:pt>
                <c:pt idx="623">
                  <c:v>1.391554328</c:v>
                </c:pt>
                <c:pt idx="624">
                  <c:v>1.40395780104</c:v>
                </c:pt>
                <c:pt idx="625">
                  <c:v>1.4030091301</c:v>
                </c:pt>
                <c:pt idx="626">
                  <c:v>1.40615083058</c:v>
                </c:pt>
                <c:pt idx="627">
                  <c:v>1.40912369102</c:v>
                </c:pt>
                <c:pt idx="628">
                  <c:v>1.4111009277</c:v>
                </c:pt>
                <c:pt idx="629">
                  <c:v>1.4075962805</c:v>
                </c:pt>
                <c:pt idx="630">
                  <c:v>1.4036756299</c:v>
                </c:pt>
                <c:pt idx="631">
                  <c:v>1.38800084191</c:v>
                </c:pt>
                <c:pt idx="632">
                  <c:v>1.37733358395</c:v>
                </c:pt>
                <c:pt idx="633">
                  <c:v>1.38026848592</c:v>
                </c:pt>
                <c:pt idx="634">
                  <c:v>1.37804764709</c:v>
                </c:pt>
                <c:pt idx="635">
                  <c:v>1.35946519357</c:v>
                </c:pt>
                <c:pt idx="636">
                  <c:v>1.3638281665</c:v>
                </c:pt>
                <c:pt idx="637">
                  <c:v>1.36548853238</c:v>
                </c:pt>
                <c:pt idx="638">
                  <c:v>1.3544313731</c:v>
                </c:pt>
                <c:pt idx="639">
                  <c:v>1.34741271806</c:v>
                </c:pt>
                <c:pt idx="640">
                  <c:v>1.35329762023</c:v>
                </c:pt>
                <c:pt idx="641">
                  <c:v>1.35728048651</c:v>
                </c:pt>
                <c:pt idx="642">
                  <c:v>1.36074075092</c:v>
                </c:pt>
                <c:pt idx="643">
                  <c:v>1.35548727156</c:v>
                </c:pt>
                <c:pt idx="644">
                  <c:v>1.34075085309</c:v>
                </c:pt>
                <c:pt idx="645">
                  <c:v>1.3370454739</c:v>
                </c:pt>
                <c:pt idx="646">
                  <c:v>1.34295365222</c:v>
                </c:pt>
                <c:pt idx="647">
                  <c:v>1.309789051</c:v>
                </c:pt>
                <c:pt idx="648">
                  <c:v>1.29659977253</c:v>
                </c:pt>
                <c:pt idx="649">
                  <c:v>1.34683415336</c:v>
                </c:pt>
                <c:pt idx="650">
                  <c:v>1.36612126883</c:v>
                </c:pt>
                <c:pt idx="651">
                  <c:v>1.3678668235</c:v>
                </c:pt>
                <c:pt idx="652">
                  <c:v>1.30921811691</c:v>
                </c:pt>
                <c:pt idx="653">
                  <c:v>1.31711195123</c:v>
                </c:pt>
                <c:pt idx="654">
                  <c:v>1.30487918498</c:v>
                </c:pt>
                <c:pt idx="655">
                  <c:v>1.31789494971</c:v>
                </c:pt>
                <c:pt idx="656">
                  <c:v>1.33817048614</c:v>
                </c:pt>
                <c:pt idx="657">
                  <c:v>1.34351343187</c:v>
                </c:pt>
                <c:pt idx="658">
                  <c:v>1.33589028493</c:v>
                </c:pt>
                <c:pt idx="659">
                  <c:v>1.31271668207</c:v>
                </c:pt>
                <c:pt idx="660">
                  <c:v>1.29624949529</c:v>
                </c:pt>
                <c:pt idx="661">
                  <c:v>1.31743589166</c:v>
                </c:pt>
                <c:pt idx="662">
                  <c:v>1.31922885181</c:v>
                </c:pt>
                <c:pt idx="663">
                  <c:v>1.34977509185</c:v>
                </c:pt>
                <c:pt idx="664">
                  <c:v>1.34421288178</c:v>
                </c:pt>
                <c:pt idx="665">
                  <c:v>1.34703505097</c:v>
                </c:pt>
                <c:pt idx="666">
                  <c:v>1.32104381582</c:v>
                </c:pt>
                <c:pt idx="667">
                  <c:v>1.30910960618</c:v>
                </c:pt>
                <c:pt idx="668">
                  <c:v>1.30550558334</c:v>
                </c:pt>
                <c:pt idx="669">
                  <c:v>1.28898229116</c:v>
                </c:pt>
                <c:pt idx="670">
                  <c:v>1.2785670345</c:v>
                </c:pt>
                <c:pt idx="671">
                  <c:v>1.30095015362</c:v>
                </c:pt>
                <c:pt idx="672">
                  <c:v>1.31105970788</c:v>
                </c:pt>
                <c:pt idx="673">
                  <c:v>1.32486019159</c:v>
                </c:pt>
                <c:pt idx="674">
                  <c:v>1.34304487973</c:v>
                </c:pt>
                <c:pt idx="675">
                  <c:v>1.33927436052</c:v>
                </c:pt>
                <c:pt idx="676">
                  <c:v>1.32049775686</c:v>
                </c:pt>
                <c:pt idx="677">
                  <c:v>1.31475573026</c:v>
                </c:pt>
                <c:pt idx="678">
                  <c:v>1.3190349707</c:v>
                </c:pt>
                <c:pt idx="679">
                  <c:v>1.34162393669</c:v>
                </c:pt>
                <c:pt idx="680">
                  <c:v>1.34790970089</c:v>
                </c:pt>
                <c:pt idx="681">
                  <c:v>1.3659064037</c:v>
                </c:pt>
                <c:pt idx="682">
                  <c:v>1.39317224291</c:v>
                </c:pt>
                <c:pt idx="683">
                  <c:v>1.4027301836</c:v>
                </c:pt>
                <c:pt idx="684">
                  <c:v>1.38591875598</c:v>
                </c:pt>
                <c:pt idx="685">
                  <c:v>1.38462340954</c:v>
                </c:pt>
                <c:pt idx="686">
                  <c:v>1.41202068945</c:v>
                </c:pt>
                <c:pt idx="687">
                  <c:v>1.37440115415</c:v>
                </c:pt>
                <c:pt idx="688">
                  <c:v>1.34573634002</c:v>
                </c:pt>
                <c:pt idx="689">
                  <c:v>1.32036723707</c:v>
                </c:pt>
                <c:pt idx="690">
                  <c:v>1.3285528199</c:v>
                </c:pt>
                <c:pt idx="691">
                  <c:v>1.330221171</c:v>
                </c:pt>
                <c:pt idx="692">
                  <c:v>1.32211687783</c:v>
                </c:pt>
                <c:pt idx="693">
                  <c:v>1.29545531511</c:v>
                </c:pt>
                <c:pt idx="694">
                  <c:v>1.29920426464</c:v>
                </c:pt>
                <c:pt idx="695">
                  <c:v>1.33463359653</c:v>
                </c:pt>
                <c:pt idx="696">
                  <c:v>1.34844617939</c:v>
                </c:pt>
                <c:pt idx="697">
                  <c:v>1.33810719704</c:v>
                </c:pt>
                <c:pt idx="698">
                  <c:v>1.35266014855</c:v>
                </c:pt>
                <c:pt idx="699">
                  <c:v>1.31507208278</c:v>
                </c:pt>
                <c:pt idx="700">
                  <c:v>1.31394076635</c:v>
                </c:pt>
                <c:pt idx="701">
                  <c:v>1.31525914787</c:v>
                </c:pt>
                <c:pt idx="702">
                  <c:v>1.3177425783</c:v>
                </c:pt>
                <c:pt idx="703">
                  <c:v>1.31093672499</c:v>
                </c:pt>
                <c:pt idx="704">
                  <c:v>1.32016029669</c:v>
                </c:pt>
                <c:pt idx="705">
                  <c:v>1.27492871667</c:v>
                </c:pt>
                <c:pt idx="706">
                  <c:v>1.25651263838</c:v>
                </c:pt>
                <c:pt idx="707">
                  <c:v>1.27627372542</c:v>
                </c:pt>
                <c:pt idx="708">
                  <c:v>1.31271745011</c:v>
                </c:pt>
                <c:pt idx="709">
                  <c:v>1.30430337696</c:v>
                </c:pt>
                <c:pt idx="710">
                  <c:v>1.283722786</c:v>
                </c:pt>
                <c:pt idx="711">
                  <c:v>1.31856920286</c:v>
                </c:pt>
                <c:pt idx="712">
                  <c:v>1.34626703331</c:v>
                </c:pt>
                <c:pt idx="713">
                  <c:v>1.33895501228</c:v>
                </c:pt>
                <c:pt idx="714">
                  <c:v>1.33884312434</c:v>
                </c:pt>
                <c:pt idx="715">
                  <c:v>1.3450554377</c:v>
                </c:pt>
                <c:pt idx="716">
                  <c:v>1.35019156063</c:v>
                </c:pt>
                <c:pt idx="717">
                  <c:v>1.35283678149</c:v>
                </c:pt>
                <c:pt idx="718">
                  <c:v>1.35422066337</c:v>
                </c:pt>
                <c:pt idx="719">
                  <c:v>1.35102058935</c:v>
                </c:pt>
                <c:pt idx="720">
                  <c:v>1.34756468909</c:v>
                </c:pt>
                <c:pt idx="721">
                  <c:v>1.34224422367</c:v>
                </c:pt>
                <c:pt idx="722">
                  <c:v>1.33801611729</c:v>
                </c:pt>
                <c:pt idx="723">
                  <c:v>1.33704622909</c:v>
                </c:pt>
                <c:pt idx="724">
                  <c:v>1.34320814142</c:v>
                </c:pt>
                <c:pt idx="725">
                  <c:v>1.34246891425</c:v>
                </c:pt>
                <c:pt idx="726">
                  <c:v>1.33464468475</c:v>
                </c:pt>
                <c:pt idx="727">
                  <c:v>1.33877098341</c:v>
                </c:pt>
                <c:pt idx="728">
                  <c:v>1.33499250068</c:v>
                </c:pt>
                <c:pt idx="729">
                  <c:v>1.32284591664</c:v>
                </c:pt>
                <c:pt idx="730">
                  <c:v>1.32858284694</c:v>
                </c:pt>
                <c:pt idx="731">
                  <c:v>1.33063745941</c:v>
                </c:pt>
                <c:pt idx="732">
                  <c:v>1.33381687196</c:v>
                </c:pt>
                <c:pt idx="733">
                  <c:v>1.33380273828</c:v>
                </c:pt>
                <c:pt idx="734">
                  <c:v>1.33735307391</c:v>
                </c:pt>
                <c:pt idx="735">
                  <c:v>1.34134349556</c:v>
                </c:pt>
                <c:pt idx="736">
                  <c:v>1.32836803177</c:v>
                </c:pt>
                <c:pt idx="737">
                  <c:v>1.3220415446</c:v>
                </c:pt>
                <c:pt idx="738">
                  <c:v>1.31954563693</c:v>
                </c:pt>
                <c:pt idx="739">
                  <c:v>1.32294608281</c:v>
                </c:pt>
                <c:pt idx="740">
                  <c:v>1.30586830471</c:v>
                </c:pt>
                <c:pt idx="741">
                  <c:v>1.29736356083</c:v>
                </c:pt>
                <c:pt idx="742">
                  <c:v>1.29613608271</c:v>
                </c:pt>
                <c:pt idx="743">
                  <c:v>1.29377634761</c:v>
                </c:pt>
                <c:pt idx="744">
                  <c:v>1.29398249683</c:v>
                </c:pt>
                <c:pt idx="745">
                  <c:v>1.29879962874</c:v>
                </c:pt>
                <c:pt idx="746">
                  <c:v>1.29888481323</c:v>
                </c:pt>
                <c:pt idx="747">
                  <c:v>1.3051116072</c:v>
                </c:pt>
                <c:pt idx="748">
                  <c:v>1.30222113345</c:v>
                </c:pt>
                <c:pt idx="749">
                  <c:v>1.30069010249</c:v>
                </c:pt>
                <c:pt idx="750">
                  <c:v>1.29987738305</c:v>
                </c:pt>
                <c:pt idx="751">
                  <c:v>1.30310033354</c:v>
                </c:pt>
                <c:pt idx="752">
                  <c:v>1.30383904828</c:v>
                </c:pt>
                <c:pt idx="753">
                  <c:v>1.30033135538</c:v>
                </c:pt>
                <c:pt idx="754">
                  <c:v>1.2854474703</c:v>
                </c:pt>
                <c:pt idx="755">
                  <c:v>1.27726195892</c:v>
                </c:pt>
                <c:pt idx="756">
                  <c:v>1.2838219892</c:v>
                </c:pt>
                <c:pt idx="757">
                  <c:v>1.2726314387</c:v>
                </c:pt>
                <c:pt idx="758">
                  <c:v>1.27185961297</c:v>
                </c:pt>
                <c:pt idx="759">
                  <c:v>1.27147386291</c:v>
                </c:pt>
                <c:pt idx="760">
                  <c:v>1.27340315589</c:v>
                </c:pt>
                <c:pt idx="761">
                  <c:v>1.27108778724</c:v>
                </c:pt>
                <c:pt idx="762">
                  <c:v>1.28305027202</c:v>
                </c:pt>
                <c:pt idx="763">
                  <c:v>1.28806675937</c:v>
                </c:pt>
                <c:pt idx="764">
                  <c:v>1.28613714078</c:v>
                </c:pt>
                <c:pt idx="765">
                  <c:v>1.27456073168</c:v>
                </c:pt>
                <c:pt idx="766">
                  <c:v>1.27726195892</c:v>
                </c:pt>
                <c:pt idx="767">
                  <c:v>1.27687610033</c:v>
                </c:pt>
                <c:pt idx="768">
                  <c:v>1.27764792606</c:v>
                </c:pt>
                <c:pt idx="769">
                  <c:v>1.28343591353</c:v>
                </c:pt>
                <c:pt idx="770">
                  <c:v>1.27571852454</c:v>
                </c:pt>
                <c:pt idx="771">
                  <c:v>1.28305027202</c:v>
                </c:pt>
                <c:pt idx="772">
                  <c:v>1.27919136044</c:v>
                </c:pt>
                <c:pt idx="773">
                  <c:v>1.27726195892</c:v>
                </c:pt>
                <c:pt idx="774">
                  <c:v>1.27726195892</c:v>
                </c:pt>
                <c:pt idx="775">
                  <c:v>1.27224547156</c:v>
                </c:pt>
                <c:pt idx="776">
                  <c:v>1.27242849777</c:v>
                </c:pt>
                <c:pt idx="777">
                  <c:v>1.2794962107</c:v>
                </c:pt>
                <c:pt idx="778">
                  <c:v>1.28378591983</c:v>
                </c:pt>
                <c:pt idx="779">
                  <c:v>1.29110732691</c:v>
                </c:pt>
                <c:pt idx="780">
                  <c:v>1.27907589001</c:v>
                </c:pt>
                <c:pt idx="781">
                  <c:v>1.28458476345</c:v>
                </c:pt>
                <c:pt idx="782">
                  <c:v>1.28266484612</c:v>
                </c:pt>
                <c:pt idx="783">
                  <c:v>1.29187837734</c:v>
                </c:pt>
                <c:pt idx="784">
                  <c:v>1.28892256458</c:v>
                </c:pt>
                <c:pt idx="785">
                  <c:v>1.28424248016</c:v>
                </c:pt>
                <c:pt idx="786">
                  <c:v>1.28454042371</c:v>
                </c:pt>
                <c:pt idx="787">
                  <c:v>1.27681170579</c:v>
                </c:pt>
                <c:pt idx="788">
                  <c:v>1.2884090547</c:v>
                </c:pt>
                <c:pt idx="789">
                  <c:v>1.29142747855</c:v>
                </c:pt>
                <c:pt idx="790">
                  <c:v>1.29102226219</c:v>
                </c:pt>
                <c:pt idx="791">
                  <c:v>1.30837284417</c:v>
                </c:pt>
                <c:pt idx="792">
                  <c:v>1.32258970977</c:v>
                </c:pt>
                <c:pt idx="793">
                  <c:v>1.32461041128</c:v>
                </c:pt>
                <c:pt idx="794">
                  <c:v>1.31272882896</c:v>
                </c:pt>
                <c:pt idx="795">
                  <c:v>1.31465762842</c:v>
                </c:pt>
                <c:pt idx="796">
                  <c:v>1.32345636678</c:v>
                </c:pt>
                <c:pt idx="797">
                  <c:v>1.32285536576</c:v>
                </c:pt>
                <c:pt idx="798">
                  <c:v>1.31324029827</c:v>
                </c:pt>
                <c:pt idx="799">
                  <c:v>1.32000468497</c:v>
                </c:pt>
                <c:pt idx="800">
                  <c:v>1.32150450333</c:v>
                </c:pt>
                <c:pt idx="801">
                  <c:v>1.323167997</c:v>
                </c:pt>
                <c:pt idx="802">
                  <c:v>1.31650442034</c:v>
                </c:pt>
                <c:pt idx="803">
                  <c:v>1.31623955454</c:v>
                </c:pt>
                <c:pt idx="804">
                  <c:v>1.3098783072</c:v>
                </c:pt>
                <c:pt idx="805">
                  <c:v>1.30802347736</c:v>
                </c:pt>
                <c:pt idx="806">
                  <c:v>1.29447174976</c:v>
                </c:pt>
                <c:pt idx="807">
                  <c:v>1.30288519656</c:v>
                </c:pt>
                <c:pt idx="808">
                  <c:v>1.30467553478</c:v>
                </c:pt>
                <c:pt idx="809">
                  <c:v>1.30362691795</c:v>
                </c:pt>
                <c:pt idx="810">
                  <c:v>1.29789215721</c:v>
                </c:pt>
                <c:pt idx="811">
                  <c:v>1.29469205004</c:v>
                </c:pt>
                <c:pt idx="812">
                  <c:v>1.2941463236</c:v>
                </c:pt>
                <c:pt idx="813">
                  <c:v>1.28892273231</c:v>
                </c:pt>
                <c:pt idx="814">
                  <c:v>1.28930048068</c:v>
                </c:pt>
                <c:pt idx="815">
                  <c:v>1.28878884087</c:v>
                </c:pt>
                <c:pt idx="816">
                  <c:v>1.29493023542</c:v>
                </c:pt>
                <c:pt idx="817">
                  <c:v>1.28538320931</c:v>
                </c:pt>
                <c:pt idx="818">
                  <c:v>1.2952284927</c:v>
                </c:pt>
                <c:pt idx="819">
                  <c:v>1.29373063032</c:v>
                </c:pt>
                <c:pt idx="820">
                  <c:v>1.28226921547</c:v>
                </c:pt>
                <c:pt idx="821">
                  <c:v>1.28274429019</c:v>
                </c:pt>
                <c:pt idx="822">
                  <c:v>1.28621120836</c:v>
                </c:pt>
                <c:pt idx="823">
                  <c:v>1.29165544961</c:v>
                </c:pt>
                <c:pt idx="824">
                  <c:v>1.29620281272</c:v>
                </c:pt>
                <c:pt idx="825">
                  <c:v>1.29184888496</c:v>
                </c:pt>
                <c:pt idx="826">
                  <c:v>1.30318020694</c:v>
                </c:pt>
                <c:pt idx="827">
                  <c:v>1.30567946237</c:v>
                </c:pt>
                <c:pt idx="828">
                  <c:v>1.32768183151</c:v>
                </c:pt>
                <c:pt idx="829">
                  <c:v>1.31729462037</c:v>
                </c:pt>
                <c:pt idx="830">
                  <c:v>1.30911771077</c:v>
                </c:pt>
                <c:pt idx="831">
                  <c:v>1.33095281279</c:v>
                </c:pt>
                <c:pt idx="832">
                  <c:v>1.33440913582</c:v>
                </c:pt>
                <c:pt idx="833">
                  <c:v>1.32458336976</c:v>
                </c:pt>
                <c:pt idx="834">
                  <c:v>1.32459147261</c:v>
                </c:pt>
                <c:pt idx="835">
                  <c:v>1.33461405793</c:v>
                </c:pt>
                <c:pt idx="836">
                  <c:v>1.33019666078</c:v>
                </c:pt>
                <c:pt idx="837">
                  <c:v>1.33583903252</c:v>
                </c:pt>
                <c:pt idx="838">
                  <c:v>1.33061800806</c:v>
                </c:pt>
                <c:pt idx="839">
                  <c:v>1.34458367235</c:v>
                </c:pt>
                <c:pt idx="840">
                  <c:v>1.3576438104</c:v>
                </c:pt>
                <c:pt idx="841">
                  <c:v>1.35540933363</c:v>
                </c:pt>
                <c:pt idx="842">
                  <c:v>1.35652417296</c:v>
                </c:pt>
                <c:pt idx="843">
                  <c:v>1.35590499549</c:v>
                </c:pt>
                <c:pt idx="844">
                  <c:v>1.3603478209</c:v>
                </c:pt>
                <c:pt idx="845">
                  <c:v>1.35836572391</c:v>
                </c:pt>
                <c:pt idx="846">
                  <c:v>1.3666116971</c:v>
                </c:pt>
                <c:pt idx="847">
                  <c:v>1.35316097243</c:v>
                </c:pt>
                <c:pt idx="848">
                  <c:v>1.362294296</c:v>
                </c:pt>
                <c:pt idx="849">
                  <c:v>1.36523415428</c:v>
                </c:pt>
                <c:pt idx="850">
                  <c:v>1.36060238871</c:v>
                </c:pt>
                <c:pt idx="851">
                  <c:v>1.36144020232</c:v>
                </c:pt>
                <c:pt idx="852">
                  <c:v>1.35479704273</c:v>
                </c:pt>
                <c:pt idx="853">
                  <c:v>1.35875700357</c:v>
                </c:pt>
                <c:pt idx="854">
                  <c:v>1.34917509303</c:v>
                </c:pt>
                <c:pt idx="855">
                  <c:v>1.35019496941</c:v>
                </c:pt>
                <c:pt idx="856">
                  <c:v>1.35495513492</c:v>
                </c:pt>
                <c:pt idx="857">
                  <c:v>1.36100077996</c:v>
                </c:pt>
                <c:pt idx="858">
                  <c:v>1.35565721167</c:v>
                </c:pt>
                <c:pt idx="859">
                  <c:v>1.36177638479</c:v>
                </c:pt>
                <c:pt idx="860">
                  <c:v>1.35744055514</c:v>
                </c:pt>
                <c:pt idx="861">
                  <c:v>1.35751214661</c:v>
                </c:pt>
                <c:pt idx="862">
                  <c:v>1.35637244853</c:v>
                </c:pt>
                <c:pt idx="863">
                  <c:v>1.35484119496</c:v>
                </c:pt>
                <c:pt idx="864">
                  <c:v>1.35320355213</c:v>
                </c:pt>
                <c:pt idx="865">
                  <c:v>1.35545109662</c:v>
                </c:pt>
                <c:pt idx="866">
                  <c:v>1.34839662176</c:v>
                </c:pt>
                <c:pt idx="867">
                  <c:v>1.34648728756</c:v>
                </c:pt>
                <c:pt idx="868">
                  <c:v>1.35561692386</c:v>
                </c:pt>
                <c:pt idx="869">
                  <c:v>1.34624444172</c:v>
                </c:pt>
                <c:pt idx="870">
                  <c:v>1.34475266585</c:v>
                </c:pt>
                <c:pt idx="871">
                  <c:v>1.3426831477</c:v>
                </c:pt>
                <c:pt idx="872">
                  <c:v>1.3498594154</c:v>
                </c:pt>
                <c:pt idx="873">
                  <c:v>1.34915397768</c:v>
                </c:pt>
                <c:pt idx="874">
                  <c:v>1.34875647394</c:v>
                </c:pt>
                <c:pt idx="875">
                  <c:v>1.34188144449</c:v>
                </c:pt>
                <c:pt idx="876">
                  <c:v>1.34070322602</c:v>
                </c:pt>
                <c:pt idx="877">
                  <c:v>1.35175766356</c:v>
                </c:pt>
                <c:pt idx="878">
                  <c:v>1.34982898539</c:v>
                </c:pt>
                <c:pt idx="879">
                  <c:v>1.35086445835</c:v>
                </c:pt>
                <c:pt idx="880">
                  <c:v>1.34295447895</c:v>
                </c:pt>
                <c:pt idx="881">
                  <c:v>1.35181158378</c:v>
                </c:pt>
                <c:pt idx="882">
                  <c:v>1.34861460251</c:v>
                </c:pt>
                <c:pt idx="883">
                  <c:v>1.35387256124</c:v>
                </c:pt>
                <c:pt idx="884">
                  <c:v>1.35451562423</c:v>
                </c:pt>
                <c:pt idx="885">
                  <c:v>1.34132170441</c:v>
                </c:pt>
                <c:pt idx="886">
                  <c:v>1.35594159021</c:v>
                </c:pt>
                <c:pt idx="887">
                  <c:v>1.34868751889</c:v>
                </c:pt>
                <c:pt idx="888">
                  <c:v>1.35392025058</c:v>
                </c:pt>
                <c:pt idx="889">
                  <c:v>1.3516608239</c:v>
                </c:pt>
                <c:pt idx="890">
                  <c:v>1.35157648678</c:v>
                </c:pt>
                <c:pt idx="891">
                  <c:v>1.36256921034</c:v>
                </c:pt>
                <c:pt idx="892">
                  <c:v>1.35518004866</c:v>
                </c:pt>
                <c:pt idx="893">
                  <c:v>1.35589998827</c:v>
                </c:pt>
                <c:pt idx="894">
                  <c:v>1.34832081815</c:v>
                </c:pt>
                <c:pt idx="895">
                  <c:v>1.34670985452</c:v>
                </c:pt>
                <c:pt idx="896">
                  <c:v>1.33751203723</c:v>
                </c:pt>
                <c:pt idx="897">
                  <c:v>1.34040530296</c:v>
                </c:pt>
                <c:pt idx="898">
                  <c:v>1.34644125317</c:v>
                </c:pt>
                <c:pt idx="899">
                  <c:v>1.35065143988</c:v>
                </c:pt>
                <c:pt idx="900">
                  <c:v>1.34535121969</c:v>
                </c:pt>
                <c:pt idx="901">
                  <c:v>1.34970087404</c:v>
                </c:pt>
                <c:pt idx="902">
                  <c:v>1.36517352006</c:v>
                </c:pt>
                <c:pt idx="903">
                  <c:v>1.36301282495</c:v>
                </c:pt>
                <c:pt idx="904">
                  <c:v>1.36120898452</c:v>
                </c:pt>
                <c:pt idx="905">
                  <c:v>1.35502015349</c:v>
                </c:pt>
                <c:pt idx="906">
                  <c:v>1.34523781359</c:v>
                </c:pt>
                <c:pt idx="907">
                  <c:v>1.34882360004</c:v>
                </c:pt>
                <c:pt idx="908">
                  <c:v>1.34351633278</c:v>
                </c:pt>
                <c:pt idx="909">
                  <c:v>1.350821332</c:v>
                </c:pt>
                <c:pt idx="910">
                  <c:v>1.36391440869</c:v>
                </c:pt>
                <c:pt idx="911">
                  <c:v>1.36275428736</c:v>
                </c:pt>
                <c:pt idx="912">
                  <c:v>1.35142909178</c:v>
                </c:pt>
                <c:pt idx="913">
                  <c:v>1.35309635688</c:v>
                </c:pt>
                <c:pt idx="914">
                  <c:v>1.36008894132</c:v>
                </c:pt>
                <c:pt idx="915">
                  <c:v>1.36364511716</c:v>
                </c:pt>
                <c:pt idx="916">
                  <c:v>1.3558147399</c:v>
                </c:pt>
                <c:pt idx="917">
                  <c:v>1.35626007059</c:v>
                </c:pt>
                <c:pt idx="918">
                  <c:v>1.36578063529</c:v>
                </c:pt>
                <c:pt idx="919">
                  <c:v>1.37211334668</c:v>
                </c:pt>
                <c:pt idx="920">
                  <c:v>1.37153417482</c:v>
                </c:pt>
                <c:pt idx="921">
                  <c:v>1.35319102428</c:v>
                </c:pt>
                <c:pt idx="922">
                  <c:v>1.37476834827</c:v>
                </c:pt>
                <c:pt idx="923">
                  <c:v>1.37792840988</c:v>
                </c:pt>
                <c:pt idx="924">
                  <c:v>1.36436041057</c:v>
                </c:pt>
                <c:pt idx="925">
                  <c:v>1.34982294992</c:v>
                </c:pt>
                <c:pt idx="926">
                  <c:v>1.3549543456</c:v>
                </c:pt>
                <c:pt idx="927">
                  <c:v>1.34942667161</c:v>
                </c:pt>
                <c:pt idx="928">
                  <c:v>1.35662834219</c:v>
                </c:pt>
                <c:pt idx="929">
                  <c:v>1.349334276</c:v>
                </c:pt>
                <c:pt idx="930">
                  <c:v>1.35087477823</c:v>
                </c:pt>
                <c:pt idx="931">
                  <c:v>1.34972860126</c:v>
                </c:pt>
                <c:pt idx="932">
                  <c:v>1.34807441445</c:v>
                </c:pt>
                <c:pt idx="933">
                  <c:v>1.35564439212</c:v>
                </c:pt>
                <c:pt idx="934">
                  <c:v>1.34287745097</c:v>
                </c:pt>
                <c:pt idx="935">
                  <c:v>1.33509941569</c:v>
                </c:pt>
                <c:pt idx="936">
                  <c:v>1.33032850404</c:v>
                </c:pt>
                <c:pt idx="937">
                  <c:v>1.32638069503</c:v>
                </c:pt>
                <c:pt idx="938">
                  <c:v>1.33282213067</c:v>
                </c:pt>
                <c:pt idx="939">
                  <c:v>1.33000492537</c:v>
                </c:pt>
                <c:pt idx="940">
                  <c:v>1.34638144928</c:v>
                </c:pt>
                <c:pt idx="941">
                  <c:v>1.32541983884</c:v>
                </c:pt>
                <c:pt idx="942">
                  <c:v>1.33785814503</c:v>
                </c:pt>
                <c:pt idx="943">
                  <c:v>1.34590977381</c:v>
                </c:pt>
                <c:pt idx="944">
                  <c:v>1.36460238243</c:v>
                </c:pt>
                <c:pt idx="945">
                  <c:v>1.36215557531</c:v>
                </c:pt>
                <c:pt idx="946">
                  <c:v>1.35698352004</c:v>
                </c:pt>
                <c:pt idx="947">
                  <c:v>1.36318411132</c:v>
                </c:pt>
                <c:pt idx="948">
                  <c:v>1.36683868104</c:v>
                </c:pt>
                <c:pt idx="949">
                  <c:v>1.36120085643</c:v>
                </c:pt>
                <c:pt idx="950">
                  <c:v>1.35656543944</c:v>
                </c:pt>
                <c:pt idx="951">
                  <c:v>1.35700942539</c:v>
                </c:pt>
                <c:pt idx="952">
                  <c:v>1.35907147999</c:v>
                </c:pt>
                <c:pt idx="953">
                  <c:v>1.36360177576</c:v>
                </c:pt>
                <c:pt idx="954">
                  <c:v>1.35740687944</c:v>
                </c:pt>
                <c:pt idx="955">
                  <c:v>1.35791759498</c:v>
                </c:pt>
                <c:pt idx="956">
                  <c:v>1.36649023139</c:v>
                </c:pt>
                <c:pt idx="957">
                  <c:v>1.36774879877</c:v>
                </c:pt>
                <c:pt idx="958">
                  <c:v>1.36874037075</c:v>
                </c:pt>
                <c:pt idx="959">
                  <c:v>1.36464607264</c:v>
                </c:pt>
                <c:pt idx="960">
                  <c:v>1.36131804774</c:v>
                </c:pt>
                <c:pt idx="961">
                  <c:v>1.34782604397</c:v>
                </c:pt>
                <c:pt idx="962">
                  <c:v>1.35019104864</c:v>
                </c:pt>
                <c:pt idx="963">
                  <c:v>1.34811879501</c:v>
                </c:pt>
                <c:pt idx="964">
                  <c:v>1.33779566577</c:v>
                </c:pt>
                <c:pt idx="965">
                  <c:v>1.33514125731</c:v>
                </c:pt>
                <c:pt idx="966">
                  <c:v>1.33912753229</c:v>
                </c:pt>
                <c:pt idx="967">
                  <c:v>1.32748400981</c:v>
                </c:pt>
                <c:pt idx="968">
                  <c:v>1.32108741151</c:v>
                </c:pt>
                <c:pt idx="969">
                  <c:v>1.31462874687</c:v>
                </c:pt>
                <c:pt idx="970">
                  <c:v>1.30477645545</c:v>
                </c:pt>
                <c:pt idx="971">
                  <c:v>1.30033112423</c:v>
                </c:pt>
                <c:pt idx="972">
                  <c:v>1.30639514182</c:v>
                </c:pt>
                <c:pt idx="973">
                  <c:v>1.32073969248</c:v>
                </c:pt>
                <c:pt idx="974">
                  <c:v>1.32333062627</c:v>
                </c:pt>
                <c:pt idx="975">
                  <c:v>1.32194367819</c:v>
                </c:pt>
                <c:pt idx="976">
                  <c:v>1.31587073906</c:v>
                </c:pt>
                <c:pt idx="977">
                  <c:v>1.33223255591</c:v>
                </c:pt>
                <c:pt idx="978">
                  <c:v>1.33932894849</c:v>
                </c:pt>
                <c:pt idx="979">
                  <c:v>1.34017048279</c:v>
                </c:pt>
                <c:pt idx="980">
                  <c:v>1.33447567708</c:v>
                </c:pt>
                <c:pt idx="981">
                  <c:v>1.3374533016</c:v>
                </c:pt>
                <c:pt idx="982">
                  <c:v>1.32320488036</c:v>
                </c:pt>
                <c:pt idx="983">
                  <c:v>1.31848069072</c:v>
                </c:pt>
                <c:pt idx="984">
                  <c:v>1.3134811565</c:v>
                </c:pt>
                <c:pt idx="985">
                  <c:v>1.30767739259</c:v>
                </c:pt>
                <c:pt idx="986">
                  <c:v>1.29720975082</c:v>
                </c:pt>
                <c:pt idx="987">
                  <c:v>1.29812714357</c:v>
                </c:pt>
                <c:pt idx="988">
                  <c:v>1.29948981114</c:v>
                </c:pt>
                <c:pt idx="989">
                  <c:v>1.29663193231</c:v>
                </c:pt>
                <c:pt idx="990">
                  <c:v>1.30947594937</c:v>
                </c:pt>
                <c:pt idx="991">
                  <c:v>1.32591922925</c:v>
                </c:pt>
                <c:pt idx="992">
                  <c:v>1.31832103119</c:v>
                </c:pt>
                <c:pt idx="993">
                  <c:v>1.31353648846</c:v>
                </c:pt>
                <c:pt idx="994">
                  <c:v>1.28155773416</c:v>
                </c:pt>
                <c:pt idx="995">
                  <c:v>1.27017393869</c:v>
                </c:pt>
                <c:pt idx="996">
                  <c:v>1.27064845814</c:v>
                </c:pt>
                <c:pt idx="997">
                  <c:v>1.27950491418</c:v>
                </c:pt>
                <c:pt idx="998">
                  <c:v>1.29667523293</c:v>
                </c:pt>
                <c:pt idx="999">
                  <c:v>1.29375644589</c:v>
                </c:pt>
                <c:pt idx="1000">
                  <c:v>1.27764268924</c:v>
                </c:pt>
                <c:pt idx="1001">
                  <c:v>1.24748695839</c:v>
                </c:pt>
                <c:pt idx="1002">
                  <c:v>1.26412347043</c:v>
                </c:pt>
                <c:pt idx="1003">
                  <c:v>1.27441053481</c:v>
                </c:pt>
                <c:pt idx="1004">
                  <c:v>1.2753083468</c:v>
                </c:pt>
                <c:pt idx="1005">
                  <c:v>1.26497757337</c:v>
                </c:pt>
                <c:pt idx="1006">
                  <c:v>1.26908147939</c:v>
                </c:pt>
                <c:pt idx="1007">
                  <c:v>1.26068770267</c:v>
                </c:pt>
                <c:pt idx="1008">
                  <c:v>1.25130736811</c:v>
                </c:pt>
                <c:pt idx="1009">
                  <c:v>1.26101682515</c:v>
                </c:pt>
                <c:pt idx="1010">
                  <c:v>1.26653452356</c:v>
                </c:pt>
                <c:pt idx="1011">
                  <c:v>1.24778390172</c:v>
                </c:pt>
                <c:pt idx="1012">
                  <c:v>1.24414958386</c:v>
                </c:pt>
                <c:pt idx="1013">
                  <c:v>1.23123802373</c:v>
                </c:pt>
                <c:pt idx="1014">
                  <c:v>1.23125544974</c:v>
                </c:pt>
                <c:pt idx="1015">
                  <c:v>1.22477163079</c:v>
                </c:pt>
                <c:pt idx="1016">
                  <c:v>1.23148465793</c:v>
                </c:pt>
                <c:pt idx="1017">
                  <c:v>1.22958848322</c:v>
                </c:pt>
                <c:pt idx="1018">
                  <c:v>1.23029427598</c:v>
                </c:pt>
                <c:pt idx="1019">
                  <c:v>1.2297671765</c:v>
                </c:pt>
                <c:pt idx="1020">
                  <c:v>1.24524053731</c:v>
                </c:pt>
                <c:pt idx="1021">
                  <c:v>1.24841332219</c:v>
                </c:pt>
                <c:pt idx="1022">
                  <c:v>1.24032843797</c:v>
                </c:pt>
                <c:pt idx="1023">
                  <c:v>1.25035545723</c:v>
                </c:pt>
                <c:pt idx="1024">
                  <c:v>1.25857602866</c:v>
                </c:pt>
                <c:pt idx="1025">
                  <c:v>1.23934200593</c:v>
                </c:pt>
                <c:pt idx="1026">
                  <c:v>1.25316927365</c:v>
                </c:pt>
                <c:pt idx="1027">
                  <c:v>1.24861802273</c:v>
                </c:pt>
                <c:pt idx="1028">
                  <c:v>1.25526902338</c:v>
                </c:pt>
                <c:pt idx="1029">
                  <c:v>1.25605703103</c:v>
                </c:pt>
                <c:pt idx="1030">
                  <c:v>1.25048059702</c:v>
                </c:pt>
                <c:pt idx="1031">
                  <c:v>1.24700344214</c:v>
                </c:pt>
                <c:pt idx="1032">
                  <c:v>1.23814220045</c:v>
                </c:pt>
                <c:pt idx="1033">
                  <c:v>1.24082825969</c:v>
                </c:pt>
                <c:pt idx="1034">
                  <c:v>1.23744256602</c:v>
                </c:pt>
                <c:pt idx="1035">
                  <c:v>1.24077035051</c:v>
                </c:pt>
                <c:pt idx="1036">
                  <c:v>1.24499059385</c:v>
                </c:pt>
                <c:pt idx="1037">
                  <c:v>1.24476128741</c:v>
                </c:pt>
                <c:pt idx="1038">
                  <c:v>1.24417267999</c:v>
                </c:pt>
                <c:pt idx="1039">
                  <c:v>1.24842097637</c:v>
                </c:pt>
                <c:pt idx="1040">
                  <c:v>1.24938661883</c:v>
                </c:pt>
                <c:pt idx="1041">
                  <c:v>1.25084145571</c:v>
                </c:pt>
                <c:pt idx="1042">
                  <c:v>1.246176818</c:v>
                </c:pt>
                <c:pt idx="1043">
                  <c:v>1.23770944657</c:v>
                </c:pt>
                <c:pt idx="1044">
                  <c:v>1.2455909946</c:v>
                </c:pt>
                <c:pt idx="1045">
                  <c:v>1.25412272068</c:v>
                </c:pt>
                <c:pt idx="1046">
                  <c:v>1.25119948885</c:v>
                </c:pt>
                <c:pt idx="1047">
                  <c:v>1.25354568438</c:v>
                </c:pt>
                <c:pt idx="1048">
                  <c:v>1.2538232461</c:v>
                </c:pt>
                <c:pt idx="1049">
                  <c:v>1.25562697651</c:v>
                </c:pt>
                <c:pt idx="1050">
                  <c:v>1.25672550919</c:v>
                </c:pt>
                <c:pt idx="1051">
                  <c:v>1.26093239869</c:v>
                </c:pt>
                <c:pt idx="1052">
                  <c:v>1.26032169836</c:v>
                </c:pt>
                <c:pt idx="1053">
                  <c:v>1.25287614957</c:v>
                </c:pt>
                <c:pt idx="1054">
                  <c:v>1.26200632195</c:v>
                </c:pt>
                <c:pt idx="1055">
                  <c:v>1.2649709213</c:v>
                </c:pt>
                <c:pt idx="1056">
                  <c:v>1.26590684353</c:v>
                </c:pt>
                <c:pt idx="1057">
                  <c:v>1.27411240114</c:v>
                </c:pt>
                <c:pt idx="1058">
                  <c:v>1.27706875995</c:v>
                </c:pt>
                <c:pt idx="1059">
                  <c:v>1.27655428007</c:v>
                </c:pt>
                <c:pt idx="1060">
                  <c:v>1.28229814042</c:v>
                </c:pt>
                <c:pt idx="1061">
                  <c:v>1.27905857307</c:v>
                </c:pt>
                <c:pt idx="1062">
                  <c:v>1.26103998233</c:v>
                </c:pt>
                <c:pt idx="1063">
                  <c:v>1.27350593757</c:v>
                </c:pt>
                <c:pt idx="1064">
                  <c:v>1.27907098466</c:v>
                </c:pt>
                <c:pt idx="1065">
                  <c:v>1.27505535107</c:v>
                </c:pt>
                <c:pt idx="1066">
                  <c:v>1.27482795662</c:v>
                </c:pt>
                <c:pt idx="1067">
                  <c:v>1.27470957294</c:v>
                </c:pt>
                <c:pt idx="1068">
                  <c:v>1.27291217636</c:v>
                </c:pt>
                <c:pt idx="1069">
                  <c:v>1.2890054592</c:v>
                </c:pt>
                <c:pt idx="1070">
                  <c:v>1.29091339487</c:v>
                </c:pt>
                <c:pt idx="1071">
                  <c:v>1.2879190348</c:v>
                </c:pt>
                <c:pt idx="1072">
                  <c:v>1.28970764678</c:v>
                </c:pt>
                <c:pt idx="1073">
                  <c:v>1.28928142529</c:v>
                </c:pt>
                <c:pt idx="1074">
                  <c:v>1.2966896619</c:v>
                </c:pt>
                <c:pt idx="1075">
                  <c:v>1.31380461613</c:v>
                </c:pt>
                <c:pt idx="1076">
                  <c:v>1.31907840575</c:v>
                </c:pt>
                <c:pt idx="1077">
                  <c:v>1.31523974102</c:v>
                </c:pt>
                <c:pt idx="1078">
                  <c:v>1.32489713004</c:v>
                </c:pt>
                <c:pt idx="1079">
                  <c:v>1.33033625792</c:v>
                </c:pt>
                <c:pt idx="1080">
                  <c:v>1.32625004334</c:v>
                </c:pt>
                <c:pt idx="1081">
                  <c:v>1.32558789531</c:v>
                </c:pt>
                <c:pt idx="1082">
                  <c:v>1.32563325987</c:v>
                </c:pt>
                <c:pt idx="1083">
                  <c:v>1.33022216063</c:v>
                </c:pt>
                <c:pt idx="1084">
                  <c:v>1.32523340067</c:v>
                </c:pt>
                <c:pt idx="1085">
                  <c:v>1.32290865294</c:v>
                </c:pt>
                <c:pt idx="1086">
                  <c:v>1.32930299604</c:v>
                </c:pt>
                <c:pt idx="1087">
                  <c:v>1.33209263735</c:v>
                </c:pt>
                <c:pt idx="1088">
                  <c:v>1.34953191488</c:v>
                </c:pt>
                <c:pt idx="1089">
                  <c:v>1.3475212188</c:v>
                </c:pt>
                <c:pt idx="1090">
                  <c:v>1.3446468817</c:v>
                </c:pt>
                <c:pt idx="1091">
                  <c:v>1.35157047133</c:v>
                </c:pt>
                <c:pt idx="1092">
                  <c:v>1.34840977289</c:v>
                </c:pt>
                <c:pt idx="1093">
                  <c:v>1.35743388854</c:v>
                </c:pt>
                <c:pt idx="1094">
                  <c:v>1.36931496659</c:v>
                </c:pt>
                <c:pt idx="1095">
                  <c:v>1.37386852301</c:v>
                </c:pt>
                <c:pt idx="1096">
                  <c:v>1.38435771151</c:v>
                </c:pt>
                <c:pt idx="1097">
                  <c:v>1.3875338699</c:v>
                </c:pt>
                <c:pt idx="1098">
                  <c:v>1.37546134187</c:v>
                </c:pt>
                <c:pt idx="1099">
                  <c:v>1.38627648672</c:v>
                </c:pt>
                <c:pt idx="1100">
                  <c:v>1.39100627282</c:v>
                </c:pt>
                <c:pt idx="1101">
                  <c:v>1.39578109278</c:v>
                </c:pt>
                <c:pt idx="1102">
                  <c:v>1.37614349834</c:v>
                </c:pt>
                <c:pt idx="1103">
                  <c:v>1.39816081576</c:v>
                </c:pt>
                <c:pt idx="1104">
                  <c:v>1.3795069855</c:v>
                </c:pt>
                <c:pt idx="1105">
                  <c:v>1.38275256288</c:v>
                </c:pt>
                <c:pt idx="1106">
                  <c:v>1.38114501774</c:v>
                </c:pt>
                <c:pt idx="1107">
                  <c:v>1.37856618382</c:v>
                </c:pt>
                <c:pt idx="1108">
                  <c:v>1.37472201955</c:v>
                </c:pt>
                <c:pt idx="1109">
                  <c:v>1.37260884844</c:v>
                </c:pt>
                <c:pt idx="1110">
                  <c:v>1.3687399792</c:v>
                </c:pt>
                <c:pt idx="1111">
                  <c:v>1.3769561252</c:v>
                </c:pt>
                <c:pt idx="1112">
                  <c:v>1.37381102332</c:v>
                </c:pt>
                <c:pt idx="1113">
                  <c:v>1.37415224522</c:v>
                </c:pt>
                <c:pt idx="1114">
                  <c:v>1.38210516378</c:v>
                </c:pt>
                <c:pt idx="1115">
                  <c:v>1.38972377171</c:v>
                </c:pt>
                <c:pt idx="1116">
                  <c:v>1.36679351119</c:v>
                </c:pt>
                <c:pt idx="1117">
                  <c:v>1.37538067101</c:v>
                </c:pt>
                <c:pt idx="1118">
                  <c:v>1.38087275129</c:v>
                </c:pt>
                <c:pt idx="1119">
                  <c:v>1.38416766257</c:v>
                </c:pt>
                <c:pt idx="1120">
                  <c:v>1.38868620646</c:v>
                </c:pt>
                <c:pt idx="1121">
                  <c:v>1.38719206027</c:v>
                </c:pt>
                <c:pt idx="1122">
                  <c:v>1.38574861254</c:v>
                </c:pt>
                <c:pt idx="1123">
                  <c:v>1.39388005412</c:v>
                </c:pt>
                <c:pt idx="1124">
                  <c:v>1.39752658185</c:v>
                </c:pt>
                <c:pt idx="1125">
                  <c:v>1.3999800312</c:v>
                </c:pt>
                <c:pt idx="1126">
                  <c:v>1.40540350842</c:v>
                </c:pt>
                <c:pt idx="1127">
                  <c:v>1.41562299908</c:v>
                </c:pt>
                <c:pt idx="1128">
                  <c:v>1.40929824479</c:v>
                </c:pt>
                <c:pt idx="1129">
                  <c:v>1.41698539194</c:v>
                </c:pt>
                <c:pt idx="1130">
                  <c:v>1.41689294326</c:v>
                </c:pt>
                <c:pt idx="1131">
                  <c:v>1.41681518694</c:v>
                </c:pt>
                <c:pt idx="1132">
                  <c:v>1.40964232599</c:v>
                </c:pt>
                <c:pt idx="1133">
                  <c:v>1.40325065769</c:v>
                </c:pt>
                <c:pt idx="1134">
                  <c:v>1.40822715215</c:v>
                </c:pt>
                <c:pt idx="1135">
                  <c:v>1.40667961798</c:v>
                </c:pt>
                <c:pt idx="1136">
                  <c:v>1.40932398598</c:v>
                </c:pt>
                <c:pt idx="1137">
                  <c:v>1.39758952765</c:v>
                </c:pt>
                <c:pt idx="1138">
                  <c:v>1.39952042354</c:v>
                </c:pt>
                <c:pt idx="1139">
                  <c:v>1.39821228108</c:v>
                </c:pt>
                <c:pt idx="1140">
                  <c:v>1.40935078026</c:v>
                </c:pt>
                <c:pt idx="1141">
                  <c:v>1.40153376488</c:v>
                </c:pt>
                <c:pt idx="1142">
                  <c:v>1.41191533382</c:v>
                </c:pt>
                <c:pt idx="1143">
                  <c:v>1.414527534</c:v>
                </c:pt>
                <c:pt idx="1144">
                  <c:v>1.40057473454</c:v>
                </c:pt>
                <c:pt idx="1145">
                  <c:v>1.40862783907</c:v>
                </c:pt>
                <c:pt idx="1146">
                  <c:v>1.40905244328</c:v>
                </c:pt>
                <c:pt idx="1147">
                  <c:v>1.41413575165</c:v>
                </c:pt>
                <c:pt idx="1148">
                  <c:v>1.41229576048</c:v>
                </c:pt>
                <c:pt idx="1149">
                  <c:v>1.41436354084</c:v>
                </c:pt>
                <c:pt idx="1150">
                  <c:v>1.41894975225</c:v>
                </c:pt>
                <c:pt idx="1151">
                  <c:v>1.41973812094</c:v>
                </c:pt>
                <c:pt idx="1152">
                  <c:v>1.4223394672</c:v>
                </c:pt>
                <c:pt idx="1153">
                  <c:v>1.42080642304</c:v>
                </c:pt>
                <c:pt idx="1154">
                  <c:v>1.4197123208</c:v>
                </c:pt>
                <c:pt idx="1155">
                  <c:v>1.42113805043</c:v>
                </c:pt>
                <c:pt idx="1156">
                  <c:v>1.42159888937</c:v>
                </c:pt>
                <c:pt idx="1157">
                  <c:v>1.41971279542</c:v>
                </c:pt>
                <c:pt idx="1158">
                  <c:v>1.42541850971</c:v>
                </c:pt>
                <c:pt idx="1159">
                  <c:v>1.42592027324</c:v>
                </c:pt>
                <c:pt idx="1160">
                  <c:v>1.42574417538</c:v>
                </c:pt>
                <c:pt idx="1161">
                  <c:v>1.43425333293</c:v>
                </c:pt>
                <c:pt idx="1162">
                  <c:v>1.44330073304</c:v>
                </c:pt>
                <c:pt idx="1163">
                  <c:v>1.4403842588</c:v>
                </c:pt>
                <c:pt idx="1164">
                  <c:v>1.44855014498</c:v>
                </c:pt>
                <c:pt idx="1165">
                  <c:v>1.4410990857</c:v>
                </c:pt>
                <c:pt idx="1166">
                  <c:v>1.44283762363</c:v>
                </c:pt>
                <c:pt idx="1167">
                  <c:v>1.45379134242</c:v>
                </c:pt>
                <c:pt idx="1168">
                  <c:v>1.45207049316</c:v>
                </c:pt>
                <c:pt idx="1169">
                  <c:v>1.45012624917</c:v>
                </c:pt>
                <c:pt idx="1170">
                  <c:v>1.4505758026</c:v>
                </c:pt>
                <c:pt idx="1171">
                  <c:v>1.4620490627</c:v>
                </c:pt>
                <c:pt idx="1172">
                  <c:v>1.44655053419</c:v>
                </c:pt>
                <c:pt idx="1173">
                  <c:v>1.43061850822</c:v>
                </c:pt>
                <c:pt idx="1174">
                  <c:v>1.42062866862</c:v>
                </c:pt>
                <c:pt idx="1175">
                  <c:v>1.43092553601</c:v>
                </c:pt>
                <c:pt idx="1176">
                  <c:v>1.42884013993</c:v>
                </c:pt>
                <c:pt idx="1177">
                  <c:v>1.40756566741</c:v>
                </c:pt>
                <c:pt idx="1178">
                  <c:v>1.39645407041</c:v>
                </c:pt>
                <c:pt idx="1179">
                  <c:v>1.40805343308</c:v>
                </c:pt>
                <c:pt idx="1180">
                  <c:v>1.40623825649</c:v>
                </c:pt>
                <c:pt idx="1181">
                  <c:v>1.40395468834</c:v>
                </c:pt>
                <c:pt idx="1182">
                  <c:v>1.42807919242</c:v>
                </c:pt>
                <c:pt idx="1183">
                  <c:v>1.40433972065</c:v>
                </c:pt>
                <c:pt idx="1184">
                  <c:v>1.38430653186</c:v>
                </c:pt>
                <c:pt idx="1185">
                  <c:v>1.33771996348</c:v>
                </c:pt>
                <c:pt idx="1186">
                  <c:v>1.33576315881</c:v>
                </c:pt>
                <c:pt idx="1187">
                  <c:v>1.34017508468</c:v>
                </c:pt>
                <c:pt idx="1188">
                  <c:v>1.36222629761</c:v>
                </c:pt>
                <c:pt idx="1189">
                  <c:v>1.36581067422</c:v>
                </c:pt>
                <c:pt idx="1190">
                  <c:v>1.37221034422</c:v>
                </c:pt>
                <c:pt idx="1191">
                  <c:v>1.38306754859</c:v>
                </c:pt>
                <c:pt idx="1192">
                  <c:v>1.37643173009</c:v>
                </c:pt>
                <c:pt idx="1193">
                  <c:v>1.391147356</c:v>
                </c:pt>
                <c:pt idx="1194">
                  <c:v>1.41171459449</c:v>
                </c:pt>
                <c:pt idx="1195">
                  <c:v>1.41253201663</c:v>
                </c:pt>
                <c:pt idx="1196">
                  <c:v>1.40695882511</c:v>
                </c:pt>
                <c:pt idx="1197">
                  <c:v>1.40621952021</c:v>
                </c:pt>
                <c:pt idx="1198">
                  <c:v>1.39750494737</c:v>
                </c:pt>
                <c:pt idx="1199">
                  <c:v>1.41405937939</c:v>
                </c:pt>
                <c:pt idx="1200">
                  <c:v>1.406210781</c:v>
                </c:pt>
                <c:pt idx="1201">
                  <c:v>1.41084589141</c:v>
                </c:pt>
                <c:pt idx="1202">
                  <c:v>1.40094919024</c:v>
                </c:pt>
                <c:pt idx="1203">
                  <c:v>1.40706344476</c:v>
                </c:pt>
                <c:pt idx="1204">
                  <c:v>1.41080371237</c:v>
                </c:pt>
                <c:pt idx="1205">
                  <c:v>1.4155103264</c:v>
                </c:pt>
                <c:pt idx="1206">
                  <c:v>1.40379437547</c:v>
                </c:pt>
                <c:pt idx="1207">
                  <c:v>1.39803947063</c:v>
                </c:pt>
                <c:pt idx="1208">
                  <c:v>1.40233525198</c:v>
                </c:pt>
                <c:pt idx="1209">
                  <c:v>1.38955541513</c:v>
                </c:pt>
                <c:pt idx="1210">
                  <c:v>1.40452812401</c:v>
                </c:pt>
                <c:pt idx="1211">
                  <c:v>1.41323215623</c:v>
                </c:pt>
                <c:pt idx="1212">
                  <c:v>1.41663823739</c:v>
                </c:pt>
                <c:pt idx="1213">
                  <c:v>1.42846954663</c:v>
                </c:pt>
                <c:pt idx="1214">
                  <c:v>1.432443508</c:v>
                </c:pt>
                <c:pt idx="1215">
                  <c:v>1.43371038557</c:v>
                </c:pt>
                <c:pt idx="1216">
                  <c:v>1.43272896552</c:v>
                </c:pt>
                <c:pt idx="1217">
                  <c:v>1.42558060518</c:v>
                </c:pt>
                <c:pt idx="1218">
                  <c:v>1.44289422406</c:v>
                </c:pt>
                <c:pt idx="1219">
                  <c:v>1.44181984929</c:v>
                </c:pt>
                <c:pt idx="1220">
                  <c:v>1.44423378928</c:v>
                </c:pt>
                <c:pt idx="1221">
                  <c:v>1.45603567538</c:v>
                </c:pt>
                <c:pt idx="1222">
                  <c:v>1.43664938913</c:v>
                </c:pt>
                <c:pt idx="1223">
                  <c:v>1.45229908018</c:v>
                </c:pt>
                <c:pt idx="1224">
                  <c:v>1.44250404207</c:v>
                </c:pt>
                <c:pt idx="1225">
                  <c:v>1.43656879497</c:v>
                </c:pt>
                <c:pt idx="1226">
                  <c:v>1.44391615293</c:v>
                </c:pt>
                <c:pt idx="1227">
                  <c:v>1.44870834485</c:v>
                </c:pt>
                <c:pt idx="1228">
                  <c:v>1.44465954259</c:v>
                </c:pt>
                <c:pt idx="1229">
                  <c:v>1.4474536581</c:v>
                </c:pt>
                <c:pt idx="1230">
                  <c:v>1.45024110079</c:v>
                </c:pt>
                <c:pt idx="1231">
                  <c:v>1.44400837708</c:v>
                </c:pt>
                <c:pt idx="1232">
                  <c:v>1.44486459235</c:v>
                </c:pt>
                <c:pt idx="1233">
                  <c:v>1.44939134395</c:v>
                </c:pt>
                <c:pt idx="1234">
                  <c:v>1.45105765535</c:v>
                </c:pt>
                <c:pt idx="1235">
                  <c:v>1.45492618299</c:v>
                </c:pt>
                <c:pt idx="1236">
                  <c:v>1.45412211857</c:v>
                </c:pt>
                <c:pt idx="1237">
                  <c:v>1.46089790893</c:v>
                </c:pt>
                <c:pt idx="1238">
                  <c:v>1.46628504563</c:v>
                </c:pt>
                <c:pt idx="1239">
                  <c:v>1.47386831162</c:v>
                </c:pt>
                <c:pt idx="1240">
                  <c:v>1.46290586972</c:v>
                </c:pt>
                <c:pt idx="1241">
                  <c:v>1.46865187041</c:v>
                </c:pt>
                <c:pt idx="1242">
                  <c:v>1.46072971617</c:v>
                </c:pt>
                <c:pt idx="1243">
                  <c:v>1.47152631524</c:v>
                </c:pt>
                <c:pt idx="1244">
                  <c:v>1.46569466454</c:v>
                </c:pt>
                <c:pt idx="1245">
                  <c:v>1.46919326436</c:v>
                </c:pt>
                <c:pt idx="1246">
                  <c:v>1.47101602949</c:v>
                </c:pt>
                <c:pt idx="1247">
                  <c:v>1.46838691677</c:v>
                </c:pt>
                <c:pt idx="1248">
                  <c:v>1.45730883341</c:v>
                </c:pt>
                <c:pt idx="1249">
                  <c:v>1.45244949951</c:v>
                </c:pt>
                <c:pt idx="1250">
                  <c:v>1.46016723319</c:v>
                </c:pt>
                <c:pt idx="1251">
                  <c:v>1.46642587493</c:v>
                </c:pt>
                <c:pt idx="1252">
                  <c:v>1.45670136018</c:v>
                </c:pt>
                <c:pt idx="1253">
                  <c:v>1.49327808384</c:v>
                </c:pt>
                <c:pt idx="1254">
                  <c:v>1.48968881044</c:v>
                </c:pt>
                <c:pt idx="1255">
                  <c:v>1.48621165512</c:v>
                </c:pt>
                <c:pt idx="1256">
                  <c:v>1.47663130905</c:v>
                </c:pt>
                <c:pt idx="1257">
                  <c:v>1.47894375567</c:v>
                </c:pt>
                <c:pt idx="1258">
                  <c:v>1.48070718179</c:v>
                </c:pt>
                <c:pt idx="1259">
                  <c:v>1.47922649037</c:v>
                </c:pt>
                <c:pt idx="1260">
                  <c:v>1.48586336026</c:v>
                </c:pt>
                <c:pt idx="1261">
                  <c:v>1.49299208413</c:v>
                </c:pt>
                <c:pt idx="1262">
                  <c:v>1.49322841025</c:v>
                </c:pt>
                <c:pt idx="1263">
                  <c:v>1.49838572106</c:v>
                </c:pt>
                <c:pt idx="1264">
                  <c:v>1.50778193453</c:v>
                </c:pt>
                <c:pt idx="1265">
                  <c:v>1.500239293</c:v>
                </c:pt>
                <c:pt idx="1266">
                  <c:v>1.49973187977</c:v>
                </c:pt>
                <c:pt idx="1267">
                  <c:v>1.49864121407</c:v>
                </c:pt>
                <c:pt idx="1268">
                  <c:v>1.49775667902</c:v>
                </c:pt>
                <c:pt idx="1269">
                  <c:v>1.50687632777</c:v>
                </c:pt>
                <c:pt idx="1270">
                  <c:v>1.50780738466</c:v>
                </c:pt>
                <c:pt idx="1271">
                  <c:v>1.51593055914</c:v>
                </c:pt>
                <c:pt idx="1272">
                  <c:v>1.52307094484</c:v>
                </c:pt>
                <c:pt idx="1273">
                  <c:v>1.5244675194</c:v>
                </c:pt>
                <c:pt idx="1274">
                  <c:v>1.51925975753</c:v>
                </c:pt>
                <c:pt idx="1275">
                  <c:v>1.51906391529</c:v>
                </c:pt>
                <c:pt idx="1276">
                  <c:v>1.52153132187</c:v>
                </c:pt>
                <c:pt idx="1277">
                  <c:v>1.52104777418</c:v>
                </c:pt>
                <c:pt idx="1278">
                  <c:v>1.5166397533</c:v>
                </c:pt>
                <c:pt idx="1279">
                  <c:v>1.51635061258</c:v>
                </c:pt>
                <c:pt idx="1280">
                  <c:v>1.52083975723</c:v>
                </c:pt>
                <c:pt idx="1281">
                  <c:v>1.51672216942</c:v>
                </c:pt>
                <c:pt idx="1282">
                  <c:v>1.49379809659</c:v>
                </c:pt>
                <c:pt idx="1283">
                  <c:v>1.49630582927</c:v>
                </c:pt>
                <c:pt idx="1284">
                  <c:v>1.49721375436</c:v>
                </c:pt>
                <c:pt idx="1285">
                  <c:v>1.49810751856</c:v>
                </c:pt>
                <c:pt idx="1286">
                  <c:v>1.50760752384</c:v>
                </c:pt>
                <c:pt idx="1287">
                  <c:v>1.50909655107</c:v>
                </c:pt>
                <c:pt idx="1288">
                  <c:v>1.50270173157</c:v>
                </c:pt>
                <c:pt idx="1289">
                  <c:v>1.49971122877</c:v>
                </c:pt>
                <c:pt idx="1290">
                  <c:v>1.49619652684</c:v>
                </c:pt>
                <c:pt idx="1291">
                  <c:v>1.50730804283</c:v>
                </c:pt>
                <c:pt idx="1292">
                  <c:v>1.51369830976</c:v>
                </c:pt>
                <c:pt idx="1293">
                  <c:v>1.5152972926</c:v>
                </c:pt>
                <c:pt idx="1294">
                  <c:v>1.51457318667</c:v>
                </c:pt>
                <c:pt idx="1295">
                  <c:v>1.53491433629</c:v>
                </c:pt>
                <c:pt idx="1296">
                  <c:v>1.5242224917</c:v>
                </c:pt>
                <c:pt idx="1297">
                  <c:v>1.51442419751</c:v>
                </c:pt>
                <c:pt idx="1298">
                  <c:v>1.50597389885</c:v>
                </c:pt>
                <c:pt idx="1299">
                  <c:v>1.51009453284</c:v>
                </c:pt>
                <c:pt idx="1300">
                  <c:v>1.51164172158</c:v>
                </c:pt>
                <c:pt idx="1301">
                  <c:v>1.52141147147</c:v>
                </c:pt>
                <c:pt idx="1302">
                  <c:v>1.52207951163</c:v>
                </c:pt>
                <c:pt idx="1303">
                  <c:v>1.52178486721</c:v>
                </c:pt>
                <c:pt idx="1304">
                  <c:v>1.52140194964</c:v>
                </c:pt>
                <c:pt idx="1305">
                  <c:v>1.52359673928</c:v>
                </c:pt>
                <c:pt idx="1306">
                  <c:v>1.5277185531</c:v>
                </c:pt>
                <c:pt idx="1307">
                  <c:v>1.53037015905</c:v>
                </c:pt>
                <c:pt idx="1308">
                  <c:v>1.51849703178</c:v>
                </c:pt>
                <c:pt idx="1309">
                  <c:v>1.52439623746</c:v>
                </c:pt>
                <c:pt idx="1310">
                  <c:v>1.52299280135</c:v>
                </c:pt>
                <c:pt idx="1311">
                  <c:v>1.52859900465</c:v>
                </c:pt>
                <c:pt idx="1312">
                  <c:v>1.54077134549</c:v>
                </c:pt>
                <c:pt idx="1313">
                  <c:v>1.54234376448</c:v>
                </c:pt>
                <c:pt idx="1314">
                  <c:v>1.54404669441</c:v>
                </c:pt>
                <c:pt idx="1315">
                  <c:v>1.54296076254</c:v>
                </c:pt>
                <c:pt idx="1316">
                  <c:v>1.54337998886</c:v>
                </c:pt>
                <c:pt idx="1317">
                  <c:v>1.54758357964</c:v>
                </c:pt>
                <c:pt idx="1318">
                  <c:v>1.56708293208</c:v>
                </c:pt>
                <c:pt idx="1319">
                  <c:v>1.5624409945</c:v>
                </c:pt>
                <c:pt idx="1320">
                  <c:v>1.5606102093</c:v>
                </c:pt>
                <c:pt idx="1321">
                  <c:v>1.5709549973</c:v>
                </c:pt>
                <c:pt idx="1322">
                  <c:v>1.5575954177</c:v>
                </c:pt>
                <c:pt idx="1323">
                  <c:v>1.5591210951</c:v>
                </c:pt>
                <c:pt idx="1324">
                  <c:v>1.57486398669</c:v>
                </c:pt>
                <c:pt idx="1325">
                  <c:v>1.57680518869</c:v>
                </c:pt>
                <c:pt idx="1326">
                  <c:v>1.57792215573</c:v>
                </c:pt>
                <c:pt idx="1327">
                  <c:v>1.56537344347</c:v>
                </c:pt>
                <c:pt idx="1328">
                  <c:v>1.57005344506</c:v>
                </c:pt>
                <c:pt idx="1329">
                  <c:v>1.55980588104</c:v>
                </c:pt>
                <c:pt idx="1330">
                  <c:v>1.55837864743</c:v>
                </c:pt>
                <c:pt idx="1331">
                  <c:v>1.54736699281</c:v>
                </c:pt>
                <c:pt idx="1332">
                  <c:v>1.54910102133</c:v>
                </c:pt>
                <c:pt idx="1333">
                  <c:v>1.55642833349</c:v>
                </c:pt>
                <c:pt idx="1334">
                  <c:v>1.5535147899</c:v>
                </c:pt>
                <c:pt idx="1335">
                  <c:v>1.55489726126</c:v>
                </c:pt>
                <c:pt idx="1336">
                  <c:v>1.54805903349</c:v>
                </c:pt>
                <c:pt idx="1337">
                  <c:v>1.54897666752</c:v>
                </c:pt>
                <c:pt idx="1338">
                  <c:v>1.53324853884</c:v>
                </c:pt>
                <c:pt idx="1339">
                  <c:v>1.52343716907</c:v>
                </c:pt>
                <c:pt idx="1340">
                  <c:v>1.52679889316</c:v>
                </c:pt>
                <c:pt idx="1341">
                  <c:v>1.53093415047</c:v>
                </c:pt>
                <c:pt idx="1342">
                  <c:v>1.53799143352</c:v>
                </c:pt>
                <c:pt idx="1343">
                  <c:v>1.54771888873</c:v>
                </c:pt>
                <c:pt idx="1344">
                  <c:v>1.55514134256</c:v>
                </c:pt>
                <c:pt idx="1345">
                  <c:v>1.56264489592</c:v>
                </c:pt>
                <c:pt idx="1346">
                  <c:v>1.56664834454</c:v>
                </c:pt>
                <c:pt idx="1347">
                  <c:v>1.56367500073</c:v>
                </c:pt>
                <c:pt idx="1348">
                  <c:v>1.57046893174</c:v>
                </c:pt>
                <c:pt idx="1349">
                  <c:v>1.57857560337</c:v>
                </c:pt>
                <c:pt idx="1350">
                  <c:v>1.57615798692</c:v>
                </c:pt>
                <c:pt idx="1351">
                  <c:v>1.58624397925</c:v>
                </c:pt>
                <c:pt idx="1352">
                  <c:v>1.58325149159</c:v>
                </c:pt>
                <c:pt idx="1353">
                  <c:v>1.59360797211</c:v>
                </c:pt>
                <c:pt idx="1354">
                  <c:v>1.59094686143</c:v>
                </c:pt>
                <c:pt idx="1355">
                  <c:v>1.5918771004</c:v>
                </c:pt>
                <c:pt idx="1356">
                  <c:v>1.57551448866</c:v>
                </c:pt>
                <c:pt idx="1357">
                  <c:v>1.52526399387</c:v>
                </c:pt>
                <c:pt idx="1358">
                  <c:v>1.4576849061</c:v>
                </c:pt>
                <c:pt idx="1359">
                  <c:v>1.4477710637</c:v>
                </c:pt>
                <c:pt idx="1360">
                  <c:v>1.45511153443</c:v>
                </c:pt>
                <c:pt idx="1361">
                  <c:v>1.49475899879</c:v>
                </c:pt>
                <c:pt idx="1362">
                  <c:v>1.48768610552</c:v>
                </c:pt>
                <c:pt idx="1363">
                  <c:v>1.48837241567</c:v>
                </c:pt>
                <c:pt idx="1364">
                  <c:v>1.50072457311</c:v>
                </c:pt>
                <c:pt idx="1365">
                  <c:v>1.52719471925</c:v>
                </c:pt>
                <c:pt idx="1366">
                  <c:v>1.53851274336</c:v>
                </c:pt>
                <c:pt idx="1367">
                  <c:v>1.56075768584</c:v>
                </c:pt>
                <c:pt idx="1368">
                  <c:v>1.55912650175</c:v>
                </c:pt>
                <c:pt idx="1369">
                  <c:v>1.55584537741</c:v>
                </c:pt>
                <c:pt idx="1370">
                  <c:v>1.56617405362</c:v>
                </c:pt>
                <c:pt idx="1371">
                  <c:v>1.56322477518</c:v>
                </c:pt>
                <c:pt idx="1372">
                  <c:v>1.56932084402</c:v>
                </c:pt>
                <c:pt idx="1373">
                  <c:v>1.55839049621</c:v>
                </c:pt>
                <c:pt idx="1374">
                  <c:v>1.55357748499</c:v>
                </c:pt>
                <c:pt idx="1375">
                  <c:v>1.542633322</c:v>
                </c:pt>
                <c:pt idx="1376">
                  <c:v>1.55212152685</c:v>
                </c:pt>
                <c:pt idx="1377">
                  <c:v>1.55764542373</c:v>
                </c:pt>
                <c:pt idx="1378">
                  <c:v>1.57944566413</c:v>
                </c:pt>
                <c:pt idx="1379">
                  <c:v>1.56558875345</c:v>
                </c:pt>
                <c:pt idx="1380">
                  <c:v>1.54770959906</c:v>
                </c:pt>
                <c:pt idx="1381">
                  <c:v>1.56650639581</c:v>
                </c:pt>
                <c:pt idx="1382">
                  <c:v>1.53787512181</c:v>
                </c:pt>
                <c:pt idx="1383">
                  <c:v>1.54552541916</c:v>
                </c:pt>
                <c:pt idx="1384">
                  <c:v>1.52259429339</c:v>
                </c:pt>
                <c:pt idx="1385">
                  <c:v>1.53923819295</c:v>
                </c:pt>
                <c:pt idx="1386">
                  <c:v>1.53019905304</c:v>
                </c:pt>
                <c:pt idx="1387">
                  <c:v>1.5404405156</c:v>
                </c:pt>
                <c:pt idx="1388">
                  <c:v>1.55521689537</c:v>
                </c:pt>
                <c:pt idx="1389">
                  <c:v>1.56130898418</c:v>
                </c:pt>
                <c:pt idx="1390">
                  <c:v>1.5485363278</c:v>
                </c:pt>
                <c:pt idx="1391">
                  <c:v>1.57256986401</c:v>
                </c:pt>
                <c:pt idx="1392">
                  <c:v>1.56608838892</c:v>
                </c:pt>
                <c:pt idx="1393">
                  <c:v>1.55287342717</c:v>
                </c:pt>
                <c:pt idx="1394">
                  <c:v>1.55655385135</c:v>
                </c:pt>
                <c:pt idx="1395">
                  <c:v>1.56629775623</c:v>
                </c:pt>
                <c:pt idx="1396">
                  <c:v>1.55369337842</c:v>
                </c:pt>
                <c:pt idx="1397">
                  <c:v>1.57719095175</c:v>
                </c:pt>
                <c:pt idx="1398">
                  <c:v>1.56403275321</c:v>
                </c:pt>
                <c:pt idx="1399">
                  <c:v>1.57771871398</c:v>
                </c:pt>
                <c:pt idx="1400">
                  <c:v>1.57661521268</c:v>
                </c:pt>
                <c:pt idx="1401">
                  <c:v>1.57359688752</c:v>
                </c:pt>
                <c:pt idx="1402">
                  <c:v>1.58344257034</c:v>
                </c:pt>
                <c:pt idx="1403">
                  <c:v>1.58254593707</c:v>
                </c:pt>
                <c:pt idx="1404">
                  <c:v>1.58371140779</c:v>
                </c:pt>
                <c:pt idx="1405">
                  <c:v>1.58904144957</c:v>
                </c:pt>
                <c:pt idx="1406">
                  <c:v>1.58361326225</c:v>
                </c:pt>
                <c:pt idx="1407">
                  <c:v>1.5835282854</c:v>
                </c:pt>
                <c:pt idx="1408">
                  <c:v>1.58275871237</c:v>
                </c:pt>
                <c:pt idx="1409">
                  <c:v>1.58200659138</c:v>
                </c:pt>
                <c:pt idx="1410">
                  <c:v>1.57615266567</c:v>
                </c:pt>
                <c:pt idx="1411">
                  <c:v>1.5763883548</c:v>
                </c:pt>
                <c:pt idx="1412">
                  <c:v>1.57904874847</c:v>
                </c:pt>
                <c:pt idx="1413">
                  <c:v>1.57968116776</c:v>
                </c:pt>
                <c:pt idx="1414">
                  <c:v>1.58483427071</c:v>
                </c:pt>
                <c:pt idx="1415">
                  <c:v>1.58621078067</c:v>
                </c:pt>
                <c:pt idx="1416">
                  <c:v>1.57774038177</c:v>
                </c:pt>
                <c:pt idx="1417">
                  <c:v>1.58578747576</c:v>
                </c:pt>
                <c:pt idx="1418">
                  <c:v>1.59276612829</c:v>
                </c:pt>
                <c:pt idx="1419">
                  <c:v>1.5992212084</c:v>
                </c:pt>
                <c:pt idx="1420">
                  <c:v>1.6002779363</c:v>
                </c:pt>
                <c:pt idx="1421">
                  <c:v>1.60156467568</c:v>
                </c:pt>
                <c:pt idx="1422">
                  <c:v>1.59775283738</c:v>
                </c:pt>
                <c:pt idx="1423">
                  <c:v>1.60302230186</c:v>
                </c:pt>
                <c:pt idx="1424">
                  <c:v>1.60859221605</c:v>
                </c:pt>
                <c:pt idx="1425">
                  <c:v>1.61392225438</c:v>
                </c:pt>
                <c:pt idx="1426">
                  <c:v>1.61580852008</c:v>
                </c:pt>
                <c:pt idx="1427">
                  <c:v>1.61878310563</c:v>
                </c:pt>
                <c:pt idx="1428">
                  <c:v>1.62087460742</c:v>
                </c:pt>
                <c:pt idx="1429">
                  <c:v>1.62721484955</c:v>
                </c:pt>
                <c:pt idx="1430">
                  <c:v>1.63391619459</c:v>
                </c:pt>
                <c:pt idx="1431">
                  <c:v>1.64027314086</c:v>
                </c:pt>
                <c:pt idx="1432">
                  <c:v>1.65101438141</c:v>
                </c:pt>
                <c:pt idx="1433">
                  <c:v>1.65021229286</c:v>
                </c:pt>
                <c:pt idx="1434">
                  <c:v>1.6517957135</c:v>
                </c:pt>
                <c:pt idx="1435">
                  <c:v>1.65615771175</c:v>
                </c:pt>
                <c:pt idx="1436">
                  <c:v>1.64736430661</c:v>
                </c:pt>
                <c:pt idx="1437">
                  <c:v>1.64657203682</c:v>
                </c:pt>
                <c:pt idx="1438">
                  <c:v>1.64967378357</c:v>
                </c:pt>
                <c:pt idx="1439">
                  <c:v>1.63743632541</c:v>
                </c:pt>
                <c:pt idx="1440">
                  <c:v>1.63989745663</c:v>
                </c:pt>
                <c:pt idx="1441">
                  <c:v>1.64277934432</c:v>
                </c:pt>
                <c:pt idx="1442">
                  <c:v>1.64959036629</c:v>
                </c:pt>
                <c:pt idx="1443">
                  <c:v>1.64941312095</c:v>
                </c:pt>
                <c:pt idx="1444">
                  <c:v>1.65531413174</c:v>
                </c:pt>
                <c:pt idx="1445">
                  <c:v>1.66566912177</c:v>
                </c:pt>
                <c:pt idx="1446">
                  <c:v>1.66496945365</c:v>
                </c:pt>
                <c:pt idx="1447">
                  <c:v>1.65729668567</c:v>
                </c:pt>
                <c:pt idx="1448">
                  <c:v>1.66627320625</c:v>
                </c:pt>
                <c:pt idx="1449">
                  <c:v>1.6757854882</c:v>
                </c:pt>
                <c:pt idx="1450">
                  <c:v>1.66638546756</c:v>
                </c:pt>
                <c:pt idx="1451">
                  <c:v>1.66541290725</c:v>
                </c:pt>
                <c:pt idx="1452">
                  <c:v>1.66222432722</c:v>
                </c:pt>
                <c:pt idx="1453">
                  <c:v>1.66025879359</c:v>
                </c:pt>
                <c:pt idx="1454">
                  <c:v>1.66292505264</c:v>
                </c:pt>
                <c:pt idx="1455">
                  <c:v>1.66179086143</c:v>
                </c:pt>
                <c:pt idx="1456">
                  <c:v>1.6835195591</c:v>
                </c:pt>
                <c:pt idx="1457">
                  <c:v>1.67679766104</c:v>
                </c:pt>
                <c:pt idx="1458">
                  <c:v>1.68108807062</c:v>
                </c:pt>
                <c:pt idx="1459">
                  <c:v>1.68046562598</c:v>
                </c:pt>
                <c:pt idx="1460">
                  <c:v>1.6857240316</c:v>
                </c:pt>
                <c:pt idx="1461">
                  <c:v>1.68800245727</c:v>
                </c:pt>
                <c:pt idx="1462">
                  <c:v>1.6910774159</c:v>
                </c:pt>
                <c:pt idx="1463">
                  <c:v>1.69945476037</c:v>
                </c:pt>
                <c:pt idx="1464">
                  <c:v>1.71135062826</c:v>
                </c:pt>
                <c:pt idx="1465">
                  <c:v>1.71073589317</c:v>
                </c:pt>
                <c:pt idx="1466">
                  <c:v>1.72406137836</c:v>
                </c:pt>
                <c:pt idx="1467">
                  <c:v>1.73018596537</c:v>
                </c:pt>
                <c:pt idx="1468">
                  <c:v>1.72483705522</c:v>
                </c:pt>
                <c:pt idx="1469">
                  <c:v>1.73763296576</c:v>
                </c:pt>
                <c:pt idx="1470">
                  <c:v>1.73984558423</c:v>
                </c:pt>
                <c:pt idx="1471">
                  <c:v>1.74136061252</c:v>
                </c:pt>
                <c:pt idx="1472">
                  <c:v>1.74976303737</c:v>
                </c:pt>
                <c:pt idx="1473">
                  <c:v>1.74889806209</c:v>
                </c:pt>
                <c:pt idx="1474">
                  <c:v>1.73973652894</c:v>
                </c:pt>
                <c:pt idx="1475">
                  <c:v>1.73895373912</c:v>
                </c:pt>
                <c:pt idx="1476">
                  <c:v>1.74651127019</c:v>
                </c:pt>
                <c:pt idx="1477">
                  <c:v>1.76006519524</c:v>
                </c:pt>
                <c:pt idx="1478">
                  <c:v>1.75859146037</c:v>
                </c:pt>
                <c:pt idx="1479">
                  <c:v>1.75113310729</c:v>
                </c:pt>
                <c:pt idx="1480">
                  <c:v>1.75224314362</c:v>
                </c:pt>
                <c:pt idx="1481">
                  <c:v>1.76075617071</c:v>
                </c:pt>
                <c:pt idx="1482">
                  <c:v>1.77191428828</c:v>
                </c:pt>
                <c:pt idx="1483">
                  <c:v>1.7788487344</c:v>
                </c:pt>
                <c:pt idx="1484">
                  <c:v>1.78729397837</c:v>
                </c:pt>
                <c:pt idx="1485">
                  <c:v>1.79747872484</c:v>
                </c:pt>
                <c:pt idx="1486">
                  <c:v>1.80321057068</c:v>
                </c:pt>
                <c:pt idx="1487">
                  <c:v>1.81752160809</c:v>
                </c:pt>
                <c:pt idx="1488">
                  <c:v>1.81744328836</c:v>
                </c:pt>
                <c:pt idx="1489">
                  <c:v>1.83070966621</c:v>
                </c:pt>
                <c:pt idx="1490">
                  <c:v>1.8186349504</c:v>
                </c:pt>
                <c:pt idx="1491">
                  <c:v>1.79192611651</c:v>
                </c:pt>
                <c:pt idx="1492">
                  <c:v>1.81677111528</c:v>
                </c:pt>
                <c:pt idx="1493">
                  <c:v>1.81023974402</c:v>
                </c:pt>
                <c:pt idx="1494">
                  <c:v>1.83055354304</c:v>
                </c:pt>
                <c:pt idx="1495">
                  <c:v>1.83331529279</c:v>
                </c:pt>
                <c:pt idx="1496">
                  <c:v>1.82271482236</c:v>
                </c:pt>
                <c:pt idx="1497">
                  <c:v>1.84993178961</c:v>
                </c:pt>
                <c:pt idx="1498">
                  <c:v>1.82446664245</c:v>
                </c:pt>
                <c:pt idx="1499">
                  <c:v>1.8289955156</c:v>
                </c:pt>
                <c:pt idx="1500">
                  <c:v>1.83859770712</c:v>
                </c:pt>
                <c:pt idx="1501">
                  <c:v>1.84529359033</c:v>
                </c:pt>
                <c:pt idx="1502">
                  <c:v>1.85066322321</c:v>
                </c:pt>
                <c:pt idx="1503">
                  <c:v>1.84919080351</c:v>
                </c:pt>
                <c:pt idx="1504">
                  <c:v>1.84654044221</c:v>
                </c:pt>
                <c:pt idx="1505">
                  <c:v>1.8442009268</c:v>
                </c:pt>
                <c:pt idx="1506">
                  <c:v>1.84505098958</c:v>
                </c:pt>
                <c:pt idx="1507">
                  <c:v>1.85654347373</c:v>
                </c:pt>
                <c:pt idx="1508">
                  <c:v>1.83184267078</c:v>
                </c:pt>
                <c:pt idx="1509">
                  <c:v>1.83574583461</c:v>
                </c:pt>
                <c:pt idx="1510">
                  <c:v>1.84048708226</c:v>
                </c:pt>
                <c:pt idx="1511">
                  <c:v>1.83756608182</c:v>
                </c:pt>
                <c:pt idx="1512">
                  <c:v>1.85437650056</c:v>
                </c:pt>
                <c:pt idx="1513">
                  <c:v>1.86467191756</c:v>
                </c:pt>
                <c:pt idx="1514">
                  <c:v>1.86538017202</c:v>
                </c:pt>
                <c:pt idx="1515">
                  <c:v>1.85818427</c:v>
                </c:pt>
                <c:pt idx="1516">
                  <c:v>1.84590387999</c:v>
                </c:pt>
                <c:pt idx="1517">
                  <c:v>1.83783702171</c:v>
                </c:pt>
                <c:pt idx="1518">
                  <c:v>1.83525771607</c:v>
                </c:pt>
                <c:pt idx="1519">
                  <c:v>1.83170614946</c:v>
                </c:pt>
                <c:pt idx="1520">
                  <c:v>1.83026321728</c:v>
                </c:pt>
                <c:pt idx="1521">
                  <c:v>1.82855938526</c:v>
                </c:pt>
                <c:pt idx="1522">
                  <c:v>1.84544885887</c:v>
                </c:pt>
                <c:pt idx="1523">
                  <c:v>1.84626480583</c:v>
                </c:pt>
                <c:pt idx="1524">
                  <c:v>1.85392853251</c:v>
                </c:pt>
                <c:pt idx="1525">
                  <c:v>1.85096787474</c:v>
                </c:pt>
                <c:pt idx="1526">
                  <c:v>1.85865431549</c:v>
                </c:pt>
                <c:pt idx="1527">
                  <c:v>1.85192015371</c:v>
                </c:pt>
                <c:pt idx="1528">
                  <c:v>1.85133078182</c:v>
                </c:pt>
                <c:pt idx="1529">
                  <c:v>1.85529428835</c:v>
                </c:pt>
                <c:pt idx="1530">
                  <c:v>1.85086401613</c:v>
                </c:pt>
                <c:pt idx="1531">
                  <c:v>1.85299256064</c:v>
                </c:pt>
                <c:pt idx="1532">
                  <c:v>1.8448731865</c:v>
                </c:pt>
                <c:pt idx="1533">
                  <c:v>1.84771185605</c:v>
                </c:pt>
                <c:pt idx="1534">
                  <c:v>1.85526852351</c:v>
                </c:pt>
                <c:pt idx="1535">
                  <c:v>1.85366784832</c:v>
                </c:pt>
                <c:pt idx="1536">
                  <c:v>1.85033543452</c:v>
                </c:pt>
                <c:pt idx="1537">
                  <c:v>1.84805912611</c:v>
                </c:pt>
                <c:pt idx="1538">
                  <c:v>1.84357789049</c:v>
                </c:pt>
                <c:pt idx="1539">
                  <c:v>1.84193955087</c:v>
                </c:pt>
                <c:pt idx="1540">
                  <c:v>1.8480741865</c:v>
                </c:pt>
                <c:pt idx="1541">
                  <c:v>1.85271592203</c:v>
                </c:pt>
                <c:pt idx="1542">
                  <c:v>1.86915277965</c:v>
                </c:pt>
                <c:pt idx="1543">
                  <c:v>1.87729669965</c:v>
                </c:pt>
                <c:pt idx="1544">
                  <c:v>1.88107697482</c:v>
                </c:pt>
                <c:pt idx="1545">
                  <c:v>1.87941676996</c:v>
                </c:pt>
                <c:pt idx="1546">
                  <c:v>1.86775727399</c:v>
                </c:pt>
                <c:pt idx="1547">
                  <c:v>1.87202725032</c:v>
                </c:pt>
                <c:pt idx="1548">
                  <c:v>1.85926661847</c:v>
                </c:pt>
                <c:pt idx="1549">
                  <c:v>1.87283693143</c:v>
                </c:pt>
                <c:pt idx="1550">
                  <c:v>1.89410907304</c:v>
                </c:pt>
                <c:pt idx="1551">
                  <c:v>1.90525715066</c:v>
                </c:pt>
                <c:pt idx="1552">
                  <c:v>1.89909181168</c:v>
                </c:pt>
                <c:pt idx="1553">
                  <c:v>1.90196083529</c:v>
                </c:pt>
                <c:pt idx="1554">
                  <c:v>1.90972430075</c:v>
                </c:pt>
                <c:pt idx="1555">
                  <c:v>1.92968301668</c:v>
                </c:pt>
                <c:pt idx="1556">
                  <c:v>1.93040253759</c:v>
                </c:pt>
                <c:pt idx="1557">
                  <c:v>1.94015896001</c:v>
                </c:pt>
                <c:pt idx="1558">
                  <c:v>1.93924123078</c:v>
                </c:pt>
                <c:pt idx="1559">
                  <c:v>1.94046116785</c:v>
                </c:pt>
                <c:pt idx="1560">
                  <c:v>1.93581078097</c:v>
                </c:pt>
                <c:pt idx="1561">
                  <c:v>1.93778238932</c:v>
                </c:pt>
                <c:pt idx="1562">
                  <c:v>1.94936952964</c:v>
                </c:pt>
                <c:pt idx="1563">
                  <c:v>1.96627617677</c:v>
                </c:pt>
                <c:pt idx="1564">
                  <c:v>1.97973532171</c:v>
                </c:pt>
                <c:pt idx="1565">
                  <c:v>1.97481776514</c:v>
                </c:pt>
                <c:pt idx="1566">
                  <c:v>2.00246710114</c:v>
                </c:pt>
                <c:pt idx="1567">
                  <c:v>2.01128238474</c:v>
                </c:pt>
                <c:pt idx="1568">
                  <c:v>2.01482328947</c:v>
                </c:pt>
                <c:pt idx="1569">
                  <c:v>1.96361186342</c:v>
                </c:pt>
                <c:pt idx="1570">
                  <c:v>1.95280237338</c:v>
                </c:pt>
                <c:pt idx="1571">
                  <c:v>1.98299115411</c:v>
                </c:pt>
                <c:pt idx="1572">
                  <c:v>1.97666953179</c:v>
                </c:pt>
                <c:pt idx="1573">
                  <c:v>1.97211514769</c:v>
                </c:pt>
                <c:pt idx="1574">
                  <c:v>1.99031388497</c:v>
                </c:pt>
                <c:pt idx="1575">
                  <c:v>1.9973421683</c:v>
                </c:pt>
                <c:pt idx="1576">
                  <c:v>1.99358353636</c:v>
                </c:pt>
                <c:pt idx="1577">
                  <c:v>2.00219196804</c:v>
                </c:pt>
                <c:pt idx="1578">
                  <c:v>1.99054996421</c:v>
                </c:pt>
                <c:pt idx="1579">
                  <c:v>1.98758345385</c:v>
                </c:pt>
                <c:pt idx="1580">
                  <c:v>1.98777389595</c:v>
                </c:pt>
                <c:pt idx="1581">
                  <c:v>1.98149154511</c:v>
                </c:pt>
                <c:pt idx="1582">
                  <c:v>1.99153272815</c:v>
                </c:pt>
                <c:pt idx="1583">
                  <c:v>2.00503030613</c:v>
                </c:pt>
                <c:pt idx="1584">
                  <c:v>2.0190145419</c:v>
                </c:pt>
                <c:pt idx="1585">
                  <c:v>2.01775256886</c:v>
                </c:pt>
                <c:pt idx="1586">
                  <c:v>2.02129745537</c:v>
                </c:pt>
                <c:pt idx="1587">
                  <c:v>2.02780830209</c:v>
                </c:pt>
                <c:pt idx="1588">
                  <c:v>2.01482285617</c:v>
                </c:pt>
                <c:pt idx="1589">
                  <c:v>2.02433803337</c:v>
                </c:pt>
                <c:pt idx="1590">
                  <c:v>2.01486290378</c:v>
                </c:pt>
                <c:pt idx="1591">
                  <c:v>1.99450789768</c:v>
                </c:pt>
                <c:pt idx="1592">
                  <c:v>1.99357755354</c:v>
                </c:pt>
                <c:pt idx="1593">
                  <c:v>1.98555788318</c:v>
                </c:pt>
                <c:pt idx="1594">
                  <c:v>1.99351098702</c:v>
                </c:pt>
                <c:pt idx="1595">
                  <c:v>1.99741188309</c:v>
                </c:pt>
                <c:pt idx="1596">
                  <c:v>1.99886320596</c:v>
                </c:pt>
                <c:pt idx="1597">
                  <c:v>1.98848663755</c:v>
                </c:pt>
                <c:pt idx="1598">
                  <c:v>1.9798716779</c:v>
                </c:pt>
                <c:pt idx="1599">
                  <c:v>1.97302464955</c:v>
                </c:pt>
                <c:pt idx="1600">
                  <c:v>1.99223954456</c:v>
                </c:pt>
                <c:pt idx="1601">
                  <c:v>2.00117055637</c:v>
                </c:pt>
                <c:pt idx="1602">
                  <c:v>1.99386414359</c:v>
                </c:pt>
                <c:pt idx="1603">
                  <c:v>1.99366540974</c:v>
                </c:pt>
                <c:pt idx="1604">
                  <c:v>1.95739601611</c:v>
                </c:pt>
                <c:pt idx="1605">
                  <c:v>1.95324560112</c:v>
                </c:pt>
                <c:pt idx="1606">
                  <c:v>1.94590759024</c:v>
                </c:pt>
                <c:pt idx="1607">
                  <c:v>1.96616322739</c:v>
                </c:pt>
                <c:pt idx="1608">
                  <c:v>1.94867459844</c:v>
                </c:pt>
                <c:pt idx="1609">
                  <c:v>1.9547856245</c:v>
                </c:pt>
                <c:pt idx="1610">
                  <c:v>1.96598319588</c:v>
                </c:pt>
                <c:pt idx="1611">
                  <c:v>1.9837015933</c:v>
                </c:pt>
                <c:pt idx="1612">
                  <c:v>1.99090677761</c:v>
                </c:pt>
                <c:pt idx="1613">
                  <c:v>1.98443680308</c:v>
                </c:pt>
                <c:pt idx="1614">
                  <c:v>1.99844869714</c:v>
                </c:pt>
                <c:pt idx="1615">
                  <c:v>1.99454838143</c:v>
                </c:pt>
                <c:pt idx="1616">
                  <c:v>1.99972046941</c:v>
                </c:pt>
                <c:pt idx="1617">
                  <c:v>1.99815568781</c:v>
                </c:pt>
                <c:pt idx="1618">
                  <c:v>1.99650320063</c:v>
                </c:pt>
                <c:pt idx="1619">
                  <c:v>2.0099233887</c:v>
                </c:pt>
                <c:pt idx="1620">
                  <c:v>2.01917804062</c:v>
                </c:pt>
                <c:pt idx="1621">
                  <c:v>2.01742118418</c:v>
                </c:pt>
                <c:pt idx="1622">
                  <c:v>2.02247596057</c:v>
                </c:pt>
                <c:pt idx="1623">
                  <c:v>2.01577999107</c:v>
                </c:pt>
                <c:pt idx="1624">
                  <c:v>2.01855661113</c:v>
                </c:pt>
                <c:pt idx="1625">
                  <c:v>2.01555869105</c:v>
                </c:pt>
                <c:pt idx="1626">
                  <c:v>2.03469099475</c:v>
                </c:pt>
                <c:pt idx="1627">
                  <c:v>2.03422958916</c:v>
                </c:pt>
                <c:pt idx="1628">
                  <c:v>2.04008909158</c:v>
                </c:pt>
                <c:pt idx="1629">
                  <c:v>2.03961677469</c:v>
                </c:pt>
                <c:pt idx="1630">
                  <c:v>2.03043642529</c:v>
                </c:pt>
                <c:pt idx="1631">
                  <c:v>2.04099318228</c:v>
                </c:pt>
                <c:pt idx="1632">
                  <c:v>2.0668210721</c:v>
                </c:pt>
                <c:pt idx="1633">
                  <c:v>2.05368928133</c:v>
                </c:pt>
                <c:pt idx="1634">
                  <c:v>2.06102725348</c:v>
                </c:pt>
                <c:pt idx="1635">
                  <c:v>2.06917207159</c:v>
                </c:pt>
                <c:pt idx="1636">
                  <c:v>2.07077731466</c:v>
                </c:pt>
                <c:pt idx="1637">
                  <c:v>2.06094498784</c:v>
                </c:pt>
                <c:pt idx="1638">
                  <c:v>2.07035424285</c:v>
                </c:pt>
                <c:pt idx="1639">
                  <c:v>2.09032800402</c:v>
                </c:pt>
                <c:pt idx="1640">
                  <c:v>2.09056140663</c:v>
                </c:pt>
                <c:pt idx="1641">
                  <c:v>2.10332070667</c:v>
                </c:pt>
                <c:pt idx="1642">
                  <c:v>2.09891965314</c:v>
                </c:pt>
                <c:pt idx="1643">
                  <c:v>2.08219922067</c:v>
                </c:pt>
                <c:pt idx="1644">
                  <c:v>2.09397148476</c:v>
                </c:pt>
                <c:pt idx="1645">
                  <c:v>2.09385118163</c:v>
                </c:pt>
                <c:pt idx="1646">
                  <c:v>2.09206566953</c:v>
                </c:pt>
                <c:pt idx="1647">
                  <c:v>2.08715665961</c:v>
                </c:pt>
                <c:pt idx="1648">
                  <c:v>2.08546213634</c:v>
                </c:pt>
                <c:pt idx="1649">
                  <c:v>2.08754618576</c:v>
                </c:pt>
                <c:pt idx="1650">
                  <c:v>2.08607300919</c:v>
                </c:pt>
                <c:pt idx="1651">
                  <c:v>2.07092173144</c:v>
                </c:pt>
                <c:pt idx="1652">
                  <c:v>2.07642145523</c:v>
                </c:pt>
                <c:pt idx="1653">
                  <c:v>2.07576014288</c:v>
                </c:pt>
                <c:pt idx="1654">
                  <c:v>2.09151750833</c:v>
                </c:pt>
                <c:pt idx="1655">
                  <c:v>2.10958222452</c:v>
                </c:pt>
                <c:pt idx="1656">
                  <c:v>2.10979148311</c:v>
                </c:pt>
                <c:pt idx="1657">
                  <c:v>2.09751208646</c:v>
                </c:pt>
                <c:pt idx="1658">
                  <c:v>2.0465657603</c:v>
                </c:pt>
                <c:pt idx="1659">
                  <c:v>2.05467744501</c:v>
                </c:pt>
                <c:pt idx="1660">
                  <c:v>2.05024205635</c:v>
                </c:pt>
                <c:pt idx="1661">
                  <c:v>2.02657474458</c:v>
                </c:pt>
                <c:pt idx="1662">
                  <c:v>2.04907141265</c:v>
                </c:pt>
                <c:pt idx="1663">
                  <c:v>2.04760430542</c:v>
                </c:pt>
                <c:pt idx="1664">
                  <c:v>2.06602856586</c:v>
                </c:pt>
                <c:pt idx="1665">
                  <c:v>2.05773467255</c:v>
                </c:pt>
                <c:pt idx="1666">
                  <c:v>2.05569072615</c:v>
                </c:pt>
                <c:pt idx="1667">
                  <c:v>2.07995103806</c:v>
                </c:pt>
                <c:pt idx="1668">
                  <c:v>2.07817637088</c:v>
                </c:pt>
                <c:pt idx="1669">
                  <c:v>2.07514884412</c:v>
                </c:pt>
                <c:pt idx="1670">
                  <c:v>2.0477199988</c:v>
                </c:pt>
                <c:pt idx="1671">
                  <c:v>2.03731868763</c:v>
                </c:pt>
                <c:pt idx="1672">
                  <c:v>2.05357981407</c:v>
                </c:pt>
                <c:pt idx="1673">
                  <c:v>2.03241807457</c:v>
                </c:pt>
                <c:pt idx="1674">
                  <c:v>2.03961046649</c:v>
                </c:pt>
                <c:pt idx="1675">
                  <c:v>2.04392427385</c:v>
                </c:pt>
                <c:pt idx="1676">
                  <c:v>2.03003669168</c:v>
                </c:pt>
                <c:pt idx="1677">
                  <c:v>2.04111848959</c:v>
                </c:pt>
                <c:pt idx="1678">
                  <c:v>2.04119061095</c:v>
                </c:pt>
                <c:pt idx="1679">
                  <c:v>2.06499216422</c:v>
                </c:pt>
                <c:pt idx="1680">
                  <c:v>2.07304797035</c:v>
                </c:pt>
                <c:pt idx="1681">
                  <c:v>2.09224308011</c:v>
                </c:pt>
                <c:pt idx="1682">
                  <c:v>2.09973021907</c:v>
                </c:pt>
                <c:pt idx="1683">
                  <c:v>2.11022469934</c:v>
                </c:pt>
                <c:pt idx="1684">
                  <c:v>2.11352063118</c:v>
                </c:pt>
                <c:pt idx="1685">
                  <c:v>2.12921262425</c:v>
                </c:pt>
                <c:pt idx="1686">
                  <c:v>2.14434549263</c:v>
                </c:pt>
                <c:pt idx="1687">
                  <c:v>2.12106483769</c:v>
                </c:pt>
                <c:pt idx="1688">
                  <c:v>2.12194486824</c:v>
                </c:pt>
                <c:pt idx="1689">
                  <c:v>2.1280073828</c:v>
                </c:pt>
                <c:pt idx="1690">
                  <c:v>2.15456740117</c:v>
                </c:pt>
                <c:pt idx="1691">
                  <c:v>2.16741240859</c:v>
                </c:pt>
                <c:pt idx="1692">
                  <c:v>2.17041114168</c:v>
                </c:pt>
                <c:pt idx="1693">
                  <c:v>2.1607587629</c:v>
                </c:pt>
                <c:pt idx="1694">
                  <c:v>2.14147862704</c:v>
                </c:pt>
                <c:pt idx="1695">
                  <c:v>2.12877838187</c:v>
                </c:pt>
                <c:pt idx="1696">
                  <c:v>2.15189046961</c:v>
                </c:pt>
                <c:pt idx="1697">
                  <c:v>2.15728353571</c:v>
                </c:pt>
                <c:pt idx="1698">
                  <c:v>2.15420763787</c:v>
                </c:pt>
                <c:pt idx="1699">
                  <c:v>2.14016197541</c:v>
                </c:pt>
                <c:pt idx="1700">
                  <c:v>2.14163648703</c:v>
                </c:pt>
                <c:pt idx="1701">
                  <c:v>2.13617700323</c:v>
                </c:pt>
                <c:pt idx="1702">
                  <c:v>2.15025837295</c:v>
                </c:pt>
                <c:pt idx="1703">
                  <c:v>2.16460155307</c:v>
                </c:pt>
                <c:pt idx="1704">
                  <c:v>2.17545788579</c:v>
                </c:pt>
                <c:pt idx="1705">
                  <c:v>2.18649314679</c:v>
                </c:pt>
                <c:pt idx="1706">
                  <c:v>2.19021963628</c:v>
                </c:pt>
                <c:pt idx="1707">
                  <c:v>2.19040171307</c:v>
                </c:pt>
                <c:pt idx="1708">
                  <c:v>2.1962342436</c:v>
                </c:pt>
                <c:pt idx="1709">
                  <c:v>2.20963316486</c:v>
                </c:pt>
                <c:pt idx="1710">
                  <c:v>2.190579099</c:v>
                </c:pt>
                <c:pt idx="1711">
                  <c:v>2.19662966347</c:v>
                </c:pt>
                <c:pt idx="1712">
                  <c:v>2.19048644761</c:v>
                </c:pt>
                <c:pt idx="1713">
                  <c:v>2.19711105758</c:v>
                </c:pt>
                <c:pt idx="1714">
                  <c:v>2.18442965456</c:v>
                </c:pt>
                <c:pt idx="1715">
                  <c:v>2.18884283749</c:v>
                </c:pt>
                <c:pt idx="1716">
                  <c:v>2.18755850427</c:v>
                </c:pt>
                <c:pt idx="1717">
                  <c:v>2.19827412359</c:v>
                </c:pt>
                <c:pt idx="1718">
                  <c:v>2.19337521405</c:v>
                </c:pt>
                <c:pt idx="1719">
                  <c:v>2.20927262238</c:v>
                </c:pt>
                <c:pt idx="1720">
                  <c:v>2.20555892738</c:v>
                </c:pt>
                <c:pt idx="1721">
                  <c:v>2.21789009353</c:v>
                </c:pt>
                <c:pt idx="1722">
                  <c:v>2.22675010949</c:v>
                </c:pt>
                <c:pt idx="1723">
                  <c:v>2.22780121948</c:v>
                </c:pt>
                <c:pt idx="1724">
                  <c:v>2.22669392525</c:v>
                </c:pt>
                <c:pt idx="1725">
                  <c:v>2.2244094429</c:v>
                </c:pt>
                <c:pt idx="1726">
                  <c:v>2.22348787208</c:v>
                </c:pt>
                <c:pt idx="1727">
                  <c:v>2.22159562705</c:v>
                </c:pt>
                <c:pt idx="1728">
                  <c:v>2.22858867578</c:v>
                </c:pt>
                <c:pt idx="1729">
                  <c:v>2.22191682327</c:v>
                </c:pt>
                <c:pt idx="1730">
                  <c:v>2.22060630071</c:v>
                </c:pt>
                <c:pt idx="1731">
                  <c:v>2.21125780055</c:v>
                </c:pt>
                <c:pt idx="1732">
                  <c:v>2.22684838931</c:v>
                </c:pt>
                <c:pt idx="1733">
                  <c:v>2.22454921493</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legend>
      <c:legendPos val="t"/>
      <c:layout/>
      <c:overlay val="0"/>
      <c:txPr>
        <a:bodyPr rot="0" spcFirstLastPara="0" vertOverflow="ellipsis" vert="horz" wrap="square" anchor="ctr" anchorCtr="1"/>
        <a:lstStyle/>
        <a:p>
          <a:pPr>
            <a:defRPr lang="zh-CN" sz="1125" b="0" i="0" u="none" strike="noStrike" kern="1200" baseline="0">
              <a:solidFill>
                <a:srgbClr val="132A43"/>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9a7b4065-ff4a-40be-a9d7-8c889e3f5ba4}"/>
      </c:ext>
    </c:extLst>
  </c:chart>
  <c:spPr>
    <a:solidFill>
      <a:srgbClr val="F5F7F9"/>
    </a:solidFill>
  </c:spPr>
  <c:txPr>
    <a:bodyPr/>
    <a:lstStyle/>
    <a:p>
      <a:pPr>
        <a:defRPr lang="zh-CN"/>
      </a:pP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Dual Momentum</c:f>
              <c:strCache>
                <c:ptCount val="1"/>
                <c:pt idx="0">
                  <c:v>Dual Momentum</c:v>
                </c:pt>
              </c:strCache>
            </c:strRef>
          </c:tx>
          <c:spPr>
            <a:ln w="16193" cap="rnd">
              <a:solidFill>
                <a:srgbClr val="8196B0"/>
              </a:solidFill>
              <a:prstDash val="solid"/>
              <a:round/>
            </a:ln>
          </c:spPr>
          <c:marker>
            <c:symbol val="none"/>
          </c:marker>
          <c:dLbls>
            <c:delete val="1"/>
          </c:dLbls>
          <c:cat>
            <c:strRef>
              <c:f>'Chart Data'!$A$2:$A$1735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Data'!$B$2:$B$1735</c:f>
              <c:numCache>
                <c:formatCode>0.0%</c:formatCode>
                <c:ptCount val="1734"/>
                <c:pt idx="0">
                  <c:v>0</c:v>
                </c:pt>
                <c:pt idx="1">
                  <c:v>-0.000999000999001</c:v>
                </c:pt>
                <c:pt idx="2">
                  <c:v>0</c:v>
                </c:pt>
                <c:pt idx="3">
                  <c:v>0</c:v>
                </c:pt>
                <c:pt idx="4">
                  <c:v>0</c:v>
                </c:pt>
                <c:pt idx="5">
                  <c:v>-0.000481197310325</c:v>
                </c:pt>
                <c:pt idx="6">
                  <c:v>0</c:v>
                </c:pt>
                <c:pt idx="7">
                  <c:v>-0.00229519389858</c:v>
                </c:pt>
                <c:pt idx="8">
                  <c:v>-0.00490753693529</c:v>
                </c:pt>
                <c:pt idx="9">
                  <c:v>0</c:v>
                </c:pt>
                <c:pt idx="10">
                  <c:v>0</c:v>
                </c:pt>
                <c:pt idx="11">
                  <c:v>0</c:v>
                </c:pt>
                <c:pt idx="12">
                  <c:v>0</c:v>
                </c:pt>
                <c:pt idx="13">
                  <c:v>-0.000948870833127</c:v>
                </c:pt>
                <c:pt idx="14">
                  <c:v>0</c:v>
                </c:pt>
                <c:pt idx="15">
                  <c:v>0</c:v>
                </c:pt>
                <c:pt idx="16">
                  <c:v>0</c:v>
                </c:pt>
                <c:pt idx="17">
                  <c:v>-0.00200795121898</c:v>
                </c:pt>
                <c:pt idx="18">
                  <c:v>0</c:v>
                </c:pt>
                <c:pt idx="19">
                  <c:v>0</c:v>
                </c:pt>
                <c:pt idx="20">
                  <c:v>0</c:v>
                </c:pt>
                <c:pt idx="21">
                  <c:v>-0.00452969519773</c:v>
                </c:pt>
                <c:pt idx="22">
                  <c:v>-0.00283112345439</c:v>
                </c:pt>
                <c:pt idx="23">
                  <c:v>0</c:v>
                </c:pt>
                <c:pt idx="24">
                  <c:v>-0.00400259783398</c:v>
                </c:pt>
                <c:pt idx="25">
                  <c:v>0</c:v>
                </c:pt>
                <c:pt idx="26">
                  <c:v>0</c:v>
                </c:pt>
                <c:pt idx="27">
                  <c:v>0</c:v>
                </c:pt>
                <c:pt idx="28">
                  <c:v>-0.00599320967728</c:v>
                </c:pt>
                <c:pt idx="29">
                  <c:v>-0.0109154787943</c:v>
                </c:pt>
                <c:pt idx="30">
                  <c:v>-0.00471400767151</c:v>
                </c:pt>
                <c:pt idx="31">
                  <c:v>0</c:v>
                </c:pt>
                <c:pt idx="32">
                  <c:v>0</c:v>
                </c:pt>
                <c:pt idx="33">
                  <c:v>0</c:v>
                </c:pt>
                <c:pt idx="34">
                  <c:v>0</c:v>
                </c:pt>
                <c:pt idx="35">
                  <c:v>0</c:v>
                </c:pt>
                <c:pt idx="36">
                  <c:v>0</c:v>
                </c:pt>
                <c:pt idx="37">
                  <c:v>0</c:v>
                </c:pt>
                <c:pt idx="38">
                  <c:v>-0.00854380571937</c:v>
                </c:pt>
                <c:pt idx="39">
                  <c:v>-0.00926251607642</c:v>
                </c:pt>
                <c:pt idx="40">
                  <c:v>-0.0045097948249</c:v>
                </c:pt>
                <c:pt idx="41">
                  <c:v>-0.0132302568507</c:v>
                </c:pt>
                <c:pt idx="42">
                  <c:v>-0.0160302775406</c:v>
                </c:pt>
                <c:pt idx="43">
                  <c:v>0</c:v>
                </c:pt>
                <c:pt idx="44">
                  <c:v>0</c:v>
                </c:pt>
                <c:pt idx="45">
                  <c:v>-0.00100257765794</c:v>
                </c:pt>
                <c:pt idx="46">
                  <c:v>0</c:v>
                </c:pt>
                <c:pt idx="47">
                  <c:v>-0.0237914535235</c:v>
                </c:pt>
                <c:pt idx="48">
                  <c:v>-0.0218812780524</c:v>
                </c:pt>
                <c:pt idx="49">
                  <c:v>-0.0581955689951</c:v>
                </c:pt>
                <c:pt idx="50">
                  <c:v>-0.0989409025016</c:v>
                </c:pt>
                <c:pt idx="51">
                  <c:v>-0.0725782928659</c:v>
                </c:pt>
                <c:pt idx="52">
                  <c:v>-0.0942967710877</c:v>
                </c:pt>
                <c:pt idx="53">
                  <c:v>-0.0960225815232</c:v>
                </c:pt>
                <c:pt idx="54">
                  <c:v>-0.155486827916</c:v>
                </c:pt>
                <c:pt idx="55">
                  <c:v>-0.136124353066</c:v>
                </c:pt>
                <c:pt idx="56">
                  <c:v>-0.087743194203</c:v>
                </c:pt>
                <c:pt idx="57">
                  <c:v>-0.0747852363624</c:v>
                </c:pt>
                <c:pt idx="58">
                  <c:v>-0.0568539152003</c:v>
                </c:pt>
                <c:pt idx="59">
                  <c:v>-0.0505217027103</c:v>
                </c:pt>
                <c:pt idx="60">
                  <c:v>-0.027150780287</c:v>
                </c:pt>
                <c:pt idx="61">
                  <c:v>-0.0501145054872</c:v>
                </c:pt>
                <c:pt idx="62">
                  <c:v>-0.0486007147147</c:v>
                </c:pt>
                <c:pt idx="63">
                  <c:v>-0.0546334350504</c:v>
                </c:pt>
                <c:pt idx="64">
                  <c:v>-0.0652897374885</c:v>
                </c:pt>
                <c:pt idx="65">
                  <c:v>-0.0411740558185</c:v>
                </c:pt>
                <c:pt idx="66">
                  <c:v>-0.0403634751907</c:v>
                </c:pt>
                <c:pt idx="67">
                  <c:v>-0.0223101000488</c:v>
                </c:pt>
                <c:pt idx="68">
                  <c:v>-0.0355330061897</c:v>
                </c:pt>
                <c:pt idx="69">
                  <c:v>-0.0473567835845</c:v>
                </c:pt>
                <c:pt idx="70">
                  <c:v>-0.0337784413161</c:v>
                </c:pt>
                <c:pt idx="71">
                  <c:v>-0.0368824452952</c:v>
                </c:pt>
                <c:pt idx="72">
                  <c:v>-0.0327352887278</c:v>
                </c:pt>
                <c:pt idx="73">
                  <c:v>-0.0241743511997</c:v>
                </c:pt>
                <c:pt idx="74">
                  <c:v>-0.0111301559078</c:v>
                </c:pt>
                <c:pt idx="75">
                  <c:v>-0.0281645447333</c:v>
                </c:pt>
                <c:pt idx="76">
                  <c:v>-0.0209609829531</c:v>
                </c:pt>
                <c:pt idx="77">
                  <c:v>-0.0201802252577</c:v>
                </c:pt>
                <c:pt idx="78">
                  <c:v>-0.00853763133978</c:v>
                </c:pt>
                <c:pt idx="79">
                  <c:v>-0.00247942153784</c:v>
                </c:pt>
                <c:pt idx="80">
                  <c:v>-0.0067175381253</c:v>
                </c:pt>
                <c:pt idx="81">
                  <c:v>-0.0196008355966</c:v>
                </c:pt>
                <c:pt idx="82">
                  <c:v>-0.0185850081748</c:v>
                </c:pt>
                <c:pt idx="83">
                  <c:v>-0.020832751452</c:v>
                </c:pt>
                <c:pt idx="84">
                  <c:v>-0.0395498124618</c:v>
                </c:pt>
                <c:pt idx="85">
                  <c:v>-0.0322296951599</c:v>
                </c:pt>
                <c:pt idx="86">
                  <c:v>-0.0267458145968</c:v>
                </c:pt>
                <c:pt idx="87">
                  <c:v>-0.0302136124647</c:v>
                </c:pt>
                <c:pt idx="88">
                  <c:v>-0.0439876216756</c:v>
                </c:pt>
                <c:pt idx="89">
                  <c:v>-0.024509133528</c:v>
                </c:pt>
                <c:pt idx="90">
                  <c:v>-0.0401505038017</c:v>
                </c:pt>
                <c:pt idx="91">
                  <c:v>-0.0468510457817</c:v>
                </c:pt>
                <c:pt idx="92">
                  <c:v>-0.0371333301144</c:v>
                </c:pt>
                <c:pt idx="93">
                  <c:v>-0.0280748063974</c:v>
                </c:pt>
                <c:pt idx="94">
                  <c:v>-0.019081461702</c:v>
                </c:pt>
                <c:pt idx="95">
                  <c:v>-0.0154166211688</c:v>
                </c:pt>
                <c:pt idx="96">
                  <c:v>-0.0270190970439</c:v>
                </c:pt>
                <c:pt idx="97">
                  <c:v>-0.0262460711356</c:v>
                </c:pt>
                <c:pt idx="98">
                  <c:v>-0.023960937474</c:v>
                </c:pt>
                <c:pt idx="99">
                  <c:v>-0.0326736288192</c:v>
                </c:pt>
                <c:pt idx="100">
                  <c:v>-0.02430682809</c:v>
                </c:pt>
                <c:pt idx="101">
                  <c:v>-0.0333260793102</c:v>
                </c:pt>
                <c:pt idx="102">
                  <c:v>-0.0381695743425</c:v>
                </c:pt>
                <c:pt idx="103">
                  <c:v>-0.0363943729186</c:v>
                </c:pt>
                <c:pt idx="104">
                  <c:v>-0.0310684032058</c:v>
                </c:pt>
                <c:pt idx="105">
                  <c:v>-0.0356329148522</c:v>
                </c:pt>
                <c:pt idx="106">
                  <c:v>-0.0428493489077</c:v>
                </c:pt>
                <c:pt idx="107">
                  <c:v>-0.0638484906572</c:v>
                </c:pt>
                <c:pt idx="108">
                  <c:v>-0.0674046566095</c:v>
                </c:pt>
                <c:pt idx="109">
                  <c:v>-0.0801161841408</c:v>
                </c:pt>
                <c:pt idx="110">
                  <c:v>-0.0774787276141</c:v>
                </c:pt>
                <c:pt idx="111">
                  <c:v>-0.0703640410351</c:v>
                </c:pt>
                <c:pt idx="112">
                  <c:v>-0.0548092716932</c:v>
                </c:pt>
                <c:pt idx="113">
                  <c:v>-0.052883450508</c:v>
                </c:pt>
                <c:pt idx="114">
                  <c:v>-0.0508045546803</c:v>
                </c:pt>
                <c:pt idx="115">
                  <c:v>-0.0511269358101</c:v>
                </c:pt>
                <c:pt idx="116">
                  <c:v>-0.0621200535352</c:v>
                </c:pt>
                <c:pt idx="117">
                  <c:v>-0.0562594336211</c:v>
                </c:pt>
                <c:pt idx="118">
                  <c:v>-0.0520830564396</c:v>
                </c:pt>
                <c:pt idx="119">
                  <c:v>-0.0464400208455</c:v>
                </c:pt>
                <c:pt idx="120">
                  <c:v>-0.0404244674555</c:v>
                </c:pt>
                <c:pt idx="121">
                  <c:v>-0.0445703174589</c:v>
                </c:pt>
                <c:pt idx="122">
                  <c:v>-0.0415233476875</c:v>
                </c:pt>
                <c:pt idx="123">
                  <c:v>-0.0382254662366</c:v>
                </c:pt>
                <c:pt idx="124">
                  <c:v>-0.0327037314022</c:v>
                </c:pt>
                <c:pt idx="125">
                  <c:v>-0.0324277777731</c:v>
                </c:pt>
                <c:pt idx="126">
                  <c:v>-0.0325947760188</c:v>
                </c:pt>
                <c:pt idx="127">
                  <c:v>-0.0354893518582</c:v>
                </c:pt>
                <c:pt idx="128">
                  <c:v>-0.0339906615726</c:v>
                </c:pt>
                <c:pt idx="129">
                  <c:v>-0.0329855142899</c:v>
                </c:pt>
                <c:pt idx="130">
                  <c:v>-0.0329303878132</c:v>
                </c:pt>
                <c:pt idx="131">
                  <c:v>-0.0244333850441</c:v>
                </c:pt>
                <c:pt idx="132">
                  <c:v>-0.0209181585696</c:v>
                </c:pt>
                <c:pt idx="133">
                  <c:v>-0.0177325788138</c:v>
                </c:pt>
                <c:pt idx="134">
                  <c:v>-0.0207742828785</c:v>
                </c:pt>
                <c:pt idx="135">
                  <c:v>-0.0191805789285</c:v>
                </c:pt>
                <c:pt idx="136">
                  <c:v>-0.0169704912973</c:v>
                </c:pt>
                <c:pt idx="137">
                  <c:v>-0.0182626281025</c:v>
                </c:pt>
                <c:pt idx="138">
                  <c:v>-0.0215260756863</c:v>
                </c:pt>
                <c:pt idx="139">
                  <c:v>-0.0167115542844</c:v>
                </c:pt>
                <c:pt idx="140">
                  <c:v>-0.0149129515853</c:v>
                </c:pt>
                <c:pt idx="141">
                  <c:v>-0.00950574115799</c:v>
                </c:pt>
                <c:pt idx="142">
                  <c:v>-0.00422298102762</c:v>
                </c:pt>
                <c:pt idx="143">
                  <c:v>0</c:v>
                </c:pt>
                <c:pt idx="144">
                  <c:v>0</c:v>
                </c:pt>
                <c:pt idx="145">
                  <c:v>0</c:v>
                </c:pt>
                <c:pt idx="146">
                  <c:v>0</c:v>
                </c:pt>
                <c:pt idx="147">
                  <c:v>0</c:v>
                </c:pt>
                <c:pt idx="148">
                  <c:v>-0.00351016220133</c:v>
                </c:pt>
                <c:pt idx="149">
                  <c:v>-0.00164737511657</c:v>
                </c:pt>
                <c:pt idx="150">
                  <c:v>-0.00135099439668</c:v>
                </c:pt>
                <c:pt idx="151">
                  <c:v>0</c:v>
                </c:pt>
                <c:pt idx="152">
                  <c:v>-0.00281132004868</c:v>
                </c:pt>
                <c:pt idx="153">
                  <c:v>0</c:v>
                </c:pt>
                <c:pt idx="154">
                  <c:v>-0.0114502224862</c:v>
                </c:pt>
                <c:pt idx="155">
                  <c:v>-0.0127853490279</c:v>
                </c:pt>
                <c:pt idx="156">
                  <c:v>-0.0446253015479</c:v>
                </c:pt>
                <c:pt idx="157">
                  <c:v>-0.0513726359548</c:v>
                </c:pt>
                <c:pt idx="158">
                  <c:v>-0.0470757299938</c:v>
                </c:pt>
                <c:pt idx="159">
                  <c:v>-0.0498978614324</c:v>
                </c:pt>
                <c:pt idx="160">
                  <c:v>-0.0402692870029</c:v>
                </c:pt>
                <c:pt idx="161">
                  <c:v>-0.0340826807675</c:v>
                </c:pt>
                <c:pt idx="162">
                  <c:v>-0.0553956727684</c:v>
                </c:pt>
                <c:pt idx="163">
                  <c:v>-0.0438708239522</c:v>
                </c:pt>
                <c:pt idx="164">
                  <c:v>-0.0469242722754</c:v>
                </c:pt>
                <c:pt idx="165">
                  <c:v>-0.0467796038333</c:v>
                </c:pt>
                <c:pt idx="166">
                  <c:v>-0.0507276276441</c:v>
                </c:pt>
                <c:pt idx="167">
                  <c:v>-0.0486365439524</c:v>
                </c:pt>
                <c:pt idx="168">
                  <c:v>-0.0641593066383</c:v>
                </c:pt>
                <c:pt idx="169">
                  <c:v>-0.0559568616292</c:v>
                </c:pt>
                <c:pt idx="170">
                  <c:v>-0.0573765482214</c:v>
                </c:pt>
                <c:pt idx="171">
                  <c:v>-0.0494445835262</c:v>
                </c:pt>
                <c:pt idx="172">
                  <c:v>-0.0523185617301</c:v>
                </c:pt>
                <c:pt idx="173">
                  <c:v>-0.0710132095984</c:v>
                </c:pt>
                <c:pt idx="174">
                  <c:v>-0.0711159022048</c:v>
                </c:pt>
                <c:pt idx="175">
                  <c:v>-0.0717755719681</c:v>
                </c:pt>
                <c:pt idx="176">
                  <c:v>-0.0841893827364</c:v>
                </c:pt>
                <c:pt idx="177">
                  <c:v>-0.0674610408803</c:v>
                </c:pt>
                <c:pt idx="178">
                  <c:v>-0.0799661120065</c:v>
                </c:pt>
                <c:pt idx="179">
                  <c:v>-0.0780423170181</c:v>
                </c:pt>
                <c:pt idx="180">
                  <c:v>-0.0698771026432</c:v>
                </c:pt>
                <c:pt idx="181">
                  <c:v>-0.0707982694964</c:v>
                </c:pt>
                <c:pt idx="182">
                  <c:v>-0.0733082589224</c:v>
                </c:pt>
                <c:pt idx="183">
                  <c:v>-0.0811985113202</c:v>
                </c:pt>
                <c:pt idx="184">
                  <c:v>-0.0870121506147</c:v>
                </c:pt>
                <c:pt idx="185">
                  <c:v>-0.100415142274</c:v>
                </c:pt>
                <c:pt idx="186">
                  <c:v>-0.0964343208006</c:v>
                </c:pt>
                <c:pt idx="187">
                  <c:v>-0.114460753113</c:v>
                </c:pt>
                <c:pt idx="188">
                  <c:v>-0.106660915478</c:v>
                </c:pt>
                <c:pt idx="189">
                  <c:v>-0.0994781659227</c:v>
                </c:pt>
                <c:pt idx="190">
                  <c:v>-0.0865624972327</c:v>
                </c:pt>
                <c:pt idx="191">
                  <c:v>-0.0886240090938</c:v>
                </c:pt>
                <c:pt idx="192">
                  <c:v>-0.0899068601463</c:v>
                </c:pt>
                <c:pt idx="193">
                  <c:v>-0.0851207553645</c:v>
                </c:pt>
                <c:pt idx="194">
                  <c:v>-0.0918149231972</c:v>
                </c:pt>
                <c:pt idx="195">
                  <c:v>-0.0779147583801</c:v>
                </c:pt>
                <c:pt idx="196">
                  <c:v>-0.0858437373794</c:v>
                </c:pt>
                <c:pt idx="197">
                  <c:v>-0.0710228383681</c:v>
                </c:pt>
                <c:pt idx="198">
                  <c:v>-0.0655237582982</c:v>
                </c:pt>
                <c:pt idx="199">
                  <c:v>-0.0586350947496</c:v>
                </c:pt>
                <c:pt idx="200">
                  <c:v>-0.0499655527417</c:v>
                </c:pt>
                <c:pt idx="201">
                  <c:v>-0.0535992396538</c:v>
                </c:pt>
                <c:pt idx="202">
                  <c:v>-0.0571684191202</c:v>
                </c:pt>
                <c:pt idx="203">
                  <c:v>-0.0632883461448</c:v>
                </c:pt>
                <c:pt idx="204">
                  <c:v>-0.0598553672147</c:v>
                </c:pt>
                <c:pt idx="205">
                  <c:v>-0.0698459986206</c:v>
                </c:pt>
                <c:pt idx="206">
                  <c:v>-0.0621128858762</c:v>
                </c:pt>
                <c:pt idx="207">
                  <c:v>-0.0622535393878</c:v>
                </c:pt>
                <c:pt idx="208">
                  <c:v>-0.0611447129221</c:v>
                </c:pt>
                <c:pt idx="209">
                  <c:v>-0.0560875445961</c:v>
                </c:pt>
                <c:pt idx="210">
                  <c:v>-0.0701933801472</c:v>
                </c:pt>
                <c:pt idx="211">
                  <c:v>-0.0674280056303</c:v>
                </c:pt>
                <c:pt idx="212">
                  <c:v>-0.0940209977598</c:v>
                </c:pt>
                <c:pt idx="213">
                  <c:v>-0.0836202827646</c:v>
                </c:pt>
                <c:pt idx="214">
                  <c:v>-0.0926730072286</c:v>
                </c:pt>
                <c:pt idx="215">
                  <c:v>-0.0803784475031</c:v>
                </c:pt>
                <c:pt idx="216">
                  <c:v>-0.0729473633609</c:v>
                </c:pt>
                <c:pt idx="217">
                  <c:v>-0.0592221568202</c:v>
                </c:pt>
                <c:pt idx="218">
                  <c:v>-0.0492143708992</c:v>
                </c:pt>
                <c:pt idx="219">
                  <c:v>-0.0535120465484</c:v>
                </c:pt>
                <c:pt idx="220">
                  <c:v>-0.0476928953803</c:v>
                </c:pt>
                <c:pt idx="221">
                  <c:v>-0.0446145771069</c:v>
                </c:pt>
                <c:pt idx="222">
                  <c:v>-0.0404304159204</c:v>
                </c:pt>
                <c:pt idx="223">
                  <c:v>-0.0478854779711</c:v>
                </c:pt>
                <c:pt idx="224">
                  <c:v>-0.0432119431611</c:v>
                </c:pt>
                <c:pt idx="225">
                  <c:v>-0.0339779053706</c:v>
                </c:pt>
                <c:pt idx="226">
                  <c:v>-0.0345505017272</c:v>
                </c:pt>
                <c:pt idx="227">
                  <c:v>-0.0367535310828</c:v>
                </c:pt>
                <c:pt idx="228">
                  <c:v>-0.0356845442605</c:v>
                </c:pt>
                <c:pt idx="229">
                  <c:v>-0.029011917945</c:v>
                </c:pt>
                <c:pt idx="230">
                  <c:v>-0.0269746010565</c:v>
                </c:pt>
                <c:pt idx="231">
                  <c:v>-0.00904522763455</c:v>
                </c:pt>
                <c:pt idx="232">
                  <c:v>-0.00964301811013</c:v>
                </c:pt>
                <c:pt idx="233">
                  <c:v>-0.0109721035064</c:v>
                </c:pt>
                <c:pt idx="234">
                  <c:v>-0.0077053880652</c:v>
                </c:pt>
                <c:pt idx="235">
                  <c:v>-0.0238800838657</c:v>
                </c:pt>
                <c:pt idx="236">
                  <c:v>-0.0148157664629</c:v>
                </c:pt>
                <c:pt idx="237">
                  <c:v>-0.0142762344109</c:v>
                </c:pt>
                <c:pt idx="238">
                  <c:v>-0.00741052356253</c:v>
                </c:pt>
                <c:pt idx="239">
                  <c:v>0</c:v>
                </c:pt>
                <c:pt idx="240">
                  <c:v>-0.00180035469587</c:v>
                </c:pt>
                <c:pt idx="241">
                  <c:v>-0.00219092923059</c:v>
                </c:pt>
                <c:pt idx="242">
                  <c:v>-0.00169441088245</c:v>
                </c:pt>
                <c:pt idx="243">
                  <c:v>0</c:v>
                </c:pt>
                <c:pt idx="244">
                  <c:v>-0.00592241510788</c:v>
                </c:pt>
                <c:pt idx="245">
                  <c:v>-0.0017450400416</c:v>
                </c:pt>
                <c:pt idx="246">
                  <c:v>0</c:v>
                </c:pt>
                <c:pt idx="247">
                  <c:v>0</c:v>
                </c:pt>
                <c:pt idx="248">
                  <c:v>0</c:v>
                </c:pt>
                <c:pt idx="249">
                  <c:v>-0.003446691035</c:v>
                </c:pt>
                <c:pt idx="250">
                  <c:v>-0.00981401956453</c:v>
                </c:pt>
                <c:pt idx="251">
                  <c:v>-0.0171523561004</c:v>
                </c:pt>
                <c:pt idx="252">
                  <c:v>-0.00834668463806</c:v>
                </c:pt>
                <c:pt idx="253">
                  <c:v>-0.0101763706855</c:v>
                </c:pt>
                <c:pt idx="254">
                  <c:v>-0.0094107865785</c:v>
                </c:pt>
                <c:pt idx="255">
                  <c:v>-0.00216554019183</c:v>
                </c:pt>
                <c:pt idx="256">
                  <c:v>0</c:v>
                </c:pt>
                <c:pt idx="257">
                  <c:v>-0.00209412533506</c:v>
                </c:pt>
                <c:pt idx="258">
                  <c:v>-0.00112690808203</c:v>
                </c:pt>
                <c:pt idx="259">
                  <c:v>0</c:v>
                </c:pt>
                <c:pt idx="260">
                  <c:v>-0.00302014155867</c:v>
                </c:pt>
                <c:pt idx="261">
                  <c:v>0</c:v>
                </c:pt>
                <c:pt idx="262">
                  <c:v>0</c:v>
                </c:pt>
                <c:pt idx="263">
                  <c:v>-0.00671670076573</c:v>
                </c:pt>
                <c:pt idx="264">
                  <c:v>-0.000804074489753</c:v>
                </c:pt>
                <c:pt idx="265">
                  <c:v>-0.00389957699621</c:v>
                </c:pt>
                <c:pt idx="266">
                  <c:v>0</c:v>
                </c:pt>
                <c:pt idx="267">
                  <c:v>-0.0110943775129</c:v>
                </c:pt>
                <c:pt idx="268">
                  <c:v>-0.00571737205685</c:v>
                </c:pt>
                <c:pt idx="269">
                  <c:v>0</c:v>
                </c:pt>
                <c:pt idx="270">
                  <c:v>0</c:v>
                </c:pt>
                <c:pt idx="271">
                  <c:v>-0.000199836159803</c:v>
                </c:pt>
                <c:pt idx="272">
                  <c:v>-0.00805456676873</c:v>
                </c:pt>
                <c:pt idx="273">
                  <c:v>0</c:v>
                </c:pt>
                <c:pt idx="274">
                  <c:v>-0.00490176324699</c:v>
                </c:pt>
                <c:pt idx="275">
                  <c:v>-0.0322965154323</c:v>
                </c:pt>
                <c:pt idx="276">
                  <c:v>-0.020809450366</c:v>
                </c:pt>
                <c:pt idx="277">
                  <c:v>-0.0444392153979</c:v>
                </c:pt>
                <c:pt idx="278">
                  <c:v>-0.0221031134707</c:v>
                </c:pt>
                <c:pt idx="279">
                  <c:v>-0.00785196138076</c:v>
                </c:pt>
                <c:pt idx="280">
                  <c:v>-0.00382889230554</c:v>
                </c:pt>
                <c:pt idx="281">
                  <c:v>-0.00692470556134</c:v>
                </c:pt>
                <c:pt idx="282">
                  <c:v>-0.00162997687832</c:v>
                </c:pt>
                <c:pt idx="283">
                  <c:v>0</c:v>
                </c:pt>
                <c:pt idx="284">
                  <c:v>-0.000513847595384</c:v>
                </c:pt>
                <c:pt idx="285">
                  <c:v>-0.0035660265399</c:v>
                </c:pt>
                <c:pt idx="286">
                  <c:v>0</c:v>
                </c:pt>
                <c:pt idx="287">
                  <c:v>-0.000140033863284</c:v>
                </c:pt>
                <c:pt idx="288">
                  <c:v>0</c:v>
                </c:pt>
                <c:pt idx="289">
                  <c:v>0</c:v>
                </c:pt>
                <c:pt idx="290">
                  <c:v>-0.000292483602654</c:v>
                </c:pt>
                <c:pt idx="291">
                  <c:v>-0.00879951056774</c:v>
                </c:pt>
                <c:pt idx="292">
                  <c:v>-0.0100708075056</c:v>
                </c:pt>
                <c:pt idx="293">
                  <c:v>-0.0267345990859</c:v>
                </c:pt>
                <c:pt idx="294">
                  <c:v>-0.0225174536433</c:v>
                </c:pt>
                <c:pt idx="295">
                  <c:v>-0.0204302483432</c:v>
                </c:pt>
                <c:pt idx="296">
                  <c:v>-0.023591479132</c:v>
                </c:pt>
                <c:pt idx="297">
                  <c:v>-0.0301180985762</c:v>
                </c:pt>
                <c:pt idx="298">
                  <c:v>-0.0143579571842</c:v>
                </c:pt>
                <c:pt idx="299">
                  <c:v>-0.0205297801062</c:v>
                </c:pt>
                <c:pt idx="300">
                  <c:v>-0.0163888328583</c:v>
                </c:pt>
                <c:pt idx="301">
                  <c:v>-0.016642759844</c:v>
                </c:pt>
                <c:pt idx="302">
                  <c:v>0</c:v>
                </c:pt>
                <c:pt idx="303">
                  <c:v>-0.016964779482</c:v>
                </c:pt>
                <c:pt idx="304">
                  <c:v>-0.000159613986118</c:v>
                </c:pt>
                <c:pt idx="305">
                  <c:v>-0.00347120721565</c:v>
                </c:pt>
                <c:pt idx="306">
                  <c:v>0</c:v>
                </c:pt>
                <c:pt idx="307">
                  <c:v>-0.0127304095306</c:v>
                </c:pt>
                <c:pt idx="308">
                  <c:v>-0.00943929077195</c:v>
                </c:pt>
                <c:pt idx="309">
                  <c:v>-0.00891365601355</c:v>
                </c:pt>
                <c:pt idx="310">
                  <c:v>-0.00854463372678</c:v>
                </c:pt>
                <c:pt idx="311">
                  <c:v>-0.0440898386146</c:v>
                </c:pt>
                <c:pt idx="312">
                  <c:v>-0.0274433351483</c:v>
                </c:pt>
                <c:pt idx="313">
                  <c:v>-0.0279465007643</c:v>
                </c:pt>
                <c:pt idx="314">
                  <c:v>-0.0541682775417</c:v>
                </c:pt>
                <c:pt idx="315">
                  <c:v>-0.0476410300396</c:v>
                </c:pt>
                <c:pt idx="316">
                  <c:v>-0.0564563993297</c:v>
                </c:pt>
                <c:pt idx="317">
                  <c:v>-0.0327227883481</c:v>
                </c:pt>
                <c:pt idx="318">
                  <c:v>-0.0369145237284</c:v>
                </c:pt>
                <c:pt idx="319">
                  <c:v>-0.0398040167391</c:v>
                </c:pt>
                <c:pt idx="320">
                  <c:v>-0.037353437471</c:v>
                </c:pt>
                <c:pt idx="321">
                  <c:v>-0.0252474114989</c:v>
                </c:pt>
                <c:pt idx="322">
                  <c:v>-0.0325099036432</c:v>
                </c:pt>
                <c:pt idx="323">
                  <c:v>-0.0306241155248</c:v>
                </c:pt>
                <c:pt idx="324">
                  <c:v>-0.0322788587911</c:v>
                </c:pt>
                <c:pt idx="325">
                  <c:v>-0.0305764239992</c:v>
                </c:pt>
                <c:pt idx="326">
                  <c:v>-0.0330224633101</c:v>
                </c:pt>
                <c:pt idx="327">
                  <c:v>-0.0344254160111</c:v>
                </c:pt>
                <c:pt idx="328">
                  <c:v>-0.0266595801948</c:v>
                </c:pt>
                <c:pt idx="329">
                  <c:v>-0.0158739237623</c:v>
                </c:pt>
                <c:pt idx="330">
                  <c:v>-0.0133899974531</c:v>
                </c:pt>
                <c:pt idx="331">
                  <c:v>-0.0117118534414</c:v>
                </c:pt>
                <c:pt idx="332">
                  <c:v>-0.00918749193554</c:v>
                </c:pt>
                <c:pt idx="333">
                  <c:v>-0.0170719772483</c:v>
                </c:pt>
                <c:pt idx="334">
                  <c:v>-0.023720010825</c:v>
                </c:pt>
                <c:pt idx="335">
                  <c:v>-0.0151254115983</c:v>
                </c:pt>
                <c:pt idx="336">
                  <c:v>-0.0106070449516</c:v>
                </c:pt>
                <c:pt idx="337">
                  <c:v>-0.00501917278426</c:v>
                </c:pt>
                <c:pt idx="338">
                  <c:v>0</c:v>
                </c:pt>
                <c:pt idx="339">
                  <c:v>0</c:v>
                </c:pt>
                <c:pt idx="340">
                  <c:v>0</c:v>
                </c:pt>
                <c:pt idx="341">
                  <c:v>-0.00385985442437</c:v>
                </c:pt>
                <c:pt idx="342">
                  <c:v>-0.00164441363298</c:v>
                </c:pt>
                <c:pt idx="343">
                  <c:v>0</c:v>
                </c:pt>
                <c:pt idx="344">
                  <c:v>-0.00101565181665</c:v>
                </c:pt>
                <c:pt idx="345">
                  <c:v>0</c:v>
                </c:pt>
                <c:pt idx="346">
                  <c:v>0</c:v>
                </c:pt>
                <c:pt idx="347">
                  <c:v>-0.00758605468949</c:v>
                </c:pt>
                <c:pt idx="348">
                  <c:v>-0.00817762824019</c:v>
                </c:pt>
                <c:pt idx="349">
                  <c:v>-0.0116336618772</c:v>
                </c:pt>
                <c:pt idx="350">
                  <c:v>-0.0223287198937</c:v>
                </c:pt>
                <c:pt idx="351">
                  <c:v>-0.0275082854075</c:v>
                </c:pt>
                <c:pt idx="352">
                  <c:v>-0.0175503452838</c:v>
                </c:pt>
                <c:pt idx="353">
                  <c:v>-0.00947939117144</c:v>
                </c:pt>
                <c:pt idx="354">
                  <c:v>-0.0286532109629</c:v>
                </c:pt>
                <c:pt idx="355">
                  <c:v>-0.0320743526343</c:v>
                </c:pt>
                <c:pt idx="356">
                  <c:v>-0.0264725858002</c:v>
                </c:pt>
                <c:pt idx="357">
                  <c:v>-0.0178621000269</c:v>
                </c:pt>
                <c:pt idx="358">
                  <c:v>-0.018709254791</c:v>
                </c:pt>
                <c:pt idx="359">
                  <c:v>-0.0179827919111</c:v>
                </c:pt>
                <c:pt idx="360">
                  <c:v>-0.00978561050981</c:v>
                </c:pt>
                <c:pt idx="361">
                  <c:v>-0.00641022116689</c:v>
                </c:pt>
                <c:pt idx="362">
                  <c:v>-0.00985669654207</c:v>
                </c:pt>
                <c:pt idx="363">
                  <c:v>0</c:v>
                </c:pt>
                <c:pt idx="364">
                  <c:v>-0.00173043802578</c:v>
                </c:pt>
                <c:pt idx="365">
                  <c:v>-0.00725910042986</c:v>
                </c:pt>
                <c:pt idx="366">
                  <c:v>0</c:v>
                </c:pt>
                <c:pt idx="367">
                  <c:v>-0.00204320682961</c:v>
                </c:pt>
                <c:pt idx="368">
                  <c:v>0</c:v>
                </c:pt>
                <c:pt idx="369">
                  <c:v>-0.00265612426021</c:v>
                </c:pt>
                <c:pt idx="370">
                  <c:v>0</c:v>
                </c:pt>
                <c:pt idx="371">
                  <c:v>-0.00189045207838</c:v>
                </c:pt>
                <c:pt idx="372">
                  <c:v>-0.00104452351494</c:v>
                </c:pt>
                <c:pt idx="373">
                  <c:v>-0.00310684928308</c:v>
                </c:pt>
                <c:pt idx="374">
                  <c:v>-0.00886675691611</c:v>
                </c:pt>
                <c:pt idx="375">
                  <c:v>-0.0148116672098</c:v>
                </c:pt>
                <c:pt idx="376">
                  <c:v>-0.0123079123889</c:v>
                </c:pt>
                <c:pt idx="377">
                  <c:v>0</c:v>
                </c:pt>
                <c:pt idx="378">
                  <c:v>0</c:v>
                </c:pt>
                <c:pt idx="379">
                  <c:v>0</c:v>
                </c:pt>
                <c:pt idx="380">
                  <c:v>0</c:v>
                </c:pt>
                <c:pt idx="381">
                  <c:v>-0.00197308322978</c:v>
                </c:pt>
                <c:pt idx="382">
                  <c:v>-0.00126050409249</c:v>
                </c:pt>
                <c:pt idx="383">
                  <c:v>0</c:v>
                </c:pt>
                <c:pt idx="384">
                  <c:v>0</c:v>
                </c:pt>
                <c:pt idx="385">
                  <c:v>0</c:v>
                </c:pt>
                <c:pt idx="386">
                  <c:v>0</c:v>
                </c:pt>
                <c:pt idx="387">
                  <c:v>-0.0016080378766</c:v>
                </c:pt>
                <c:pt idx="388">
                  <c:v>-0.0178612036539</c:v>
                </c:pt>
                <c:pt idx="389">
                  <c:v>-0.0202226144981</c:v>
                </c:pt>
                <c:pt idx="390">
                  <c:v>-0.0189994249739</c:v>
                </c:pt>
                <c:pt idx="391">
                  <c:v>-0.00589860759616</c:v>
                </c:pt>
                <c:pt idx="392">
                  <c:v>-0.00436525881554</c:v>
                </c:pt>
                <c:pt idx="393">
                  <c:v>-0.000325668380978</c:v>
                </c:pt>
                <c:pt idx="394">
                  <c:v>-0.00186574284544</c:v>
                </c:pt>
                <c:pt idx="395">
                  <c:v>-0.00817051451788</c:v>
                </c:pt>
                <c:pt idx="396">
                  <c:v>-0.0123007713204</c:v>
                </c:pt>
                <c:pt idx="397">
                  <c:v>-0.0369027177869</c:v>
                </c:pt>
                <c:pt idx="398">
                  <c:v>-0.0184209558046</c:v>
                </c:pt>
                <c:pt idx="399">
                  <c:v>-0.00152922934208</c:v>
                </c:pt>
                <c:pt idx="400">
                  <c:v>0</c:v>
                </c:pt>
                <c:pt idx="401">
                  <c:v>0</c:v>
                </c:pt>
                <c:pt idx="402">
                  <c:v>0</c:v>
                </c:pt>
                <c:pt idx="403">
                  <c:v>-0.00631592277553</c:v>
                </c:pt>
                <c:pt idx="404">
                  <c:v>-0.00240031695051</c:v>
                </c:pt>
                <c:pt idx="405">
                  <c:v>0</c:v>
                </c:pt>
                <c:pt idx="406">
                  <c:v>-0.00764966914128</c:v>
                </c:pt>
                <c:pt idx="407">
                  <c:v>-0.0143163667616</c:v>
                </c:pt>
                <c:pt idx="408">
                  <c:v>-0.0122104370718</c:v>
                </c:pt>
                <c:pt idx="409">
                  <c:v>-0.0245850487844</c:v>
                </c:pt>
                <c:pt idx="410">
                  <c:v>-0.0148753661974</c:v>
                </c:pt>
                <c:pt idx="411">
                  <c:v>-0.01680002858</c:v>
                </c:pt>
                <c:pt idx="412">
                  <c:v>-0.0206203590781</c:v>
                </c:pt>
                <c:pt idx="413">
                  <c:v>-0.0113628817691</c:v>
                </c:pt>
                <c:pt idx="414">
                  <c:v>-0.0040260378879</c:v>
                </c:pt>
                <c:pt idx="415">
                  <c:v>-0.0063857087298</c:v>
                </c:pt>
                <c:pt idx="416">
                  <c:v>-0.00673989433287</c:v>
                </c:pt>
                <c:pt idx="417">
                  <c:v>-0.00970982918611</c:v>
                </c:pt>
                <c:pt idx="418">
                  <c:v>-0.0176630826799</c:v>
                </c:pt>
                <c:pt idx="419">
                  <c:v>-0.0241888626902</c:v>
                </c:pt>
                <c:pt idx="420">
                  <c:v>-0.0305347579161</c:v>
                </c:pt>
                <c:pt idx="421">
                  <c:v>-0.0355986754174</c:v>
                </c:pt>
                <c:pt idx="422">
                  <c:v>-0.0181720095761</c:v>
                </c:pt>
                <c:pt idx="423">
                  <c:v>-0.0095871009973</c:v>
                </c:pt>
                <c:pt idx="424">
                  <c:v>-0.00500762031867</c:v>
                </c:pt>
                <c:pt idx="425">
                  <c:v>-0.0123859757196</c:v>
                </c:pt>
                <c:pt idx="426">
                  <c:v>-0.00159756894357</c:v>
                </c:pt>
                <c:pt idx="427">
                  <c:v>-0.00443694921047</c:v>
                </c:pt>
                <c:pt idx="428">
                  <c:v>-0.00691220710117</c:v>
                </c:pt>
                <c:pt idx="429">
                  <c:v>-0.0102053373356</c:v>
                </c:pt>
                <c:pt idx="430">
                  <c:v>-0.00191825095641</c:v>
                </c:pt>
                <c:pt idx="431">
                  <c:v>-0.00330160689288</c:v>
                </c:pt>
                <c:pt idx="432">
                  <c:v>-0.00406647799636</c:v>
                </c:pt>
                <c:pt idx="433">
                  <c:v>-0.0111194345004</c:v>
                </c:pt>
                <c:pt idx="434">
                  <c:v>-0.0055437204474</c:v>
                </c:pt>
                <c:pt idx="435">
                  <c:v>-0.011334583205</c:v>
                </c:pt>
                <c:pt idx="436">
                  <c:v>-0.0114979227359</c:v>
                </c:pt>
                <c:pt idx="437">
                  <c:v>-0.00741523860076</c:v>
                </c:pt>
                <c:pt idx="438">
                  <c:v>-0.00988248458727</c:v>
                </c:pt>
                <c:pt idx="439">
                  <c:v>0</c:v>
                </c:pt>
                <c:pt idx="440">
                  <c:v>-0.00587239135533</c:v>
                </c:pt>
                <c:pt idx="441">
                  <c:v>-0.0116481006699</c:v>
                </c:pt>
                <c:pt idx="442">
                  <c:v>-0.0229496851737</c:v>
                </c:pt>
                <c:pt idx="443">
                  <c:v>-0.0221021148932</c:v>
                </c:pt>
                <c:pt idx="444">
                  <c:v>-0.0100236719579</c:v>
                </c:pt>
                <c:pt idx="445">
                  <c:v>0</c:v>
                </c:pt>
                <c:pt idx="446">
                  <c:v>-0.000286640661502</c:v>
                </c:pt>
                <c:pt idx="447">
                  <c:v>0</c:v>
                </c:pt>
                <c:pt idx="448">
                  <c:v>-0.0138976385275</c:v>
                </c:pt>
                <c:pt idx="449">
                  <c:v>-0.00996465238745</c:v>
                </c:pt>
                <c:pt idx="450">
                  <c:v>-0.00978111266133</c:v>
                </c:pt>
                <c:pt idx="451">
                  <c:v>0</c:v>
                </c:pt>
                <c:pt idx="452">
                  <c:v>-0.00111004038101</c:v>
                </c:pt>
                <c:pt idx="453">
                  <c:v>0</c:v>
                </c:pt>
                <c:pt idx="454">
                  <c:v>-0.00753330297918</c:v>
                </c:pt>
                <c:pt idx="455">
                  <c:v>0</c:v>
                </c:pt>
                <c:pt idx="456">
                  <c:v>-0.00081256231908</c:v>
                </c:pt>
                <c:pt idx="457">
                  <c:v>-0.00172834555163</c:v>
                </c:pt>
                <c:pt idx="458">
                  <c:v>-0.00422593999154</c:v>
                </c:pt>
                <c:pt idx="459">
                  <c:v>0</c:v>
                </c:pt>
                <c:pt idx="460">
                  <c:v>0</c:v>
                </c:pt>
                <c:pt idx="461">
                  <c:v>0</c:v>
                </c:pt>
                <c:pt idx="462">
                  <c:v>-0.00279171090902</c:v>
                </c:pt>
                <c:pt idx="463">
                  <c:v>0</c:v>
                </c:pt>
                <c:pt idx="464">
                  <c:v>0</c:v>
                </c:pt>
                <c:pt idx="465">
                  <c:v>-0.00799515567011</c:v>
                </c:pt>
                <c:pt idx="466">
                  <c:v>-0.00394277531964</c:v>
                </c:pt>
                <c:pt idx="467">
                  <c:v>0</c:v>
                </c:pt>
                <c:pt idx="468">
                  <c:v>0</c:v>
                </c:pt>
                <c:pt idx="469">
                  <c:v>-0.0109670873744</c:v>
                </c:pt>
                <c:pt idx="470">
                  <c:v>-0.00310474130763</c:v>
                </c:pt>
                <c:pt idx="471">
                  <c:v>-0.00847391113875</c:v>
                </c:pt>
                <c:pt idx="472">
                  <c:v>-0.000818938582116</c:v>
                </c:pt>
                <c:pt idx="473">
                  <c:v>0</c:v>
                </c:pt>
                <c:pt idx="474">
                  <c:v>-0.00827258167468</c:v>
                </c:pt>
                <c:pt idx="475">
                  <c:v>-0.0107096109979</c:v>
                </c:pt>
                <c:pt idx="476">
                  <c:v>-0.000172576234523</c:v>
                </c:pt>
                <c:pt idx="477">
                  <c:v>0</c:v>
                </c:pt>
                <c:pt idx="478">
                  <c:v>-0.000920380312659</c:v>
                </c:pt>
                <c:pt idx="479">
                  <c:v>-0.00975821932586</c:v>
                </c:pt>
                <c:pt idx="480">
                  <c:v>-0.00243183477653</c:v>
                </c:pt>
                <c:pt idx="481">
                  <c:v>0</c:v>
                </c:pt>
                <c:pt idx="482">
                  <c:v>-0.00144455634196</c:v>
                </c:pt>
                <c:pt idx="483">
                  <c:v>0</c:v>
                </c:pt>
                <c:pt idx="484">
                  <c:v>-0.00363228304963</c:v>
                </c:pt>
                <c:pt idx="485">
                  <c:v>-0.00120703535068</c:v>
                </c:pt>
                <c:pt idx="486">
                  <c:v>-0.00879936770471</c:v>
                </c:pt>
                <c:pt idx="487">
                  <c:v>-0.00290863110341</c:v>
                </c:pt>
                <c:pt idx="488">
                  <c:v>0</c:v>
                </c:pt>
                <c:pt idx="489">
                  <c:v>0</c:v>
                </c:pt>
                <c:pt idx="490">
                  <c:v>0</c:v>
                </c:pt>
                <c:pt idx="491">
                  <c:v>-0.0398201554186</c:v>
                </c:pt>
                <c:pt idx="492">
                  <c:v>-0.0333911601677</c:v>
                </c:pt>
                <c:pt idx="493">
                  <c:v>-0.0569953959963</c:v>
                </c:pt>
                <c:pt idx="494">
                  <c:v>-0.0688931488321</c:v>
                </c:pt>
                <c:pt idx="495">
                  <c:v>-0.0577414330246</c:v>
                </c:pt>
                <c:pt idx="496">
                  <c:v>-0.0533572969551</c:v>
                </c:pt>
                <c:pt idx="497">
                  <c:v>-0.0532309952639</c:v>
                </c:pt>
                <c:pt idx="498">
                  <c:v>-0.0485921428323</c:v>
                </c:pt>
                <c:pt idx="499">
                  <c:v>-0.0580590526656</c:v>
                </c:pt>
                <c:pt idx="500">
                  <c:v>-0.0612289628829</c:v>
                </c:pt>
                <c:pt idx="501">
                  <c:v>-0.0555654284772</c:v>
                </c:pt>
                <c:pt idx="502">
                  <c:v>-0.0535860864956</c:v>
                </c:pt>
                <c:pt idx="503">
                  <c:v>-0.055245716081</c:v>
                </c:pt>
                <c:pt idx="504">
                  <c:v>-0.0508957394582</c:v>
                </c:pt>
                <c:pt idx="505">
                  <c:v>-0.0579232689648</c:v>
                </c:pt>
                <c:pt idx="506">
                  <c:v>-0.0595629665311</c:v>
                </c:pt>
                <c:pt idx="507">
                  <c:v>-0.0656594707615</c:v>
                </c:pt>
                <c:pt idx="508">
                  <c:v>-0.0588350406133</c:v>
                </c:pt>
                <c:pt idx="509">
                  <c:v>-0.0541105129727</c:v>
                </c:pt>
                <c:pt idx="510">
                  <c:v>-0.0564448481037</c:v>
                </c:pt>
                <c:pt idx="511">
                  <c:v>-0.059042706228</c:v>
                </c:pt>
                <c:pt idx="512">
                  <c:v>-0.0515186459906</c:v>
                </c:pt>
                <c:pt idx="513">
                  <c:v>-0.0548633054793</c:v>
                </c:pt>
                <c:pt idx="514">
                  <c:v>-0.0605933862049</c:v>
                </c:pt>
                <c:pt idx="515">
                  <c:v>-0.0604488434306</c:v>
                </c:pt>
                <c:pt idx="516">
                  <c:v>-0.060017136808</c:v>
                </c:pt>
                <c:pt idx="517">
                  <c:v>-0.0716690891775</c:v>
                </c:pt>
                <c:pt idx="518">
                  <c:v>-0.0712139793964</c:v>
                </c:pt>
                <c:pt idx="519">
                  <c:v>-0.0809735472543</c:v>
                </c:pt>
                <c:pt idx="520">
                  <c:v>-0.076462748503</c:v>
                </c:pt>
                <c:pt idx="521">
                  <c:v>-0.0747685383162</c:v>
                </c:pt>
                <c:pt idx="522">
                  <c:v>-0.0804752673772</c:v>
                </c:pt>
                <c:pt idx="523">
                  <c:v>-0.0675448929364</c:v>
                </c:pt>
                <c:pt idx="524">
                  <c:v>-0.065964243749</c:v>
                </c:pt>
                <c:pt idx="525">
                  <c:v>-0.0803649304158</c:v>
                </c:pt>
                <c:pt idx="526">
                  <c:v>-0.0742637853143</c:v>
                </c:pt>
                <c:pt idx="527">
                  <c:v>-0.0725375841757</c:v>
                </c:pt>
                <c:pt idx="528">
                  <c:v>-0.0764021949302</c:v>
                </c:pt>
                <c:pt idx="529">
                  <c:v>-0.0776195950064</c:v>
                </c:pt>
                <c:pt idx="530">
                  <c:v>-0.0865325649372</c:v>
                </c:pt>
                <c:pt idx="531">
                  <c:v>-0.0947207662652</c:v>
                </c:pt>
                <c:pt idx="532">
                  <c:v>-0.0961433707319</c:v>
                </c:pt>
                <c:pt idx="533">
                  <c:v>-0.0962503343634</c:v>
                </c:pt>
                <c:pt idx="534">
                  <c:v>-0.0964025165667</c:v>
                </c:pt>
                <c:pt idx="535">
                  <c:v>-0.0932523147523</c:v>
                </c:pt>
                <c:pt idx="536">
                  <c:v>-0.0788808883055</c:v>
                </c:pt>
                <c:pt idx="537">
                  <c:v>-0.0682603454357</c:v>
                </c:pt>
                <c:pt idx="538">
                  <c:v>-0.0656880794541</c:v>
                </c:pt>
                <c:pt idx="539">
                  <c:v>-0.0605846634077</c:v>
                </c:pt>
                <c:pt idx="540">
                  <c:v>-0.0720568941054</c:v>
                </c:pt>
                <c:pt idx="541">
                  <c:v>-0.0691563497124</c:v>
                </c:pt>
                <c:pt idx="542">
                  <c:v>-0.0631648988938</c:v>
                </c:pt>
                <c:pt idx="543">
                  <c:v>-0.061639500978</c:v>
                </c:pt>
                <c:pt idx="544">
                  <c:v>-0.0547210650768</c:v>
                </c:pt>
                <c:pt idx="545">
                  <c:v>-0.0559109008423</c:v>
                </c:pt>
                <c:pt idx="546">
                  <c:v>-0.0486618392355</c:v>
                </c:pt>
                <c:pt idx="547">
                  <c:v>-0.0479341207294</c:v>
                </c:pt>
                <c:pt idx="548">
                  <c:v>-0.0550878508025</c:v>
                </c:pt>
                <c:pt idx="549">
                  <c:v>-0.0527417221904</c:v>
                </c:pt>
                <c:pt idx="550">
                  <c:v>-0.0480213082573</c:v>
                </c:pt>
                <c:pt idx="551">
                  <c:v>-0.0472702464332</c:v>
                </c:pt>
                <c:pt idx="552">
                  <c:v>-0.0459477743328</c:v>
                </c:pt>
                <c:pt idx="553">
                  <c:v>-0.0454818638241</c:v>
                </c:pt>
                <c:pt idx="554">
                  <c:v>-0.0416452140979</c:v>
                </c:pt>
                <c:pt idx="555">
                  <c:v>-0.0537621156462</c:v>
                </c:pt>
                <c:pt idx="556">
                  <c:v>-0.0572469922535</c:v>
                </c:pt>
                <c:pt idx="557">
                  <c:v>-0.0513232293343</c:v>
                </c:pt>
                <c:pt idx="558">
                  <c:v>-0.0298040523974</c:v>
                </c:pt>
                <c:pt idx="559">
                  <c:v>-0.0187597279879</c:v>
                </c:pt>
                <c:pt idx="560">
                  <c:v>-0.00724534153702</c:v>
                </c:pt>
                <c:pt idx="561">
                  <c:v>0</c:v>
                </c:pt>
                <c:pt idx="562">
                  <c:v>0</c:v>
                </c:pt>
                <c:pt idx="563">
                  <c:v>0</c:v>
                </c:pt>
                <c:pt idx="564">
                  <c:v>-0.0328013535339</c:v>
                </c:pt>
                <c:pt idx="565">
                  <c:v>-0.035067813777</c:v>
                </c:pt>
                <c:pt idx="566">
                  <c:v>-0.0264031660405</c:v>
                </c:pt>
                <c:pt idx="567">
                  <c:v>-0.042454220925</c:v>
                </c:pt>
                <c:pt idx="568">
                  <c:v>-0.0536666322726</c:v>
                </c:pt>
                <c:pt idx="569">
                  <c:v>-0.0461797101782</c:v>
                </c:pt>
                <c:pt idx="570">
                  <c:v>-0.0228316776781</c:v>
                </c:pt>
                <c:pt idx="571">
                  <c:v>-0.0198269562083</c:v>
                </c:pt>
                <c:pt idx="572">
                  <c:v>0</c:v>
                </c:pt>
                <c:pt idx="573">
                  <c:v>0</c:v>
                </c:pt>
                <c:pt idx="574">
                  <c:v>0</c:v>
                </c:pt>
                <c:pt idx="575">
                  <c:v>0</c:v>
                </c:pt>
                <c:pt idx="576">
                  <c:v>0</c:v>
                </c:pt>
                <c:pt idx="577">
                  <c:v>-0.0167667620951</c:v>
                </c:pt>
                <c:pt idx="578">
                  <c:v>-0.0158944786408</c:v>
                </c:pt>
                <c:pt idx="579">
                  <c:v>-0.00663767005358</c:v>
                </c:pt>
                <c:pt idx="580">
                  <c:v>-0.0203093808506</c:v>
                </c:pt>
                <c:pt idx="581">
                  <c:v>-0.0190981846765</c:v>
                </c:pt>
                <c:pt idx="582">
                  <c:v>-0.00616590061956</c:v>
                </c:pt>
                <c:pt idx="583">
                  <c:v>-0.00782202803654</c:v>
                </c:pt>
                <c:pt idx="584">
                  <c:v>-0.0135841265563</c:v>
                </c:pt>
                <c:pt idx="585">
                  <c:v>-0.0124478234199</c:v>
                </c:pt>
                <c:pt idx="586">
                  <c:v>-0.00931760070326</c:v>
                </c:pt>
                <c:pt idx="587">
                  <c:v>-0.0156608341589</c:v>
                </c:pt>
                <c:pt idx="588">
                  <c:v>-0.00399100655066</c:v>
                </c:pt>
                <c:pt idx="589">
                  <c:v>0</c:v>
                </c:pt>
                <c:pt idx="590">
                  <c:v>0</c:v>
                </c:pt>
                <c:pt idx="591">
                  <c:v>0</c:v>
                </c:pt>
                <c:pt idx="592">
                  <c:v>-0.011943457397</c:v>
                </c:pt>
                <c:pt idx="593">
                  <c:v>-0.00553482951562</c:v>
                </c:pt>
                <c:pt idx="594">
                  <c:v>-0.00646054505526</c:v>
                </c:pt>
                <c:pt idx="595">
                  <c:v>-0.0143006353245</c:v>
                </c:pt>
                <c:pt idx="596">
                  <c:v>-0.0182293141281</c:v>
                </c:pt>
                <c:pt idx="597">
                  <c:v>-0.0114159747684</c:v>
                </c:pt>
                <c:pt idx="598">
                  <c:v>-0.00774914590474</c:v>
                </c:pt>
                <c:pt idx="599">
                  <c:v>0</c:v>
                </c:pt>
                <c:pt idx="600">
                  <c:v>0</c:v>
                </c:pt>
                <c:pt idx="601">
                  <c:v>0</c:v>
                </c:pt>
                <c:pt idx="602">
                  <c:v>-0.00805005239919</c:v>
                </c:pt>
                <c:pt idx="603">
                  <c:v>0</c:v>
                </c:pt>
                <c:pt idx="604">
                  <c:v>-0.00609780219712</c:v>
                </c:pt>
                <c:pt idx="605">
                  <c:v>0</c:v>
                </c:pt>
                <c:pt idx="606">
                  <c:v>-0.0266339334341</c:v>
                </c:pt>
                <c:pt idx="607">
                  <c:v>-0.0329142132927</c:v>
                </c:pt>
                <c:pt idx="608">
                  <c:v>-0.0166471801073</c:v>
                </c:pt>
                <c:pt idx="609">
                  <c:v>-0.0225553986452</c:v>
                </c:pt>
                <c:pt idx="610">
                  <c:v>-0.0168266013832</c:v>
                </c:pt>
                <c:pt idx="611">
                  <c:v>-0.00683089896188</c:v>
                </c:pt>
                <c:pt idx="612">
                  <c:v>-0.0151600310535</c:v>
                </c:pt>
                <c:pt idx="613">
                  <c:v>-0.0308265326714</c:v>
                </c:pt>
                <c:pt idx="614">
                  <c:v>-0.0128789077338</c:v>
                </c:pt>
                <c:pt idx="615">
                  <c:v>-0.0186172860601</c:v>
                </c:pt>
                <c:pt idx="616">
                  <c:v>-0.014142350731</c:v>
                </c:pt>
                <c:pt idx="617">
                  <c:v>-0.014558226188</c:v>
                </c:pt>
                <c:pt idx="618">
                  <c:v>-0.0167923483834</c:v>
                </c:pt>
                <c:pt idx="619">
                  <c:v>-0.00936213004439</c:v>
                </c:pt>
                <c:pt idx="620">
                  <c:v>-0.00372734420347</c:v>
                </c:pt>
                <c:pt idx="621">
                  <c:v>-0.00703021195626</c:v>
                </c:pt>
                <c:pt idx="622">
                  <c:v>-0.0168984812844</c:v>
                </c:pt>
                <c:pt idx="623">
                  <c:v>-0.00813622237886</c:v>
                </c:pt>
                <c:pt idx="624">
                  <c:v>0</c:v>
                </c:pt>
                <c:pt idx="625">
                  <c:v>0</c:v>
                </c:pt>
                <c:pt idx="626">
                  <c:v>0</c:v>
                </c:pt>
                <c:pt idx="627">
                  <c:v>0</c:v>
                </c:pt>
                <c:pt idx="628">
                  <c:v>0</c:v>
                </c:pt>
                <c:pt idx="629">
                  <c:v>-0.00116428543572</c:v>
                </c:pt>
                <c:pt idx="630">
                  <c:v>-0.00850490188111</c:v>
                </c:pt>
                <c:pt idx="631">
                  <c:v>-0.0165010392448</c:v>
                </c:pt>
                <c:pt idx="632">
                  <c:v>-0.0244292186483</c:v>
                </c:pt>
                <c:pt idx="633">
                  <c:v>-0.0252503570415</c:v>
                </c:pt>
                <c:pt idx="634">
                  <c:v>-0.0276655071669</c:v>
                </c:pt>
                <c:pt idx="635">
                  <c:v>-0.0480256378641</c:v>
                </c:pt>
                <c:pt idx="636">
                  <c:v>-0.044915433865</c:v>
                </c:pt>
                <c:pt idx="637">
                  <c:v>-0.0439842963438</c:v>
                </c:pt>
                <c:pt idx="638">
                  <c:v>-0.0564325308736</c:v>
                </c:pt>
                <c:pt idx="639">
                  <c:v>-0.0651570225779</c:v>
                </c:pt>
                <c:pt idx="640">
                  <c:v>-0.0591022309048</c:v>
                </c:pt>
                <c:pt idx="641">
                  <c:v>-0.0562241857371</c:v>
                </c:pt>
                <c:pt idx="642">
                  <c:v>-0.0514656401863</c:v>
                </c:pt>
                <c:pt idx="643">
                  <c:v>-0.058300208246</c:v>
                </c:pt>
                <c:pt idx="644">
                  <c:v>-0.0742735865795</c:v>
                </c:pt>
                <c:pt idx="645">
                  <c:v>-0.0758391545631</c:v>
                </c:pt>
                <c:pt idx="646">
                  <c:v>-0.0718003772954</c:v>
                </c:pt>
                <c:pt idx="647">
                  <c:v>-0.104515458043</c:v>
                </c:pt>
                <c:pt idx="648">
                  <c:v>-0.106078974875</c:v>
                </c:pt>
                <c:pt idx="649">
                  <c:v>-0.0890350505583</c:v>
                </c:pt>
                <c:pt idx="650">
                  <c:v>-0.0838289614354</c:v>
                </c:pt>
                <c:pt idx="651">
                  <c:v>-0.0836289487156</c:v>
                </c:pt>
                <c:pt idx="652">
                  <c:v>-0.101760389776</c:v>
                </c:pt>
                <c:pt idx="653">
                  <c:v>-0.0982247003147</c:v>
                </c:pt>
                <c:pt idx="654">
                  <c:v>-0.102539735499</c:v>
                </c:pt>
                <c:pt idx="655">
                  <c:v>-0.0995545339253</c:v>
                </c:pt>
                <c:pt idx="656">
                  <c:v>-0.0941664864147</c:v>
                </c:pt>
                <c:pt idx="657">
                  <c:v>-0.092625502816</c:v>
                </c:pt>
                <c:pt idx="658">
                  <c:v>-0.0970021863604</c:v>
                </c:pt>
                <c:pt idx="659">
                  <c:v>-0.104263766712</c:v>
                </c:pt>
                <c:pt idx="660">
                  <c:v>-0.110993196247</c:v>
                </c:pt>
                <c:pt idx="661">
                  <c:v>-0.103927654225</c:v>
                </c:pt>
                <c:pt idx="662">
                  <c:v>-0.10426781812</c:v>
                </c:pt>
                <c:pt idx="663">
                  <c:v>-0.0928727237199</c:v>
                </c:pt>
                <c:pt idx="664">
                  <c:v>-0.097068356679</c:v>
                </c:pt>
                <c:pt idx="665">
                  <c:v>-0.0968895114084</c:v>
                </c:pt>
                <c:pt idx="666">
                  <c:v>-0.104970185621</c:v>
                </c:pt>
                <c:pt idx="667">
                  <c:v>-0.110708467227</c:v>
                </c:pt>
                <c:pt idx="668">
                  <c:v>-0.109558227013</c:v>
                </c:pt>
                <c:pt idx="669">
                  <c:v>-0.116012967816</c:v>
                </c:pt>
                <c:pt idx="670">
                  <c:v>-0.121211190748</c:v>
                </c:pt>
                <c:pt idx="671">
                  <c:v>-0.11137174024</c:v>
                </c:pt>
                <c:pt idx="672">
                  <c:v>-0.109237598656</c:v>
                </c:pt>
                <c:pt idx="673">
                  <c:v>-0.104485363288</c:v>
                </c:pt>
                <c:pt idx="674">
                  <c:v>-0.101379573415</c:v>
                </c:pt>
                <c:pt idx="675">
                  <c:v>-0.102304762838</c:v>
                </c:pt>
                <c:pt idx="676">
                  <c:v>-0.1084074176</c:v>
                </c:pt>
                <c:pt idx="677">
                  <c:v>-0.107878085472</c:v>
                </c:pt>
                <c:pt idx="678">
                  <c:v>-0.106269413289</c:v>
                </c:pt>
                <c:pt idx="679">
                  <c:v>-0.0974963750538</c:v>
                </c:pt>
                <c:pt idx="680">
                  <c:v>-0.0940352483114</c:v>
                </c:pt>
                <c:pt idx="681">
                  <c:v>-0.0857385330367</c:v>
                </c:pt>
                <c:pt idx="682">
                  <c:v>-0.0749913538476</c:v>
                </c:pt>
                <c:pt idx="683">
                  <c:v>-0.073003981905</c:v>
                </c:pt>
                <c:pt idx="684">
                  <c:v>-0.0783575036119</c:v>
                </c:pt>
                <c:pt idx="685">
                  <c:v>-0.0802211273561</c:v>
                </c:pt>
                <c:pt idx="686">
                  <c:v>-0.0683076441199</c:v>
                </c:pt>
                <c:pt idx="687">
                  <c:v>-0.0816896103626</c:v>
                </c:pt>
                <c:pt idx="688">
                  <c:v>-0.0905629525935</c:v>
                </c:pt>
                <c:pt idx="689">
                  <c:v>-0.0987525291904</c:v>
                </c:pt>
                <c:pt idx="690">
                  <c:v>-0.0949830264571</c:v>
                </c:pt>
                <c:pt idx="691">
                  <c:v>-0.0938465371584</c:v>
                </c:pt>
                <c:pt idx="692">
                  <c:v>-0.0969846450483</c:v>
                </c:pt>
                <c:pt idx="693">
                  <c:v>-0.104462971584</c:v>
                </c:pt>
                <c:pt idx="694">
                  <c:v>-0.103684267229</c:v>
                </c:pt>
                <c:pt idx="695">
                  <c:v>-0.0920174352217</c:v>
                </c:pt>
                <c:pt idx="696">
                  <c:v>-0.0892516266764</c:v>
                </c:pt>
                <c:pt idx="697">
                  <c:v>-0.0935464127185</c:v>
                </c:pt>
                <c:pt idx="698">
                  <c:v>-0.0852626997076</c:v>
                </c:pt>
                <c:pt idx="699">
                  <c:v>-0.097980984229</c:v>
                </c:pt>
                <c:pt idx="700">
                  <c:v>-0.0971385139476</c:v>
                </c:pt>
                <c:pt idx="701">
                  <c:v>-0.0978526747103</c:v>
                </c:pt>
                <c:pt idx="702">
                  <c:v>-0.096468341926</c:v>
                </c:pt>
                <c:pt idx="703">
                  <c:v>-0.0977984215859</c:v>
                </c:pt>
                <c:pt idx="704">
                  <c:v>-0.0917970475515</c:v>
                </c:pt>
                <c:pt idx="705">
                  <c:v>-0.10735176149</c:v>
                </c:pt>
                <c:pt idx="706">
                  <c:v>-0.109800521364</c:v>
                </c:pt>
                <c:pt idx="707">
                  <c:v>-0.100920182898</c:v>
                </c:pt>
                <c:pt idx="708">
                  <c:v>-0.0876740268559</c:v>
                </c:pt>
                <c:pt idx="709">
                  <c:v>-0.0911629354797</c:v>
                </c:pt>
                <c:pt idx="710">
                  <c:v>-0.0998513446452</c:v>
                </c:pt>
                <c:pt idx="711">
                  <c:v>-0.0867348496734</c:v>
                </c:pt>
                <c:pt idx="712">
                  <c:v>-0.0787335777965</c:v>
                </c:pt>
                <c:pt idx="713">
                  <c:v>-0.0837372800987</c:v>
                </c:pt>
                <c:pt idx="714">
                  <c:v>-0.0838138463342</c:v>
                </c:pt>
                <c:pt idx="715">
                  <c:v>-0.0795626869745</c:v>
                </c:pt>
                <c:pt idx="716">
                  <c:v>-0.0760479774294</c:v>
                </c:pt>
                <c:pt idx="717">
                  <c:v>-0.0742378215712</c:v>
                </c:pt>
                <c:pt idx="718">
                  <c:v>-0.0732908148647</c:v>
                </c:pt>
                <c:pt idx="719">
                  <c:v>-0.0754806632886</c:v>
                </c:pt>
                <c:pt idx="720">
                  <c:v>-0.0778455766275</c:v>
                </c:pt>
                <c:pt idx="721">
                  <c:v>-0.0814864339199</c:v>
                </c:pt>
                <c:pt idx="722">
                  <c:v>-0.0843797770253</c:v>
                </c:pt>
                <c:pt idx="723">
                  <c:v>-0.0850434829697</c:v>
                </c:pt>
                <c:pt idx="724">
                  <c:v>-0.0808268136238</c:v>
                </c:pt>
                <c:pt idx="725">
                  <c:v>-0.0813326755047</c:v>
                </c:pt>
                <c:pt idx="726">
                  <c:v>-0.0866868881073</c:v>
                </c:pt>
                <c:pt idx="727">
                  <c:v>-0.0838632132298</c:v>
                </c:pt>
                <c:pt idx="728">
                  <c:v>-0.0864488735616</c:v>
                </c:pt>
                <c:pt idx="729">
                  <c:v>-0.0947609243996</c:v>
                </c:pt>
                <c:pt idx="730">
                  <c:v>-0.0908350752737</c:v>
                </c:pt>
                <c:pt idx="731">
                  <c:v>-0.0894290797061</c:v>
                </c:pt>
                <c:pt idx="732">
                  <c:v>-0.0872533701691</c:v>
                </c:pt>
                <c:pt idx="733">
                  <c:v>-0.0872630420141</c:v>
                </c:pt>
                <c:pt idx="734">
                  <c:v>-0.0848335054364</c:v>
                </c:pt>
                <c:pt idx="735">
                  <c:v>-0.0821028127984</c:v>
                </c:pt>
                <c:pt idx="736">
                  <c:v>-0.0909820758301</c:v>
                </c:pt>
                <c:pt idx="737">
                  <c:v>-0.0953113656782</c:v>
                </c:pt>
                <c:pt idx="738">
                  <c:v>-0.097019344758</c:v>
                </c:pt>
                <c:pt idx="739">
                  <c:v>-0.0946923795074</c:v>
                </c:pt>
                <c:pt idx="740">
                  <c:v>-0.106378904646</c:v>
                </c:pt>
                <c:pt idx="741">
                  <c:v>-0.112198801273</c:v>
                </c:pt>
                <c:pt idx="742">
                  <c:v>-0.113038779038</c:v>
                </c:pt>
                <c:pt idx="743">
                  <c:v>-0.11465357362</c:v>
                </c:pt>
                <c:pt idx="744">
                  <c:v>-0.114512503277</c:v>
                </c:pt>
                <c:pt idx="745">
                  <c:v>-0.11121608305</c:v>
                </c:pt>
                <c:pt idx="746">
                  <c:v>-0.111157790297</c:v>
                </c:pt>
                <c:pt idx="747">
                  <c:v>-0.106896721681</c:v>
                </c:pt>
                <c:pt idx="748">
                  <c:v>-0.108874706991</c:v>
                </c:pt>
                <c:pt idx="749">
                  <c:v>-0.109922409545</c:v>
                </c:pt>
                <c:pt idx="750">
                  <c:v>-0.110478563052</c:v>
                </c:pt>
                <c:pt idx="751">
                  <c:v>-0.10827305999</c:v>
                </c:pt>
                <c:pt idx="752">
                  <c:v>-0.107767548774</c:v>
                </c:pt>
                <c:pt idx="753">
                  <c:v>-0.110167904431</c:v>
                </c:pt>
                <c:pt idx="754">
                  <c:v>-0.120353122677</c:v>
                </c:pt>
                <c:pt idx="755">
                  <c:v>-0.125080519299</c:v>
                </c:pt>
                <c:pt idx="756">
                  <c:v>-0.123713911478</c:v>
                </c:pt>
                <c:pt idx="757">
                  <c:v>-0.125537240578</c:v>
                </c:pt>
                <c:pt idx="758">
                  <c:v>-0.124957436635</c:v>
                </c:pt>
                <c:pt idx="759">
                  <c:v>-0.125947161533</c:v>
                </c:pt>
                <c:pt idx="760">
                  <c:v>-0.126133576703</c:v>
                </c:pt>
                <c:pt idx="761">
                  <c:v>-0.126548677169</c:v>
                </c:pt>
                <c:pt idx="762">
                  <c:v>-0.122221767694</c:v>
                </c:pt>
                <c:pt idx="763">
                  <c:v>-0.122833257664</c:v>
                </c:pt>
                <c:pt idx="764">
                  <c:v>-0.123126863249</c:v>
                </c:pt>
                <c:pt idx="765">
                  <c:v>-0.122950265338</c:v>
                </c:pt>
                <c:pt idx="766">
                  <c:v>-0.122493327644</c:v>
                </c:pt>
                <c:pt idx="767">
                  <c:v>-0.123393707687</c:v>
                </c:pt>
                <c:pt idx="768">
                  <c:v>-0.124768736246</c:v>
                </c:pt>
                <c:pt idx="769">
                  <c:v>-0.122622025451</c:v>
                </c:pt>
                <c:pt idx="770">
                  <c:v>-0.125038325522</c:v>
                </c:pt>
                <c:pt idx="771">
                  <c:v>-0.124018234154</c:v>
                </c:pt>
                <c:pt idx="772">
                  <c:v>-0.124937375639</c:v>
                </c:pt>
                <c:pt idx="773">
                  <c:v>-0.12487510583</c:v>
                </c:pt>
                <c:pt idx="774">
                  <c:v>-0.126778016487</c:v>
                </c:pt>
                <c:pt idx="775">
                  <c:v>-0.129201234672</c:v>
                </c:pt>
                <c:pt idx="776">
                  <c:v>-0.128513831003</c:v>
                </c:pt>
                <c:pt idx="777">
                  <c:v>-0.129716891095</c:v>
                </c:pt>
                <c:pt idx="778">
                  <c:v>-0.119983529288</c:v>
                </c:pt>
                <c:pt idx="779">
                  <c:v>-0.119582401296</c:v>
                </c:pt>
                <c:pt idx="780">
                  <c:v>-0.123581704951</c:v>
                </c:pt>
                <c:pt idx="781">
                  <c:v>-0.116957134221</c:v>
                </c:pt>
                <c:pt idx="782">
                  <c:v>-0.117036683073</c:v>
                </c:pt>
                <c:pt idx="783">
                  <c:v>-0.113525388269</c:v>
                </c:pt>
                <c:pt idx="784">
                  <c:v>-0.115446413643</c:v>
                </c:pt>
                <c:pt idx="785">
                  <c:v>-0.118078659634</c:v>
                </c:pt>
                <c:pt idx="786">
                  <c:v>-0.122859230676</c:v>
                </c:pt>
                <c:pt idx="787">
                  <c:v>-0.128471483512</c:v>
                </c:pt>
                <c:pt idx="788">
                  <c:v>-0.117435816344</c:v>
                </c:pt>
                <c:pt idx="789">
                  <c:v>-0.11296457889</c:v>
                </c:pt>
                <c:pt idx="790">
                  <c:v>-0.11356483209</c:v>
                </c:pt>
                <c:pt idx="791">
                  <c:v>-0.105372395374</c:v>
                </c:pt>
                <c:pt idx="792">
                  <c:v>-0.097521286802</c:v>
                </c:pt>
                <c:pt idx="793">
                  <c:v>-0.0960639713463</c:v>
                </c:pt>
                <c:pt idx="794">
                  <c:v>-0.105063298913</c:v>
                </c:pt>
                <c:pt idx="795">
                  <c:v>-0.0991343503082</c:v>
                </c:pt>
                <c:pt idx="796">
                  <c:v>-0.0919371462061</c:v>
                </c:pt>
                <c:pt idx="797">
                  <c:v>-0.090086440696</c:v>
                </c:pt>
                <c:pt idx="798">
                  <c:v>-0.098289177725</c:v>
                </c:pt>
                <c:pt idx="799">
                  <c:v>-0.0917063539647</c:v>
                </c:pt>
                <c:pt idx="800">
                  <c:v>-0.0908719403809</c:v>
                </c:pt>
                <c:pt idx="801">
                  <c:v>-0.0893913688107</c:v>
                </c:pt>
                <c:pt idx="802">
                  <c:v>-0.095260147667</c:v>
                </c:pt>
                <c:pt idx="803">
                  <c:v>-0.094298431426</c:v>
                </c:pt>
                <c:pt idx="804">
                  <c:v>-0.0997545231174</c:v>
                </c:pt>
                <c:pt idx="805">
                  <c:v>-0.100623786039</c:v>
                </c:pt>
                <c:pt idx="806">
                  <c:v>-0.110104271688</c:v>
                </c:pt>
                <c:pt idx="807">
                  <c:v>-0.104602846585</c:v>
                </c:pt>
                <c:pt idx="808">
                  <c:v>-0.1020745556</c:v>
                </c:pt>
                <c:pt idx="809">
                  <c:v>-0.102744801596</c:v>
                </c:pt>
                <c:pt idx="810">
                  <c:v>-0.10586918209</c:v>
                </c:pt>
                <c:pt idx="811">
                  <c:v>-0.108174532246</c:v>
                </c:pt>
                <c:pt idx="812">
                  <c:v>-0.109097891642</c:v>
                </c:pt>
                <c:pt idx="813">
                  <c:v>-0.111434078042</c:v>
                </c:pt>
                <c:pt idx="814">
                  <c:v>-0.110708567882</c:v>
                </c:pt>
                <c:pt idx="815">
                  <c:v>-0.109835657136</c:v>
                </c:pt>
                <c:pt idx="816">
                  <c:v>-0.106908616549</c:v>
                </c:pt>
                <c:pt idx="817">
                  <c:v>-0.1135246687</c:v>
                </c:pt>
                <c:pt idx="818">
                  <c:v>-0.106691532508</c:v>
                </c:pt>
                <c:pt idx="819">
                  <c:v>-0.107758307231</c:v>
                </c:pt>
                <c:pt idx="820">
                  <c:v>-0.115715646485</c:v>
                </c:pt>
                <c:pt idx="821">
                  <c:v>-0.115351533168</c:v>
                </c:pt>
                <c:pt idx="822">
                  <c:v>-0.112923071838</c:v>
                </c:pt>
                <c:pt idx="823">
                  <c:v>-0.109062578098</c:v>
                </c:pt>
                <c:pt idx="824">
                  <c:v>-0.105832510817</c:v>
                </c:pt>
                <c:pt idx="825">
                  <c:v>-0.108854142227</c:v>
                </c:pt>
                <c:pt idx="826">
                  <c:v>-0.101051751155</c:v>
                </c:pt>
                <c:pt idx="827">
                  <c:v>-0.0992990710492</c:v>
                </c:pt>
                <c:pt idx="828">
                  <c:v>-0.0840672999177</c:v>
                </c:pt>
                <c:pt idx="829">
                  <c:v>-0.0912064654033</c:v>
                </c:pt>
                <c:pt idx="830">
                  <c:v>-0.0969456256047</c:v>
                </c:pt>
                <c:pt idx="831">
                  <c:v>-0.0818832161665</c:v>
                </c:pt>
                <c:pt idx="832">
                  <c:v>-0.0794697139792</c:v>
                </c:pt>
                <c:pt idx="833">
                  <c:v>-0.086283595498</c:v>
                </c:pt>
                <c:pt idx="834">
                  <c:v>-0.0863178731788</c:v>
                </c:pt>
                <c:pt idx="835">
                  <c:v>-0.0794053161295</c:v>
                </c:pt>
                <c:pt idx="836">
                  <c:v>-0.0824786245595</c:v>
                </c:pt>
                <c:pt idx="837">
                  <c:v>-0.0785470465825</c:v>
                </c:pt>
                <c:pt idx="838">
                  <c:v>-0.0821632222418</c:v>
                </c:pt>
                <c:pt idx="839">
                  <c:v>-0.0725219425866</c:v>
                </c:pt>
                <c:pt idx="840">
                  <c:v>-0.0635809767409</c:v>
                </c:pt>
                <c:pt idx="841">
                  <c:v>-0.0659065237744</c:v>
                </c:pt>
                <c:pt idx="842">
                  <c:v>-0.0652184485333</c:v>
                </c:pt>
                <c:pt idx="843">
                  <c:v>-0.0665024126662</c:v>
                </c:pt>
                <c:pt idx="844">
                  <c:v>-0.0623890540465</c:v>
                </c:pt>
                <c:pt idx="845">
                  <c:v>-0.0618582149582</c:v>
                </c:pt>
                <c:pt idx="846">
                  <c:v>-0.0528343900757</c:v>
                </c:pt>
                <c:pt idx="847">
                  <c:v>-0.066805717453</c:v>
                </c:pt>
                <c:pt idx="848">
                  <c:v>-0.0596630701349</c:v>
                </c:pt>
                <c:pt idx="849">
                  <c:v>-0.0559734450958</c:v>
                </c:pt>
                <c:pt idx="850">
                  <c:v>-0.059590003852</c:v>
                </c:pt>
                <c:pt idx="851">
                  <c:v>-0.0584670751886</c:v>
                </c:pt>
                <c:pt idx="852">
                  <c:v>-0.0648949330818</c:v>
                </c:pt>
                <c:pt idx="853">
                  <c:v>-0.061634445392</c:v>
                </c:pt>
                <c:pt idx="854">
                  <c:v>-0.0677644160194</c:v>
                </c:pt>
                <c:pt idx="855">
                  <c:v>-0.0684209084635</c:v>
                </c:pt>
                <c:pt idx="856">
                  <c:v>-0.0614685827055</c:v>
                </c:pt>
                <c:pt idx="857">
                  <c:v>-0.056931763877</c:v>
                </c:pt>
                <c:pt idx="858">
                  <c:v>-0.0597439356457</c:v>
                </c:pt>
                <c:pt idx="859">
                  <c:v>-0.0547164411794</c:v>
                </c:pt>
                <c:pt idx="860">
                  <c:v>-0.0568572847172</c:v>
                </c:pt>
                <c:pt idx="861">
                  <c:v>-0.0526101312802</c:v>
                </c:pt>
                <c:pt idx="862">
                  <c:v>-0.0563148763292</c:v>
                </c:pt>
                <c:pt idx="863">
                  <c:v>-0.0564559695896</c:v>
                </c:pt>
                <c:pt idx="864">
                  <c:v>-0.0567177546301</c:v>
                </c:pt>
                <c:pt idx="865">
                  <c:v>-0.0558199100063</c:v>
                </c:pt>
                <c:pt idx="866">
                  <c:v>-0.0642721729156</c:v>
                </c:pt>
                <c:pt idx="867">
                  <c:v>-0.065198695318</c:v>
                </c:pt>
                <c:pt idx="868">
                  <c:v>-0.0507574008446</c:v>
                </c:pt>
                <c:pt idx="869">
                  <c:v>-0.0615561584005</c:v>
                </c:pt>
                <c:pt idx="870">
                  <c:v>-0.0582661690508</c:v>
                </c:pt>
                <c:pt idx="871">
                  <c:v>-0.0648523835314</c:v>
                </c:pt>
                <c:pt idx="872">
                  <c:v>-0.0559985329099</c:v>
                </c:pt>
                <c:pt idx="873">
                  <c:v>-0.0557622373205</c:v>
                </c:pt>
                <c:pt idx="874">
                  <c:v>-0.0611234748353</c:v>
                </c:pt>
                <c:pt idx="875">
                  <c:v>-0.0670023827005</c:v>
                </c:pt>
                <c:pt idx="876">
                  <c:v>-0.070830551311</c:v>
                </c:pt>
                <c:pt idx="877">
                  <c:v>-0.057197519334</c:v>
                </c:pt>
                <c:pt idx="878">
                  <c:v>-0.058484927197</c:v>
                </c:pt>
                <c:pt idx="879">
                  <c:v>-0.06021225671</c:v>
                </c:pt>
                <c:pt idx="880">
                  <c:v>-0.0656254336558</c:v>
                </c:pt>
                <c:pt idx="881">
                  <c:v>-0.0534630350714</c:v>
                </c:pt>
                <c:pt idx="882">
                  <c:v>-0.0553918994861</c:v>
                </c:pt>
                <c:pt idx="883">
                  <c:v>-0.0514803981727</c:v>
                </c:pt>
                <c:pt idx="884">
                  <c:v>-0.0509328906152</c:v>
                </c:pt>
                <c:pt idx="885">
                  <c:v>-0.0594085570993</c:v>
                </c:pt>
                <c:pt idx="886">
                  <c:v>-0.0497963077482</c:v>
                </c:pt>
                <c:pt idx="887">
                  <c:v>-0.0544778963859</c:v>
                </c:pt>
                <c:pt idx="888">
                  <c:v>-0.0499159487411</c:v>
                </c:pt>
                <c:pt idx="889">
                  <c:v>-0.0502417333328</c:v>
                </c:pt>
                <c:pt idx="890">
                  <c:v>-0.0502435195677</c:v>
                </c:pt>
                <c:pt idx="891">
                  <c:v>-0.0420347142037</c:v>
                </c:pt>
                <c:pt idx="892">
                  <c:v>-0.0473993439226</c:v>
                </c:pt>
                <c:pt idx="893">
                  <c:v>-0.0468932746823</c:v>
                </c:pt>
                <c:pt idx="894">
                  <c:v>-0.051751660615</c:v>
                </c:pt>
                <c:pt idx="895">
                  <c:v>-0.0532170093269</c:v>
                </c:pt>
                <c:pt idx="896">
                  <c:v>-0.0584681696214</c:v>
                </c:pt>
                <c:pt idx="897">
                  <c:v>-0.0573599169381</c:v>
                </c:pt>
                <c:pt idx="898">
                  <c:v>-0.0536403374364</c:v>
                </c:pt>
                <c:pt idx="899">
                  <c:v>-0.0492791363553</c:v>
                </c:pt>
                <c:pt idx="900">
                  <c:v>-0.0527561115542</c:v>
                </c:pt>
                <c:pt idx="901">
                  <c:v>-0.0492403262128</c:v>
                </c:pt>
                <c:pt idx="902">
                  <c:v>-0.0378744787058</c:v>
                </c:pt>
                <c:pt idx="903">
                  <c:v>-0.0393946546511</c:v>
                </c:pt>
                <c:pt idx="904">
                  <c:v>-0.0406659403839</c:v>
                </c:pt>
                <c:pt idx="905">
                  <c:v>-0.0450960187623</c:v>
                </c:pt>
                <c:pt idx="906">
                  <c:v>-0.0552487591519</c:v>
                </c:pt>
                <c:pt idx="907">
                  <c:v>-0.0511984227534</c:v>
                </c:pt>
                <c:pt idx="908">
                  <c:v>-0.0549514088885</c:v>
                </c:pt>
                <c:pt idx="909">
                  <c:v>-0.0480606409918</c:v>
                </c:pt>
                <c:pt idx="910">
                  <c:v>-0.0374445295361</c:v>
                </c:pt>
                <c:pt idx="911">
                  <c:v>-0.0359789668146</c:v>
                </c:pt>
                <c:pt idx="912">
                  <c:v>-0.0439658062157</c:v>
                </c:pt>
                <c:pt idx="913">
                  <c:v>-0.0421566316831</c:v>
                </c:pt>
                <c:pt idx="914">
                  <c:v>-0.0411983618194</c:v>
                </c:pt>
                <c:pt idx="915">
                  <c:v>-0.0402487165024</c:v>
                </c:pt>
                <c:pt idx="916">
                  <c:v>-0.0457766449522</c:v>
                </c:pt>
                <c:pt idx="917">
                  <c:v>-0.0448712823987</c:v>
                </c:pt>
                <c:pt idx="918">
                  <c:v>-0.0328917082477</c:v>
                </c:pt>
                <c:pt idx="919">
                  <c:v>-0.0272310107336</c:v>
                </c:pt>
                <c:pt idx="920">
                  <c:v>-0.0276277966071</c:v>
                </c:pt>
                <c:pt idx="921">
                  <c:v>-0.0383708961268</c:v>
                </c:pt>
                <c:pt idx="922">
                  <c:v>-0.018595900114</c:v>
                </c:pt>
                <c:pt idx="923">
                  <c:v>-0.0167835457612</c:v>
                </c:pt>
                <c:pt idx="924">
                  <c:v>-0.0254837718254</c:v>
                </c:pt>
                <c:pt idx="925">
                  <c:v>-0.0400975775796</c:v>
                </c:pt>
                <c:pt idx="926">
                  <c:v>-0.0347772909991</c:v>
                </c:pt>
                <c:pt idx="927">
                  <c:v>-0.0375246819103</c:v>
                </c:pt>
                <c:pt idx="928">
                  <c:v>-0.0350829959627</c:v>
                </c:pt>
                <c:pt idx="929">
                  <c:v>-0.0421208488243</c:v>
                </c:pt>
                <c:pt idx="930">
                  <c:v>-0.0385450647285</c:v>
                </c:pt>
                <c:pt idx="931">
                  <c:v>-0.0393506541371</c:v>
                </c:pt>
                <c:pt idx="932">
                  <c:v>-0.0437975490454</c:v>
                </c:pt>
                <c:pt idx="933">
                  <c:v>-0.0412208188843</c:v>
                </c:pt>
                <c:pt idx="934">
                  <c:v>-0.0497828895618</c:v>
                </c:pt>
                <c:pt idx="935">
                  <c:v>-0.0556075804044</c:v>
                </c:pt>
                <c:pt idx="936">
                  <c:v>-0.0564492445257</c:v>
                </c:pt>
                <c:pt idx="937">
                  <c:v>-0.0609394068658</c:v>
                </c:pt>
                <c:pt idx="938">
                  <c:v>-0.0572037084409</c:v>
                </c:pt>
                <c:pt idx="939">
                  <c:v>-0.0589907055232</c:v>
                </c:pt>
                <c:pt idx="940">
                  <c:v>-0.0464161417383</c:v>
                </c:pt>
                <c:pt idx="941">
                  <c:v>-0.0586508645618</c:v>
                </c:pt>
                <c:pt idx="942">
                  <c:v>-0.0512493547349</c:v>
                </c:pt>
                <c:pt idx="943">
                  <c:v>-0.0448253212327</c:v>
                </c:pt>
                <c:pt idx="944">
                  <c:v>-0.031917265189</c:v>
                </c:pt>
                <c:pt idx="945">
                  <c:v>-0.0354930685</c:v>
                </c:pt>
                <c:pt idx="946">
                  <c:v>-0.041767088996</c:v>
                </c:pt>
                <c:pt idx="947">
                  <c:v>-0.0350164450715</c:v>
                </c:pt>
                <c:pt idx="948">
                  <c:v>-0.0324294139756</c:v>
                </c:pt>
                <c:pt idx="949">
                  <c:v>-0.037056821643</c:v>
                </c:pt>
                <c:pt idx="950">
                  <c:v>-0.0397877411803</c:v>
                </c:pt>
                <c:pt idx="951">
                  <c:v>-0.038464888699</c:v>
                </c:pt>
                <c:pt idx="952">
                  <c:v>-0.0365851413027</c:v>
                </c:pt>
                <c:pt idx="953">
                  <c:v>-0.033923714644</c:v>
                </c:pt>
                <c:pt idx="954">
                  <c:v>-0.0411505195713</c:v>
                </c:pt>
                <c:pt idx="955">
                  <c:v>-0.0416063260592</c:v>
                </c:pt>
                <c:pt idx="956">
                  <c:v>-0.0369525333307</c:v>
                </c:pt>
                <c:pt idx="957">
                  <c:v>-0.0373320763707</c:v>
                </c:pt>
                <c:pt idx="958">
                  <c:v>-0.0353128326068</c:v>
                </c:pt>
                <c:pt idx="959">
                  <c:v>-0.0362936518017</c:v>
                </c:pt>
                <c:pt idx="960">
                  <c:v>-0.039697399862</c:v>
                </c:pt>
                <c:pt idx="961">
                  <c:v>-0.0497430741699</c:v>
                </c:pt>
                <c:pt idx="962">
                  <c:v>-0.0490268533181</c:v>
                </c:pt>
                <c:pt idx="963">
                  <c:v>-0.0500732282032</c:v>
                </c:pt>
                <c:pt idx="964">
                  <c:v>-0.060534453374</c:v>
                </c:pt>
                <c:pt idx="965">
                  <c:v>-0.0644205147431</c:v>
                </c:pt>
                <c:pt idx="966">
                  <c:v>-0.0613452636521</c:v>
                </c:pt>
                <c:pt idx="967">
                  <c:v>-0.0720071338326</c:v>
                </c:pt>
                <c:pt idx="968">
                  <c:v>-0.0764617007462</c:v>
                </c:pt>
                <c:pt idx="969">
                  <c:v>-0.0806331928943</c:v>
                </c:pt>
                <c:pt idx="970">
                  <c:v>-0.0902823361603</c:v>
                </c:pt>
                <c:pt idx="971">
                  <c:v>-0.0937241059255</c:v>
                </c:pt>
                <c:pt idx="972">
                  <c:v>-0.090237086826</c:v>
                </c:pt>
                <c:pt idx="973">
                  <c:v>-0.0791947121587</c:v>
                </c:pt>
                <c:pt idx="974">
                  <c:v>-0.0777365626095</c:v>
                </c:pt>
                <c:pt idx="975">
                  <c:v>-0.0794941326925</c:v>
                </c:pt>
                <c:pt idx="976">
                  <c:v>-0.0834125051165</c:v>
                </c:pt>
                <c:pt idx="977">
                  <c:v>-0.0696644461048</c:v>
                </c:pt>
                <c:pt idx="978">
                  <c:v>-0.065635149289</c:v>
                </c:pt>
                <c:pt idx="979">
                  <c:v>-0.0648335569837</c:v>
                </c:pt>
                <c:pt idx="980">
                  <c:v>-0.0670254146115</c:v>
                </c:pt>
                <c:pt idx="981">
                  <c:v>-0.0635194827926</c:v>
                </c:pt>
                <c:pt idx="982">
                  <c:v>-0.0731512436007</c:v>
                </c:pt>
                <c:pt idx="983">
                  <c:v>-0.0767916894444</c:v>
                </c:pt>
                <c:pt idx="984">
                  <c:v>-0.0815997557894</c:v>
                </c:pt>
                <c:pt idx="985">
                  <c:v>-0.083975580111</c:v>
                </c:pt>
                <c:pt idx="986">
                  <c:v>-0.0911589756308</c:v>
                </c:pt>
                <c:pt idx="987">
                  <c:v>-0.0890857987483</c:v>
                </c:pt>
                <c:pt idx="988">
                  <c:v>-0.0902796195967</c:v>
                </c:pt>
                <c:pt idx="989">
                  <c:v>-0.0931210692035</c:v>
                </c:pt>
                <c:pt idx="990">
                  <c:v>-0.0848492305895</c:v>
                </c:pt>
                <c:pt idx="991">
                  <c:v>-0.0738366036632</c:v>
                </c:pt>
                <c:pt idx="992">
                  <c:v>-0.0769142022416</c:v>
                </c:pt>
                <c:pt idx="993">
                  <c:v>-0.0823857319832</c:v>
                </c:pt>
                <c:pt idx="994">
                  <c:v>-0.0944578554851</c:v>
                </c:pt>
                <c:pt idx="995">
                  <c:v>-0.097077918935</c:v>
                </c:pt>
                <c:pt idx="996">
                  <c:v>-0.0961693444312</c:v>
                </c:pt>
                <c:pt idx="997">
                  <c:v>-0.0914276480851</c:v>
                </c:pt>
                <c:pt idx="998">
                  <c:v>-0.0855942794047</c:v>
                </c:pt>
                <c:pt idx="999">
                  <c:v>-0.0869705863629</c:v>
                </c:pt>
                <c:pt idx="1000">
                  <c:v>-0.0957294845081</c:v>
                </c:pt>
                <c:pt idx="1001">
                  <c:v>-0.105810126991</c:v>
                </c:pt>
                <c:pt idx="1002">
                  <c:v>-0.100898442847</c:v>
                </c:pt>
                <c:pt idx="1003">
                  <c:v>-0.0985047762045</c:v>
                </c:pt>
                <c:pt idx="1004">
                  <c:v>-0.100067195225</c:v>
                </c:pt>
                <c:pt idx="1005">
                  <c:v>-0.103422640399</c:v>
                </c:pt>
                <c:pt idx="1006">
                  <c:v>-0.100513917507</c:v>
                </c:pt>
                <c:pt idx="1007">
                  <c:v>-0.103895431758</c:v>
                </c:pt>
                <c:pt idx="1008">
                  <c:v>-0.10734992276</c:v>
                </c:pt>
                <c:pt idx="1009">
                  <c:v>-0.105090660128</c:v>
                </c:pt>
                <c:pt idx="1010">
                  <c:v>-0.105195795256</c:v>
                </c:pt>
                <c:pt idx="1011">
                  <c:v>-0.110785049247</c:v>
                </c:pt>
                <c:pt idx="1012">
                  <c:v>-0.110424943152</c:v>
                </c:pt>
                <c:pt idx="1013">
                  <c:v>-0.116703485745</c:v>
                </c:pt>
                <c:pt idx="1014">
                  <c:v>-0.117464322304</c:v>
                </c:pt>
                <c:pt idx="1015">
                  <c:v>-0.128093054356</c:v>
                </c:pt>
                <c:pt idx="1016">
                  <c:v>-0.123286797206</c:v>
                </c:pt>
                <c:pt idx="1017">
                  <c:v>-0.120211051276</c:v>
                </c:pt>
                <c:pt idx="1018">
                  <c:v>-0.11889448549</c:v>
                </c:pt>
                <c:pt idx="1019">
                  <c:v>-0.122410670802</c:v>
                </c:pt>
                <c:pt idx="1020">
                  <c:v>-0.112598762686</c:v>
                </c:pt>
                <c:pt idx="1021">
                  <c:v>-0.109194614125</c:v>
                </c:pt>
                <c:pt idx="1022">
                  <c:v>-0.112607425409</c:v>
                </c:pt>
                <c:pt idx="1023">
                  <c:v>-0.104183492985</c:v>
                </c:pt>
                <c:pt idx="1024">
                  <c:v>-0.0979166253911</c:v>
                </c:pt>
                <c:pt idx="1025">
                  <c:v>-0.112044616005</c:v>
                </c:pt>
                <c:pt idx="1026">
                  <c:v>-0.104807466272</c:v>
                </c:pt>
                <c:pt idx="1027">
                  <c:v>-0.108684497754</c:v>
                </c:pt>
                <c:pt idx="1028">
                  <c:v>-0.103834445133</c:v>
                </c:pt>
                <c:pt idx="1029">
                  <c:v>-0.105444991657</c:v>
                </c:pt>
                <c:pt idx="1030">
                  <c:v>-0.111061079848</c:v>
                </c:pt>
                <c:pt idx="1031">
                  <c:v>-0.115127790793</c:v>
                </c:pt>
                <c:pt idx="1032">
                  <c:v>-0.121556783574</c:v>
                </c:pt>
                <c:pt idx="1033">
                  <c:v>-0.115667187697</c:v>
                </c:pt>
                <c:pt idx="1034">
                  <c:v>-0.115281888057</c:v>
                </c:pt>
                <c:pt idx="1035">
                  <c:v>-0.113940541735</c:v>
                </c:pt>
                <c:pt idx="1036">
                  <c:v>-0.110939705636</c:v>
                </c:pt>
                <c:pt idx="1037">
                  <c:v>-0.112121385374</c:v>
                </c:pt>
                <c:pt idx="1038">
                  <c:v>-0.109069989773</c:v>
                </c:pt>
                <c:pt idx="1039">
                  <c:v>-0.108494487124</c:v>
                </c:pt>
                <c:pt idx="1040">
                  <c:v>-0.104741501228</c:v>
                </c:pt>
                <c:pt idx="1041">
                  <c:v>-0.103118619265</c:v>
                </c:pt>
                <c:pt idx="1042">
                  <c:v>-0.107637299354</c:v>
                </c:pt>
                <c:pt idx="1043">
                  <c:v>-0.109382936971</c:v>
                </c:pt>
                <c:pt idx="1044">
                  <c:v>-0.100448249797</c:v>
                </c:pt>
                <c:pt idx="1045">
                  <c:v>-0.0938875024437</c:v>
                </c:pt>
                <c:pt idx="1046">
                  <c:v>-0.0968314574374</c:v>
                </c:pt>
                <c:pt idx="1047">
                  <c:v>-0.0925119032799</c:v>
                </c:pt>
                <c:pt idx="1048">
                  <c:v>-0.0966164445834</c:v>
                </c:pt>
                <c:pt idx="1049">
                  <c:v>-0.0931489930453</c:v>
                </c:pt>
                <c:pt idx="1050">
                  <c:v>-0.0936273293807</c:v>
                </c:pt>
                <c:pt idx="1051">
                  <c:v>-0.0856715211823</c:v>
                </c:pt>
                <c:pt idx="1052">
                  <c:v>-0.0870274452059</c:v>
                </c:pt>
                <c:pt idx="1053">
                  <c:v>-0.0952117890011</c:v>
                </c:pt>
                <c:pt idx="1054">
                  <c:v>-0.0838067067866</c:v>
                </c:pt>
                <c:pt idx="1055">
                  <c:v>-0.0857957763554</c:v>
                </c:pt>
                <c:pt idx="1056">
                  <c:v>-0.0852758995262</c:v>
                </c:pt>
                <c:pt idx="1057">
                  <c:v>-0.0791531034347</c:v>
                </c:pt>
                <c:pt idx="1058">
                  <c:v>-0.077735364257</c:v>
                </c:pt>
                <c:pt idx="1059">
                  <c:v>-0.0782194815726</c:v>
                </c:pt>
                <c:pt idx="1060">
                  <c:v>-0.0748827901664</c:v>
                </c:pt>
                <c:pt idx="1061">
                  <c:v>-0.0774022661183</c:v>
                </c:pt>
                <c:pt idx="1062">
                  <c:v>-0.0904005613412</c:v>
                </c:pt>
                <c:pt idx="1063">
                  <c:v>-0.082211944964</c:v>
                </c:pt>
                <c:pt idx="1064">
                  <c:v>-0.0782159451767</c:v>
                </c:pt>
                <c:pt idx="1065">
                  <c:v>-0.0803887468401</c:v>
                </c:pt>
                <c:pt idx="1066">
                  <c:v>-0.0805527510886</c:v>
                </c:pt>
                <c:pt idx="1067">
                  <c:v>-0.0796720582126</c:v>
                </c:pt>
                <c:pt idx="1068">
                  <c:v>-0.0810409105635</c:v>
                </c:pt>
                <c:pt idx="1069">
                  <c:v>-0.0711150176556</c:v>
                </c:pt>
                <c:pt idx="1070">
                  <c:v>-0.0693227732116</c:v>
                </c:pt>
                <c:pt idx="1071">
                  <c:v>-0.071360233298</c:v>
                </c:pt>
                <c:pt idx="1072">
                  <c:v>-0.0703167930539</c:v>
                </c:pt>
                <c:pt idx="1073">
                  <c:v>-0.0703601786775</c:v>
                </c:pt>
                <c:pt idx="1074">
                  <c:v>-0.0648870683044</c:v>
                </c:pt>
                <c:pt idx="1075">
                  <c:v>-0.0517365918609</c:v>
                </c:pt>
                <c:pt idx="1076">
                  <c:v>-0.0461334691552</c:v>
                </c:pt>
                <c:pt idx="1077">
                  <c:v>-0.0483333873369</c:v>
                </c:pt>
                <c:pt idx="1078">
                  <c:v>-0.0423006368254</c:v>
                </c:pt>
                <c:pt idx="1079">
                  <c:v>-0.0381150753519</c:v>
                </c:pt>
                <c:pt idx="1080">
                  <c:v>-0.040813559626</c:v>
                </c:pt>
                <c:pt idx="1081">
                  <c:v>-0.0415220596236</c:v>
                </c:pt>
                <c:pt idx="1082">
                  <c:v>-0.0425828329838</c:v>
                </c:pt>
                <c:pt idx="1083">
                  <c:v>-0.0384057315249</c:v>
                </c:pt>
                <c:pt idx="1084">
                  <c:v>-0.04169733507</c:v>
                </c:pt>
                <c:pt idx="1085">
                  <c:v>-0.0433318493036</c:v>
                </c:pt>
                <c:pt idx="1086">
                  <c:v>-0.0384432139403</c:v>
                </c:pt>
                <c:pt idx="1087">
                  <c:v>-0.0355724232453</c:v>
                </c:pt>
                <c:pt idx="1088">
                  <c:v>-0.0230187267539</c:v>
                </c:pt>
                <c:pt idx="1089">
                  <c:v>-0.024416341692</c:v>
                </c:pt>
                <c:pt idx="1090">
                  <c:v>-0.0262855896047</c:v>
                </c:pt>
                <c:pt idx="1091">
                  <c:v>-0.0214468622997</c:v>
                </c:pt>
                <c:pt idx="1092">
                  <c:v>-0.0233929280208</c:v>
                </c:pt>
                <c:pt idx="1093">
                  <c:v>-0.0161741034093</c:v>
                </c:pt>
                <c:pt idx="1094">
                  <c:v>-0.00736122864044</c:v>
                </c:pt>
                <c:pt idx="1095">
                  <c:v>-0.00383964260762</c:v>
                </c:pt>
                <c:pt idx="1096">
                  <c:v>0</c:v>
                </c:pt>
                <c:pt idx="1097">
                  <c:v>0</c:v>
                </c:pt>
                <c:pt idx="1098">
                  <c:v>-0.0114954915454</c:v>
                </c:pt>
                <c:pt idx="1099">
                  <c:v>0</c:v>
                </c:pt>
                <c:pt idx="1100">
                  <c:v>0</c:v>
                </c:pt>
                <c:pt idx="1101">
                  <c:v>0</c:v>
                </c:pt>
                <c:pt idx="1102">
                  <c:v>-0.0116451870288</c:v>
                </c:pt>
                <c:pt idx="1103">
                  <c:v>0</c:v>
                </c:pt>
                <c:pt idx="1104">
                  <c:v>-0.0143457206822</c:v>
                </c:pt>
                <c:pt idx="1105">
                  <c:v>-0.00584887305194</c:v>
                </c:pt>
                <c:pt idx="1106">
                  <c:v>-0.00376709562303</c:v>
                </c:pt>
                <c:pt idx="1107">
                  <c:v>-0.00922998576509</c:v>
                </c:pt>
                <c:pt idx="1108">
                  <c:v>-0.0116073842547</c:v>
                </c:pt>
                <c:pt idx="1109">
                  <c:v>-0.0128799776163</c:v>
                </c:pt>
                <c:pt idx="1110">
                  <c:v>-0.0218132710127</c:v>
                </c:pt>
                <c:pt idx="1111">
                  <c:v>-0.0169438413131</c:v>
                </c:pt>
                <c:pt idx="1112">
                  <c:v>-0.0192315078424</c:v>
                </c:pt>
                <c:pt idx="1113">
                  <c:v>-0.0174876625466</c:v>
                </c:pt>
                <c:pt idx="1114">
                  <c:v>-0.0128482523038</c:v>
                </c:pt>
                <c:pt idx="1115">
                  <c:v>-0.010474474996</c:v>
                </c:pt>
                <c:pt idx="1116">
                  <c:v>-0.0291965767718</c:v>
                </c:pt>
                <c:pt idx="1117">
                  <c:v>-0.02257421669</c:v>
                </c:pt>
                <c:pt idx="1118">
                  <c:v>-0.0234263598333</c:v>
                </c:pt>
                <c:pt idx="1119">
                  <c:v>-0.0224025264519</c:v>
                </c:pt>
                <c:pt idx="1120">
                  <c:v>-0.0143003328032</c:v>
                </c:pt>
                <c:pt idx="1121">
                  <c:v>-0.0154485486829</c:v>
                </c:pt>
                <c:pt idx="1122">
                  <c:v>-0.0148516688856</c:v>
                </c:pt>
                <c:pt idx="1123">
                  <c:v>-0.00346862418504</c:v>
                </c:pt>
                <c:pt idx="1124">
                  <c:v>-0.00150041759534</c:v>
                </c:pt>
                <c:pt idx="1125">
                  <c:v>-0.00528621570501</c:v>
                </c:pt>
                <c:pt idx="1126">
                  <c:v>-5.5585557342e-5</c:v>
                </c:pt>
                <c:pt idx="1127">
                  <c:v>0</c:v>
                </c:pt>
                <c:pt idx="1128">
                  <c:v>-0.00921462789375</c:v>
                </c:pt>
                <c:pt idx="1129">
                  <c:v>0</c:v>
                </c:pt>
                <c:pt idx="1130">
                  <c:v>0</c:v>
                </c:pt>
                <c:pt idx="1131">
                  <c:v>0</c:v>
                </c:pt>
                <c:pt idx="1132">
                  <c:v>-0.0107652889865</c:v>
                </c:pt>
                <c:pt idx="1133">
                  <c:v>-0.0222938933661</c:v>
                </c:pt>
                <c:pt idx="1134">
                  <c:v>-0.0172178864785</c:v>
                </c:pt>
                <c:pt idx="1135">
                  <c:v>-0.018802880105</c:v>
                </c:pt>
                <c:pt idx="1136">
                  <c:v>-0.0141059518175</c:v>
                </c:pt>
                <c:pt idx="1137">
                  <c:v>-0.0222610719465</c:v>
                </c:pt>
                <c:pt idx="1138">
                  <c:v>-0.0219938680217</c:v>
                </c:pt>
                <c:pt idx="1139">
                  <c:v>-0.0220626161912</c:v>
                </c:pt>
                <c:pt idx="1140">
                  <c:v>-0.0166805445022</c:v>
                </c:pt>
                <c:pt idx="1141">
                  <c:v>-0.0245940891005</c:v>
                </c:pt>
                <c:pt idx="1142">
                  <c:v>-0.0118098478805</c:v>
                </c:pt>
                <c:pt idx="1143">
                  <c:v>-0.00729058457178</c:v>
                </c:pt>
                <c:pt idx="1144">
                  <c:v>-0.0277214487335</c:v>
                </c:pt>
                <c:pt idx="1145">
                  <c:v>-0.016712377276</c:v>
                </c:pt>
                <c:pt idx="1146">
                  <c:v>-0.01361591658</c:v>
                </c:pt>
                <c:pt idx="1147">
                  <c:v>-0.00803281613658</c:v>
                </c:pt>
                <c:pt idx="1148">
                  <c:v>-0.0146419302159</c:v>
                </c:pt>
                <c:pt idx="1149">
                  <c:v>-0.00580335300085</c:v>
                </c:pt>
                <c:pt idx="1150">
                  <c:v>-0.00256367818474</c:v>
                </c:pt>
                <c:pt idx="1151">
                  <c:v>-0.00122665390219</c:v>
                </c:pt>
                <c:pt idx="1152">
                  <c:v>-0.00104183250255</c:v>
                </c:pt>
                <c:pt idx="1153">
                  <c:v>0</c:v>
                </c:pt>
                <c:pt idx="1154">
                  <c:v>-0.00568364661889</c:v>
                </c:pt>
                <c:pt idx="1155">
                  <c:v>-0.00468359214279</c:v>
                </c:pt>
                <c:pt idx="1156">
                  <c:v>-0.0069141790134</c:v>
                </c:pt>
                <c:pt idx="1157">
                  <c:v>-0.00942011979455</c:v>
                </c:pt>
                <c:pt idx="1158">
                  <c:v>-7.82680542594e-5</c:v>
                </c:pt>
                <c:pt idx="1159">
                  <c:v>-0.00266152883919</c:v>
                </c:pt>
                <c:pt idx="1160">
                  <c:v>-0.00277035518337</c:v>
                </c:pt>
                <c:pt idx="1161">
                  <c:v>0</c:v>
                </c:pt>
                <c:pt idx="1162">
                  <c:v>0</c:v>
                </c:pt>
                <c:pt idx="1163">
                  <c:v>-0.00202069753383</c:v>
                </c:pt>
                <c:pt idx="1164">
                  <c:v>0</c:v>
                </c:pt>
                <c:pt idx="1165">
                  <c:v>-0.00779174147255</c:v>
                </c:pt>
                <c:pt idx="1166">
                  <c:v>-0.00589321531184</c:v>
                </c:pt>
                <c:pt idx="1167">
                  <c:v>0</c:v>
                </c:pt>
                <c:pt idx="1168">
                  <c:v>0</c:v>
                </c:pt>
                <c:pt idx="1169">
                  <c:v>-0.00204501658182</c:v>
                </c:pt>
                <c:pt idx="1170">
                  <c:v>0</c:v>
                </c:pt>
                <c:pt idx="1171">
                  <c:v>0</c:v>
                </c:pt>
                <c:pt idx="1172">
                  <c:v>-0.00890296706258</c:v>
                </c:pt>
                <c:pt idx="1173">
                  <c:v>-0.019302644886</c:v>
                </c:pt>
                <c:pt idx="1174">
                  <c:v>-0.0283405650883</c:v>
                </c:pt>
                <c:pt idx="1175">
                  <c:v>-0.0228979898709</c:v>
                </c:pt>
                <c:pt idx="1176">
                  <c:v>-0.0206281335157</c:v>
                </c:pt>
                <c:pt idx="1177">
                  <c:v>-0.0333893753992</c:v>
                </c:pt>
                <c:pt idx="1178">
                  <c:v>-0.0450691036412</c:v>
                </c:pt>
                <c:pt idx="1179">
                  <c:v>-0.0352715641647</c:v>
                </c:pt>
                <c:pt idx="1180">
                  <c:v>-0.0356523088209</c:v>
                </c:pt>
                <c:pt idx="1181">
                  <c:v>-0.0331154690614</c:v>
                </c:pt>
                <c:pt idx="1182">
                  <c:v>-0.0173092298998</c:v>
                </c:pt>
                <c:pt idx="1183">
                  <c:v>-0.0303302286861</c:v>
                </c:pt>
                <c:pt idx="1184">
                  <c:v>-0.0393224725937</c:v>
                </c:pt>
                <c:pt idx="1185">
                  <c:v>-0.0672113378015</c:v>
                </c:pt>
                <c:pt idx="1186">
                  <c:v>-0.0669919205307</c:v>
                </c:pt>
                <c:pt idx="1187">
                  <c:v>-0.0702733952787</c:v>
                </c:pt>
                <c:pt idx="1188">
                  <c:v>-0.0514143765323</c:v>
                </c:pt>
                <c:pt idx="1189">
                  <c:v>-0.0485235621996</c:v>
                </c:pt>
                <c:pt idx="1190">
                  <c:v>-0.041463348169</c:v>
                </c:pt>
                <c:pt idx="1191">
                  <c:v>-0.0347285615324</c:v>
                </c:pt>
                <c:pt idx="1192">
                  <c:v>-0.042009068764</c:v>
                </c:pt>
                <c:pt idx="1193">
                  <c:v>-0.0325124445132</c:v>
                </c:pt>
                <c:pt idx="1194">
                  <c:v>-0.0166474726526</c:v>
                </c:pt>
                <c:pt idx="1195">
                  <c:v>-0.0175616866307</c:v>
                </c:pt>
                <c:pt idx="1196">
                  <c:v>-0.0224751733112</c:v>
                </c:pt>
                <c:pt idx="1197">
                  <c:v>-0.0239351059754</c:v>
                </c:pt>
                <c:pt idx="1198">
                  <c:v>-0.0330106949656</c:v>
                </c:pt>
                <c:pt idx="1199">
                  <c:v>-0.0186977470066</c:v>
                </c:pt>
                <c:pt idx="1200">
                  <c:v>-0.0250568721824</c:v>
                </c:pt>
                <c:pt idx="1201">
                  <c:v>-0.0211143664294</c:v>
                </c:pt>
                <c:pt idx="1202">
                  <c:v>-0.0291652793075</c:v>
                </c:pt>
                <c:pt idx="1203">
                  <c:v>-0.0250231418396</c:v>
                </c:pt>
                <c:pt idx="1204">
                  <c:v>-0.0244627622747</c:v>
                </c:pt>
                <c:pt idx="1205">
                  <c:v>-0.0218866053087</c:v>
                </c:pt>
                <c:pt idx="1206">
                  <c:v>-0.033933515729</c:v>
                </c:pt>
                <c:pt idx="1207">
                  <c:v>-0.0352379180172</c:v>
                </c:pt>
                <c:pt idx="1208">
                  <c:v>-0.0292116836913</c:v>
                </c:pt>
                <c:pt idx="1209">
                  <c:v>-0.0356548453901</c:v>
                </c:pt>
                <c:pt idx="1210">
                  <c:v>-0.0255584389306</c:v>
                </c:pt>
                <c:pt idx="1211">
                  <c:v>-0.0192636602468</c:v>
                </c:pt>
                <c:pt idx="1212">
                  <c:v>-0.01820606474</c:v>
                </c:pt>
                <c:pt idx="1213">
                  <c:v>-0.00634229095859</c:v>
                </c:pt>
                <c:pt idx="1214">
                  <c:v>-0.00222329576101</c:v>
                </c:pt>
                <c:pt idx="1215">
                  <c:v>-0.00267733705119</c:v>
                </c:pt>
                <c:pt idx="1216">
                  <c:v>-0.00249678536731</c:v>
                </c:pt>
                <c:pt idx="1217">
                  <c:v>-0.00676889458281</c:v>
                </c:pt>
                <c:pt idx="1218">
                  <c:v>0</c:v>
                </c:pt>
                <c:pt idx="1219">
                  <c:v>0</c:v>
                </c:pt>
                <c:pt idx="1220">
                  <c:v>0</c:v>
                </c:pt>
                <c:pt idx="1221">
                  <c:v>0</c:v>
                </c:pt>
                <c:pt idx="1222">
                  <c:v>-0.0129315006198</c:v>
                </c:pt>
                <c:pt idx="1223">
                  <c:v>-0.00537125451122</c:v>
                </c:pt>
                <c:pt idx="1224">
                  <c:v>-0.0143179202745</c:v>
                </c:pt>
                <c:pt idx="1225">
                  <c:v>-0.0178537733259</c:v>
                </c:pt>
                <c:pt idx="1226">
                  <c:v>-0.0113151899333</c:v>
                </c:pt>
                <c:pt idx="1227">
                  <c:v>-0.00807295208061</c:v>
                </c:pt>
                <c:pt idx="1228">
                  <c:v>-0.00887763171778</c:v>
                </c:pt>
                <c:pt idx="1229">
                  <c:v>-0.00831096530855</c:v>
                </c:pt>
                <c:pt idx="1230">
                  <c:v>-0.00644230620049</c:v>
                </c:pt>
                <c:pt idx="1231">
                  <c:v>-0.0120398897607</c:v>
                </c:pt>
                <c:pt idx="1232">
                  <c:v>-0.0118865797207</c:v>
                </c:pt>
                <c:pt idx="1233">
                  <c:v>-0.00644480201888</c:v>
                </c:pt>
                <c:pt idx="1234">
                  <c:v>-0.00384252472698</c:v>
                </c:pt>
                <c:pt idx="1235">
                  <c:v>-0.00218485794897</c:v>
                </c:pt>
                <c:pt idx="1236">
                  <c:v>-0.000250637243997</c:v>
                </c:pt>
                <c:pt idx="1237">
                  <c:v>0</c:v>
                </c:pt>
                <c:pt idx="1238">
                  <c:v>0</c:v>
                </c:pt>
                <c:pt idx="1239">
                  <c:v>0</c:v>
                </c:pt>
                <c:pt idx="1240">
                  <c:v>-0.00465208920437</c:v>
                </c:pt>
                <c:pt idx="1241">
                  <c:v>0</c:v>
                </c:pt>
                <c:pt idx="1242">
                  <c:v>-0.00639015097905</c:v>
                </c:pt>
                <c:pt idx="1243">
                  <c:v>0</c:v>
                </c:pt>
                <c:pt idx="1244">
                  <c:v>-0.00259971659279</c:v>
                </c:pt>
                <c:pt idx="1245">
                  <c:v>-0.00106600441848</c:v>
                </c:pt>
                <c:pt idx="1246">
                  <c:v>0</c:v>
                </c:pt>
                <c:pt idx="1247">
                  <c:v>-0.000178679257076</c:v>
                </c:pt>
                <c:pt idx="1248">
                  <c:v>-0.00887050404834</c:v>
                </c:pt>
                <c:pt idx="1249">
                  <c:v>-0.0121102666749</c:v>
                </c:pt>
                <c:pt idx="1250">
                  <c:v>-0.00814461026422</c:v>
                </c:pt>
                <c:pt idx="1251">
                  <c:v>-0.00651393484321</c:v>
                </c:pt>
                <c:pt idx="1252">
                  <c:v>-0.0199409809603</c:v>
                </c:pt>
                <c:pt idx="1253">
                  <c:v>0</c:v>
                </c:pt>
                <c:pt idx="1254">
                  <c:v>-0.00218610761452</c:v>
                </c:pt>
                <c:pt idx="1255">
                  <c:v>-0.00994579840347</c:v>
                </c:pt>
                <c:pt idx="1256">
                  <c:v>-0.0161148368274</c:v>
                </c:pt>
                <c:pt idx="1257">
                  <c:v>-0.0153946905936</c:v>
                </c:pt>
                <c:pt idx="1258">
                  <c:v>-0.0141118034163</c:v>
                </c:pt>
                <c:pt idx="1259">
                  <c:v>-0.0131681748373</c:v>
                </c:pt>
                <c:pt idx="1260">
                  <c:v>-0.00540421263874</c:v>
                </c:pt>
                <c:pt idx="1261">
                  <c:v>0</c:v>
                </c:pt>
                <c:pt idx="1262">
                  <c:v>0</c:v>
                </c:pt>
                <c:pt idx="1263">
                  <c:v>0</c:v>
                </c:pt>
                <c:pt idx="1264">
                  <c:v>0</c:v>
                </c:pt>
                <c:pt idx="1265">
                  <c:v>-0.0158959057716</c:v>
                </c:pt>
                <c:pt idx="1266">
                  <c:v>-0.0171410817951</c:v>
                </c:pt>
                <c:pt idx="1267">
                  <c:v>-0.0173553525645</c:v>
                </c:pt>
                <c:pt idx="1268">
                  <c:v>-0.0172266406623</c:v>
                </c:pt>
                <c:pt idx="1269">
                  <c:v>-0.0111334498525</c:v>
                </c:pt>
                <c:pt idx="1270">
                  <c:v>-0.0130977475663</c:v>
                </c:pt>
                <c:pt idx="1271">
                  <c:v>-0.00661251895442</c:v>
                </c:pt>
                <c:pt idx="1272">
                  <c:v>-0.00212176443652</c:v>
                </c:pt>
                <c:pt idx="1273">
                  <c:v>-0.000832513262451</c:v>
                </c:pt>
                <c:pt idx="1274">
                  <c:v>-0.00396284906585</c:v>
                </c:pt>
                <c:pt idx="1275">
                  <c:v>-0.00657818297343</c:v>
                </c:pt>
                <c:pt idx="1276">
                  <c:v>-0.00572262390274</c:v>
                </c:pt>
                <c:pt idx="1277">
                  <c:v>-0.00493163517406</c:v>
                </c:pt>
                <c:pt idx="1278">
                  <c:v>-0.00518908693021</c:v>
                </c:pt>
                <c:pt idx="1279">
                  <c:v>-0.00254452261227</c:v>
                </c:pt>
                <c:pt idx="1280">
                  <c:v>0</c:v>
                </c:pt>
                <c:pt idx="1281">
                  <c:v>-0.00360771745045</c:v>
                </c:pt>
                <c:pt idx="1282">
                  <c:v>-0.0210609820103</c:v>
                </c:pt>
                <c:pt idx="1283">
                  <c:v>-0.0189163226533</c:v>
                </c:pt>
                <c:pt idx="1284">
                  <c:v>-0.01819370998</c:v>
                </c:pt>
                <c:pt idx="1285">
                  <c:v>-0.0140154190551</c:v>
                </c:pt>
                <c:pt idx="1286">
                  <c:v>-0.00582883152237</c:v>
                </c:pt>
                <c:pt idx="1287">
                  <c:v>-0.00562224247732</c:v>
                </c:pt>
                <c:pt idx="1288">
                  <c:v>-0.0102000417083</c:v>
                </c:pt>
                <c:pt idx="1289">
                  <c:v>-0.014892387816</c:v>
                </c:pt>
                <c:pt idx="1290">
                  <c:v>-0.0184872146989</c:v>
                </c:pt>
                <c:pt idx="1291">
                  <c:v>-0.0136258631352</c:v>
                </c:pt>
                <c:pt idx="1292">
                  <c:v>-0.00587233735451</c:v>
                </c:pt>
                <c:pt idx="1293">
                  <c:v>-0.00582311879967</c:v>
                </c:pt>
                <c:pt idx="1294">
                  <c:v>-0.00440734644136</c:v>
                </c:pt>
                <c:pt idx="1295">
                  <c:v>0</c:v>
                </c:pt>
                <c:pt idx="1296">
                  <c:v>-0.00497800582361</c:v>
                </c:pt>
                <c:pt idx="1297">
                  <c:v>-0.00560094684264</c:v>
                </c:pt>
                <c:pt idx="1298">
                  <c:v>-0.0126781982454</c:v>
                </c:pt>
                <c:pt idx="1299">
                  <c:v>-0.00955677982401</c:v>
                </c:pt>
                <c:pt idx="1300">
                  <c:v>-0.00836306671037</c:v>
                </c:pt>
                <c:pt idx="1301">
                  <c:v>-0.00111228160398</c:v>
                </c:pt>
                <c:pt idx="1302">
                  <c:v>-0.00332514255604</c:v>
                </c:pt>
                <c:pt idx="1303">
                  <c:v>-0.00340180628087</c:v>
                </c:pt>
                <c:pt idx="1304">
                  <c:v>-0.00164032932922</c:v>
                </c:pt>
                <c:pt idx="1305">
                  <c:v>0</c:v>
                </c:pt>
                <c:pt idx="1306">
                  <c:v>0</c:v>
                </c:pt>
                <c:pt idx="1307">
                  <c:v>0</c:v>
                </c:pt>
                <c:pt idx="1308">
                  <c:v>-0.00918072675482</c:v>
                </c:pt>
                <c:pt idx="1309">
                  <c:v>-0.00419204730601</c:v>
                </c:pt>
                <c:pt idx="1310">
                  <c:v>-0.00533290320498</c:v>
                </c:pt>
                <c:pt idx="1311">
                  <c:v>0</c:v>
                </c:pt>
                <c:pt idx="1312">
                  <c:v>0</c:v>
                </c:pt>
                <c:pt idx="1313">
                  <c:v>0</c:v>
                </c:pt>
                <c:pt idx="1314">
                  <c:v>0</c:v>
                </c:pt>
                <c:pt idx="1315">
                  <c:v>-0.000444986111592</c:v>
                </c:pt>
                <c:pt idx="1316">
                  <c:v>-0.000806043717023</c:v>
                </c:pt>
                <c:pt idx="1317">
                  <c:v>0</c:v>
                </c:pt>
                <c:pt idx="1318">
                  <c:v>0</c:v>
                </c:pt>
                <c:pt idx="1319">
                  <c:v>-0.00363145946434</c:v>
                </c:pt>
                <c:pt idx="1320">
                  <c:v>-0.0040266275735</c:v>
                </c:pt>
                <c:pt idx="1321">
                  <c:v>0</c:v>
                </c:pt>
                <c:pt idx="1322">
                  <c:v>-0.0101262183231</c:v>
                </c:pt>
                <c:pt idx="1323">
                  <c:v>-0.00883019901912</c:v>
                </c:pt>
                <c:pt idx="1324">
                  <c:v>0</c:v>
                </c:pt>
                <c:pt idx="1325">
                  <c:v>0</c:v>
                </c:pt>
                <c:pt idx="1326">
                  <c:v>0</c:v>
                </c:pt>
                <c:pt idx="1327">
                  <c:v>-0.00508811986381</c:v>
                </c:pt>
                <c:pt idx="1328">
                  <c:v>-0.000706303366089</c:v>
                </c:pt>
                <c:pt idx="1329">
                  <c:v>-0.00835842421759</c:v>
                </c:pt>
                <c:pt idx="1330">
                  <c:v>-0.00907032536435</c:v>
                </c:pt>
                <c:pt idx="1331">
                  <c:v>-0.0154550104594</c:v>
                </c:pt>
                <c:pt idx="1332">
                  <c:v>-0.0181015662376</c:v>
                </c:pt>
                <c:pt idx="1333">
                  <c:v>-0.00886296771338</c:v>
                </c:pt>
                <c:pt idx="1334">
                  <c:v>-0.00752217620557</c:v>
                </c:pt>
                <c:pt idx="1335">
                  <c:v>-0.00790082084283</c:v>
                </c:pt>
                <c:pt idx="1336">
                  <c:v>-0.0110467038991</c:v>
                </c:pt>
                <c:pt idx="1337">
                  <c:v>-0.0115460404703</c:v>
                </c:pt>
                <c:pt idx="1338">
                  <c:v>-0.0193024624774</c:v>
                </c:pt>
                <c:pt idx="1339">
                  <c:v>-0.0209075679714</c:v>
                </c:pt>
                <c:pt idx="1340">
                  <c:v>-0.0186294322185</c:v>
                </c:pt>
                <c:pt idx="1341">
                  <c:v>-0.00910573830775</c:v>
                </c:pt>
                <c:pt idx="1342">
                  <c:v>-0.00762744197497</c:v>
                </c:pt>
                <c:pt idx="1343">
                  <c:v>-0.00204326490795</c:v>
                </c:pt>
                <c:pt idx="1344">
                  <c:v>0</c:v>
                </c:pt>
                <c:pt idx="1345">
                  <c:v>0</c:v>
                </c:pt>
                <c:pt idx="1346">
                  <c:v>0</c:v>
                </c:pt>
                <c:pt idx="1347">
                  <c:v>-0.00338207520781</c:v>
                </c:pt>
                <c:pt idx="1348">
                  <c:v>-0.00335979055827</c:v>
                </c:pt>
                <c:pt idx="1349">
                  <c:v>0</c:v>
                </c:pt>
                <c:pt idx="1350">
                  <c:v>-8.12019778951e-5</c:v>
                </c:pt>
                <c:pt idx="1351">
                  <c:v>0</c:v>
                </c:pt>
                <c:pt idx="1352">
                  <c:v>0</c:v>
                </c:pt>
                <c:pt idx="1353">
                  <c:v>0</c:v>
                </c:pt>
                <c:pt idx="1354">
                  <c:v>-0.00254021196485</c:v>
                </c:pt>
                <c:pt idx="1355">
                  <c:v>-0.00236588686584</c:v>
                </c:pt>
                <c:pt idx="1356">
                  <c:v>-0.00691788877382</c:v>
                </c:pt>
                <c:pt idx="1357">
                  <c:v>-0.0364671839351</c:v>
                </c:pt>
                <c:pt idx="1358">
                  <c:v>-0.078178641953</c:v>
                </c:pt>
                <c:pt idx="1359">
                  <c:v>-0.0793220606005</c:v>
                </c:pt>
                <c:pt idx="1360">
                  <c:v>-0.0731343523686</c:v>
                </c:pt>
                <c:pt idx="1361">
                  <c:v>-0.0427105942584</c:v>
                </c:pt>
                <c:pt idx="1362">
                  <c:v>-0.0455748662446</c:v>
                </c:pt>
                <c:pt idx="1363">
                  <c:v>-0.0466635245026</c:v>
                </c:pt>
                <c:pt idx="1364">
                  <c:v>-0.038136343949</c:v>
                </c:pt>
                <c:pt idx="1365">
                  <c:v>-0.016963834267</c:v>
                </c:pt>
                <c:pt idx="1366">
                  <c:v>-0.0128674446819</c:v>
                </c:pt>
                <c:pt idx="1367">
                  <c:v>0</c:v>
                </c:pt>
                <c:pt idx="1368">
                  <c:v>-0.00484336954779</c:v>
                </c:pt>
                <c:pt idx="1369">
                  <c:v>-0.0106000742091</c:v>
                </c:pt>
                <c:pt idx="1370">
                  <c:v>-0.0023390099514</c:v>
                </c:pt>
                <c:pt idx="1371">
                  <c:v>-0.00703712998208</c:v>
                </c:pt>
                <c:pt idx="1372">
                  <c:v>0</c:v>
                </c:pt>
                <c:pt idx="1373">
                  <c:v>-0.00716140191007</c:v>
                </c:pt>
                <c:pt idx="1374">
                  <c:v>-0.00946202543985</c:v>
                </c:pt>
                <c:pt idx="1375">
                  <c:v>-0.021005197754</c:v>
                </c:pt>
                <c:pt idx="1376">
                  <c:v>-0.0154438906699</c:v>
                </c:pt>
                <c:pt idx="1377">
                  <c:v>-0.00519796719653</c:v>
                </c:pt>
                <c:pt idx="1378">
                  <c:v>0</c:v>
                </c:pt>
                <c:pt idx="1379">
                  <c:v>-0.00678661111249</c:v>
                </c:pt>
                <c:pt idx="1380">
                  <c:v>-0.0170894552355</c:v>
                </c:pt>
                <c:pt idx="1381">
                  <c:v>-0.00511887737717</c:v>
                </c:pt>
                <c:pt idx="1382">
                  <c:v>-0.0201400502747</c:v>
                </c:pt>
                <c:pt idx="1383">
                  <c:v>-0.016565748943</c:v>
                </c:pt>
                <c:pt idx="1384">
                  <c:v>-0.0287281961921</c:v>
                </c:pt>
                <c:pt idx="1385">
                  <c:v>-0.0193370324023</c:v>
                </c:pt>
                <c:pt idx="1386">
                  <c:v>-0.0227172927885</c:v>
                </c:pt>
                <c:pt idx="1387">
                  <c:v>-0.0180471926993</c:v>
                </c:pt>
                <c:pt idx="1388">
                  <c:v>-0.0102948811766</c:v>
                </c:pt>
                <c:pt idx="1389">
                  <c:v>-0.00723052698907</c:v>
                </c:pt>
                <c:pt idx="1390">
                  <c:v>-0.0141512732502</c:v>
                </c:pt>
                <c:pt idx="1391">
                  <c:v>-0.00101502910089</c:v>
                </c:pt>
                <c:pt idx="1392">
                  <c:v>-0.00472304985019</c:v>
                </c:pt>
                <c:pt idx="1393">
                  <c:v>-0.0106456181966</c:v>
                </c:pt>
                <c:pt idx="1394">
                  <c:v>-0.00805562883731</c:v>
                </c:pt>
                <c:pt idx="1395">
                  <c:v>-0.00285569451897</c:v>
                </c:pt>
                <c:pt idx="1396">
                  <c:v>-0.00977604805799</c:v>
                </c:pt>
                <c:pt idx="1397">
                  <c:v>0</c:v>
                </c:pt>
                <c:pt idx="1398">
                  <c:v>-0.00653989664749</c:v>
                </c:pt>
                <c:pt idx="1399">
                  <c:v>0</c:v>
                </c:pt>
                <c:pt idx="1400">
                  <c:v>-0.00238826679122</c:v>
                </c:pt>
                <c:pt idx="1401">
                  <c:v>-0.00740620988209</c:v>
                </c:pt>
                <c:pt idx="1402">
                  <c:v>-0.00178571501951</c:v>
                </c:pt>
                <c:pt idx="1403">
                  <c:v>-0.00367135032041</c:v>
                </c:pt>
                <c:pt idx="1404">
                  <c:v>-0.0032296583318</c:v>
                </c:pt>
                <c:pt idx="1405">
                  <c:v>0</c:v>
                </c:pt>
                <c:pt idx="1406">
                  <c:v>0</c:v>
                </c:pt>
                <c:pt idx="1407">
                  <c:v>-0.00492112288365</c:v>
                </c:pt>
                <c:pt idx="1408">
                  <c:v>-0.00250111998673</c:v>
                </c:pt>
                <c:pt idx="1409">
                  <c:v>-0.00421311089925</c:v>
                </c:pt>
                <c:pt idx="1410">
                  <c:v>-0.00810125641919</c:v>
                </c:pt>
                <c:pt idx="1411">
                  <c:v>-0.00657644110362</c:v>
                </c:pt>
                <c:pt idx="1412">
                  <c:v>-0.00643128477596</c:v>
                </c:pt>
                <c:pt idx="1413">
                  <c:v>-0.0135401039411</c:v>
                </c:pt>
                <c:pt idx="1414">
                  <c:v>-0.00960451858473</c:v>
                </c:pt>
                <c:pt idx="1415">
                  <c:v>-0.0101895575663</c:v>
                </c:pt>
                <c:pt idx="1416">
                  <c:v>-0.0176959589187</c:v>
                </c:pt>
                <c:pt idx="1417">
                  <c:v>-0.0116266523903</c:v>
                </c:pt>
                <c:pt idx="1418">
                  <c:v>-0.0055227610148</c:v>
                </c:pt>
                <c:pt idx="1419">
                  <c:v>-0.00190175228915</c:v>
                </c:pt>
                <c:pt idx="1420">
                  <c:v>-0.00264453945005</c:v>
                </c:pt>
                <c:pt idx="1421">
                  <c:v>-0.0017982187888</c:v>
                </c:pt>
                <c:pt idx="1422">
                  <c:v>-0.00839065514398</c:v>
                </c:pt>
                <c:pt idx="1423">
                  <c:v>-0.00717944598441</c:v>
                </c:pt>
                <c:pt idx="1424">
                  <c:v>-0.00447417109293</c:v>
                </c:pt>
                <c:pt idx="1425">
                  <c:v>-0.00203115019351</c:v>
                </c:pt>
                <c:pt idx="1426">
                  <c:v>0</c:v>
                </c:pt>
                <c:pt idx="1427">
                  <c:v>-0.000120774251604</c:v>
                </c:pt>
                <c:pt idx="1428">
                  <c:v>0</c:v>
                </c:pt>
                <c:pt idx="1429">
                  <c:v>0</c:v>
                </c:pt>
                <c:pt idx="1430">
                  <c:v>0</c:v>
                </c:pt>
                <c:pt idx="1431">
                  <c:v>0</c:v>
                </c:pt>
                <c:pt idx="1432">
                  <c:v>0</c:v>
                </c:pt>
                <c:pt idx="1433">
                  <c:v>0</c:v>
                </c:pt>
                <c:pt idx="1434">
                  <c:v>-0.00244513342879</c:v>
                </c:pt>
                <c:pt idx="1435">
                  <c:v>-0.00986097016305</c:v>
                </c:pt>
                <c:pt idx="1436">
                  <c:v>-0.0154612958295</c:v>
                </c:pt>
                <c:pt idx="1437">
                  <c:v>-0.0198147723023</c:v>
                </c:pt>
                <c:pt idx="1438">
                  <c:v>-0.0134121978298</c:v>
                </c:pt>
                <c:pt idx="1439">
                  <c:v>-0.0243339732853</c:v>
                </c:pt>
                <c:pt idx="1440">
                  <c:v>-0.0178513596121</c:v>
                </c:pt>
                <c:pt idx="1441">
                  <c:v>-0.0100117762732</c:v>
                </c:pt>
                <c:pt idx="1442">
                  <c:v>-0.0100821062297</c:v>
                </c:pt>
                <c:pt idx="1443">
                  <c:v>-0.00925897436439</c:v>
                </c:pt>
                <c:pt idx="1444">
                  <c:v>-0.00781247085774</c:v>
                </c:pt>
                <c:pt idx="1445">
                  <c:v>0</c:v>
                </c:pt>
                <c:pt idx="1446">
                  <c:v>-0.0014780960189</c:v>
                </c:pt>
                <c:pt idx="1447">
                  <c:v>-0.00936995643517</c:v>
                </c:pt>
                <c:pt idx="1448">
                  <c:v>-0.00841386800926</c:v>
                </c:pt>
                <c:pt idx="1449">
                  <c:v>-0.00266454893387</c:v>
                </c:pt>
                <c:pt idx="1450">
                  <c:v>-0.00734883157647</c:v>
                </c:pt>
                <c:pt idx="1451">
                  <c:v>-0.00941944009625</c:v>
                </c:pt>
                <c:pt idx="1452">
                  <c:v>-0.013256248462</c:v>
                </c:pt>
                <c:pt idx="1453">
                  <c:v>-0.0126894073384</c:v>
                </c:pt>
                <c:pt idx="1454">
                  <c:v>-0.00816861176793</c:v>
                </c:pt>
                <c:pt idx="1455">
                  <c:v>-0.00812805715794</c:v>
                </c:pt>
                <c:pt idx="1456">
                  <c:v>0</c:v>
                </c:pt>
                <c:pt idx="1457">
                  <c:v>-0.00156580229149</c:v>
                </c:pt>
                <c:pt idx="1458">
                  <c:v>0</c:v>
                </c:pt>
                <c:pt idx="1459">
                  <c:v>0</c:v>
                </c:pt>
                <c:pt idx="1460">
                  <c:v>0</c:v>
                </c:pt>
                <c:pt idx="1461">
                  <c:v>0</c:v>
                </c:pt>
                <c:pt idx="1462">
                  <c:v>0</c:v>
                </c:pt>
                <c:pt idx="1463">
                  <c:v>0</c:v>
                </c:pt>
                <c:pt idx="1464">
                  <c:v>0</c:v>
                </c:pt>
                <c:pt idx="1465">
                  <c:v>-0.00159603231004</c:v>
                </c:pt>
                <c:pt idx="1466">
                  <c:v>0</c:v>
                </c:pt>
                <c:pt idx="1467">
                  <c:v>0</c:v>
                </c:pt>
                <c:pt idx="1468">
                  <c:v>-0.00457840714404</c:v>
                </c:pt>
                <c:pt idx="1469">
                  <c:v>0</c:v>
                </c:pt>
                <c:pt idx="1470">
                  <c:v>-0.00207382222041</c:v>
                </c:pt>
                <c:pt idx="1471">
                  <c:v>-0.000577118972719</c:v>
                </c:pt>
                <c:pt idx="1472">
                  <c:v>0</c:v>
                </c:pt>
                <c:pt idx="1473">
                  <c:v>-0.00114594153957</c:v>
                </c:pt>
                <c:pt idx="1474">
                  <c:v>-0.0083909593281</c:v>
                </c:pt>
                <c:pt idx="1475">
                  <c:v>-0.00999017520206</c:v>
                </c:pt>
                <c:pt idx="1476">
                  <c:v>-0.00423923723289</c:v>
                </c:pt>
                <c:pt idx="1477">
                  <c:v>0</c:v>
                </c:pt>
                <c:pt idx="1478">
                  <c:v>0</c:v>
                </c:pt>
                <c:pt idx="1479">
                  <c:v>-0.0053906868022</c:v>
                </c:pt>
                <c:pt idx="1480">
                  <c:v>-0.00309082358027</c:v>
                </c:pt>
                <c:pt idx="1481">
                  <c:v>0</c:v>
                </c:pt>
                <c:pt idx="1482">
                  <c:v>0</c:v>
                </c:pt>
                <c:pt idx="1483">
                  <c:v>0</c:v>
                </c:pt>
                <c:pt idx="1484">
                  <c:v>0</c:v>
                </c:pt>
                <c:pt idx="1485">
                  <c:v>0</c:v>
                </c:pt>
                <c:pt idx="1486">
                  <c:v>0</c:v>
                </c:pt>
                <c:pt idx="1487">
                  <c:v>0</c:v>
                </c:pt>
                <c:pt idx="1488">
                  <c:v>-0.00140207338716</c:v>
                </c:pt>
                <c:pt idx="1489">
                  <c:v>0</c:v>
                </c:pt>
                <c:pt idx="1490">
                  <c:v>-0.0125033756805</c:v>
                </c:pt>
                <c:pt idx="1491">
                  <c:v>-0.0220547417988</c:v>
                </c:pt>
                <c:pt idx="1492">
                  <c:v>0</c:v>
                </c:pt>
                <c:pt idx="1493">
                  <c:v>0</c:v>
                </c:pt>
                <c:pt idx="1494">
                  <c:v>0</c:v>
                </c:pt>
                <c:pt idx="1495">
                  <c:v>0</c:v>
                </c:pt>
                <c:pt idx="1496">
                  <c:v>-0.0124321743297</c:v>
                </c:pt>
                <c:pt idx="1497">
                  <c:v>0</c:v>
                </c:pt>
                <c:pt idx="1498">
                  <c:v>-0.0403519979036</c:v>
                </c:pt>
                <c:pt idx="1499">
                  <c:v>-0.0368455924536</c:v>
                </c:pt>
                <c:pt idx="1500">
                  <c:v>-0.0314513271218</c:v>
                </c:pt>
                <c:pt idx="1501">
                  <c:v>-0.029535958113</c:v>
                </c:pt>
                <c:pt idx="1502">
                  <c:v>-0.0385081336071</c:v>
                </c:pt>
                <c:pt idx="1503">
                  <c:v>-0.043530842811</c:v>
                </c:pt>
                <c:pt idx="1504">
                  <c:v>-0.0448670267259</c:v>
                </c:pt>
                <c:pt idx="1505">
                  <c:v>-0.0378120011703</c:v>
                </c:pt>
                <c:pt idx="1506">
                  <c:v>-0.0398288144627</c:v>
                </c:pt>
                <c:pt idx="1507">
                  <c:v>-0.0338132177047</c:v>
                </c:pt>
                <c:pt idx="1508">
                  <c:v>-0.049733754379</c:v>
                </c:pt>
                <c:pt idx="1509">
                  <c:v>-0.0419767391381</c:v>
                </c:pt>
                <c:pt idx="1510">
                  <c:v>-0.052008751735</c:v>
                </c:pt>
                <c:pt idx="1511">
                  <c:v>-0.054663341951</c:v>
                </c:pt>
                <c:pt idx="1512">
                  <c:v>-0.0402505551409</c:v>
                </c:pt>
                <c:pt idx="1513">
                  <c:v>-0.0388624708533</c:v>
                </c:pt>
                <c:pt idx="1514">
                  <c:v>-0.0395364320154</c:v>
                </c:pt>
                <c:pt idx="1515">
                  <c:v>-0.0522587732692</c:v>
                </c:pt>
                <c:pt idx="1516">
                  <c:v>-0.0520559928908</c:v>
                </c:pt>
                <c:pt idx="1517">
                  <c:v>-0.0636651168892</c:v>
                </c:pt>
                <c:pt idx="1518">
                  <c:v>-0.0673462698616</c:v>
                </c:pt>
                <c:pt idx="1519">
                  <c:v>-0.0683284861878</c:v>
                </c:pt>
                <c:pt idx="1520">
                  <c:v>-0.0779349932944</c:v>
                </c:pt>
                <c:pt idx="1521">
                  <c:v>-0.0728158359721</c:v>
                </c:pt>
                <c:pt idx="1522">
                  <c:v>-0.0613881382185</c:v>
                </c:pt>
                <c:pt idx="1523">
                  <c:v>-0.0571716075859</c:v>
                </c:pt>
                <c:pt idx="1524">
                  <c:v>-0.0527013724048</c:v>
                </c:pt>
                <c:pt idx="1525">
                  <c:v>-0.0567397572093</c:v>
                </c:pt>
                <c:pt idx="1526">
                  <c:v>-0.052679735758</c:v>
                </c:pt>
                <c:pt idx="1527">
                  <c:v>-0.0560679108427</c:v>
                </c:pt>
                <c:pt idx="1528">
                  <c:v>-0.0555270880312</c:v>
                </c:pt>
                <c:pt idx="1529">
                  <c:v>-0.0559003849607</c:v>
                </c:pt>
                <c:pt idx="1530">
                  <c:v>-0.0574460621719</c:v>
                </c:pt>
                <c:pt idx="1531">
                  <c:v>-0.0537846716686</c:v>
                </c:pt>
                <c:pt idx="1532">
                  <c:v>-0.0559343874826</c:v>
                </c:pt>
                <c:pt idx="1533">
                  <c:v>-0.0528676801174</c:v>
                </c:pt>
                <c:pt idx="1534">
                  <c:v>-0.0467124196558</c:v>
                </c:pt>
                <c:pt idx="1535">
                  <c:v>-0.0471136898525</c:v>
                </c:pt>
                <c:pt idx="1536">
                  <c:v>-0.0500622680289</c:v>
                </c:pt>
                <c:pt idx="1537">
                  <c:v>-0.0508326092125</c:v>
                </c:pt>
                <c:pt idx="1538">
                  <c:v>-0.0554853779352</c:v>
                </c:pt>
                <c:pt idx="1539">
                  <c:v>-0.0547198575358</c:v>
                </c:pt>
                <c:pt idx="1540">
                  <c:v>-0.0491790817988</c:v>
                </c:pt>
                <c:pt idx="1541">
                  <c:v>-0.0447893935742</c:v>
                </c:pt>
                <c:pt idx="1542">
                  <c:v>-0.0287099606843</c:v>
                </c:pt>
                <c:pt idx="1543">
                  <c:v>-0.0230874818734</c:v>
                </c:pt>
                <c:pt idx="1544">
                  <c:v>-0.0270603734104</c:v>
                </c:pt>
                <c:pt idx="1545">
                  <c:v>-0.0182989270485</c:v>
                </c:pt>
                <c:pt idx="1546">
                  <c:v>-0.0412518037784</c:v>
                </c:pt>
                <c:pt idx="1547">
                  <c:v>-0.0392684646609</c:v>
                </c:pt>
                <c:pt idx="1548">
                  <c:v>-0.0443383402866</c:v>
                </c:pt>
                <c:pt idx="1549">
                  <c:v>-0.0287219721176</c:v>
                </c:pt>
                <c:pt idx="1550">
                  <c:v>-0.00965350100691</c:v>
                </c:pt>
                <c:pt idx="1551">
                  <c:v>-0.00166701343394</c:v>
                </c:pt>
                <c:pt idx="1552">
                  <c:v>-0.00524479824718</c:v>
                </c:pt>
                <c:pt idx="1553">
                  <c:v>-0.00278738555154</c:v>
                </c:pt>
                <c:pt idx="1554">
                  <c:v>0</c:v>
                </c:pt>
                <c:pt idx="1555">
                  <c:v>0</c:v>
                </c:pt>
                <c:pt idx="1556">
                  <c:v>0</c:v>
                </c:pt>
                <c:pt idx="1557">
                  <c:v>0</c:v>
                </c:pt>
                <c:pt idx="1558">
                  <c:v>-0.00360597449268</c:v>
                </c:pt>
                <c:pt idx="1559">
                  <c:v>-0.00314058593445</c:v>
                </c:pt>
                <c:pt idx="1560">
                  <c:v>-0.00581001958093</c:v>
                </c:pt>
                <c:pt idx="1561">
                  <c:v>0</c:v>
                </c:pt>
                <c:pt idx="1562">
                  <c:v>0</c:v>
                </c:pt>
                <c:pt idx="1563">
                  <c:v>0</c:v>
                </c:pt>
                <c:pt idx="1564">
                  <c:v>0</c:v>
                </c:pt>
                <c:pt idx="1565">
                  <c:v>0</c:v>
                </c:pt>
                <c:pt idx="1566">
                  <c:v>0</c:v>
                </c:pt>
                <c:pt idx="1567">
                  <c:v>0</c:v>
                </c:pt>
                <c:pt idx="1568">
                  <c:v>0</c:v>
                </c:pt>
                <c:pt idx="1569">
                  <c:v>-0.0556594902299</c:v>
                </c:pt>
                <c:pt idx="1570">
                  <c:v>-0.0741704423588</c:v>
                </c:pt>
                <c:pt idx="1571">
                  <c:v>-0.0395098927742</c:v>
                </c:pt>
                <c:pt idx="1572">
                  <c:v>-0.0399822529462</c:v>
                </c:pt>
                <c:pt idx="1573">
                  <c:v>-0.0502896479117</c:v>
                </c:pt>
                <c:pt idx="1574">
                  <c:v>-0.0377246770649</c:v>
                </c:pt>
                <c:pt idx="1575">
                  <c:v>-0.0256556411096</c:v>
                </c:pt>
                <c:pt idx="1576">
                  <c:v>-0.0321806578008</c:v>
                </c:pt>
                <c:pt idx="1577">
                  <c:v>-0.0246452334563</c:v>
                </c:pt>
                <c:pt idx="1578">
                  <c:v>-0.0394227728885</c:v>
                </c:pt>
                <c:pt idx="1579">
                  <c:v>-0.0342817538195</c:v>
                </c:pt>
                <c:pt idx="1580">
                  <c:v>-0.03420867381</c:v>
                </c:pt>
                <c:pt idx="1581">
                  <c:v>-0.0493884708985</c:v>
                </c:pt>
                <c:pt idx="1582">
                  <c:v>-0.0387105386937</c:v>
                </c:pt>
                <c:pt idx="1583">
                  <c:v>-0.0301045982555</c:v>
                </c:pt>
                <c:pt idx="1584">
                  <c:v>-0.01930405771</c:v>
                </c:pt>
                <c:pt idx="1585">
                  <c:v>-0.00524283114142</c:v>
                </c:pt>
                <c:pt idx="1586">
                  <c:v>-0.0138714665539</c:v>
                </c:pt>
                <c:pt idx="1587">
                  <c:v>-0.0145952779719</c:v>
                </c:pt>
                <c:pt idx="1588">
                  <c:v>-0.0165860285045</c:v>
                </c:pt>
                <c:pt idx="1589">
                  <c:v>-0.00671536836048</c:v>
                </c:pt>
                <c:pt idx="1590">
                  <c:v>-0.00776229838215</c:v>
                </c:pt>
                <c:pt idx="1591">
                  <c:v>-0.0300235080233</c:v>
                </c:pt>
                <c:pt idx="1592">
                  <c:v>-0.0180094249586</c:v>
                </c:pt>
                <c:pt idx="1593">
                  <c:v>-0.0363427449346</c:v>
                </c:pt>
                <c:pt idx="1594">
                  <c:v>-0.0276141108609</c:v>
                </c:pt>
                <c:pt idx="1595">
                  <c:v>-0.0160278897782</c:v>
                </c:pt>
                <c:pt idx="1596">
                  <c:v>-0.015639671413</c:v>
                </c:pt>
                <c:pt idx="1597">
                  <c:v>-0.0178429562126</c:v>
                </c:pt>
                <c:pt idx="1598">
                  <c:v>-0.0407845536283</c:v>
                </c:pt>
                <c:pt idx="1599">
                  <c:v>-0.0468896393199</c:v>
                </c:pt>
                <c:pt idx="1600">
                  <c:v>-0.0316156979521</c:v>
                </c:pt>
                <c:pt idx="1601">
                  <c:v>-0.0328948925917</c:v>
                </c:pt>
                <c:pt idx="1602">
                  <c:v>-0.0593552576589</c:v>
                </c:pt>
                <c:pt idx="1603">
                  <c:v>-0.072374492212</c:v>
                </c:pt>
                <c:pt idx="1604">
                  <c:v>-0.106212136759</c:v>
                </c:pt>
                <c:pt idx="1605">
                  <c:v>-0.0986061412777</c:v>
                </c:pt>
                <c:pt idx="1606">
                  <c:v>-0.110796308168</c:v>
                </c:pt>
                <c:pt idx="1607">
                  <c:v>-0.0887321756111</c:v>
                </c:pt>
                <c:pt idx="1608">
                  <c:v>-0.118452304163</c:v>
                </c:pt>
                <c:pt idx="1609">
                  <c:v>-0.102491465729</c:v>
                </c:pt>
                <c:pt idx="1610">
                  <c:v>-0.103524109886</c:v>
                </c:pt>
                <c:pt idx="1611">
                  <c:v>-0.0688107615995</c:v>
                </c:pt>
                <c:pt idx="1612">
                  <c:v>-0.0628426581954</c:v>
                </c:pt>
                <c:pt idx="1613">
                  <c:v>-0.0787453590781</c:v>
                </c:pt>
                <c:pt idx="1614">
                  <c:v>-0.0763149233388</c:v>
                </c:pt>
                <c:pt idx="1615">
                  <c:v>-0.0744854680073</c:v>
                </c:pt>
                <c:pt idx="1616">
                  <c:v>-0.0915325776847</c:v>
                </c:pt>
                <c:pt idx="1617">
                  <c:v>-0.0859173847559</c:v>
                </c:pt>
                <c:pt idx="1618">
                  <c:v>-0.0915667475154</c:v>
                </c:pt>
                <c:pt idx="1619">
                  <c:v>-0.082476062097</c:v>
                </c:pt>
                <c:pt idx="1620">
                  <c:v>-0.0789056298474</c:v>
                </c:pt>
                <c:pt idx="1621">
                  <c:v>-0.083038386971</c:v>
                </c:pt>
                <c:pt idx="1622">
                  <c:v>-0.0804175959214</c:v>
                </c:pt>
                <c:pt idx="1623">
                  <c:v>-0.08571068211</c:v>
                </c:pt>
                <c:pt idx="1624">
                  <c:v>-0.0827044131085</c:v>
                </c:pt>
                <c:pt idx="1625">
                  <c:v>-0.0907210051967</c:v>
                </c:pt>
                <c:pt idx="1626">
                  <c:v>-0.0773756894757</c:v>
                </c:pt>
                <c:pt idx="1627">
                  <c:v>-0.0735798268426</c:v>
                </c:pt>
                <c:pt idx="1628">
                  <c:v>-0.0710172239931</c:v>
                </c:pt>
                <c:pt idx="1629">
                  <c:v>-0.0709263291418</c:v>
                </c:pt>
                <c:pt idx="1630">
                  <c:v>-0.0785721543421</c:v>
                </c:pt>
                <c:pt idx="1631">
                  <c:v>-0.0706590185211</c:v>
                </c:pt>
                <c:pt idx="1632">
                  <c:v>-0.0600548898699</c:v>
                </c:pt>
                <c:pt idx="1633">
                  <c:v>-0.0702392887335</c:v>
                </c:pt>
                <c:pt idx="1634">
                  <c:v>-0.071189376651</c:v>
                </c:pt>
                <c:pt idx="1635">
                  <c:v>-0.0677065154247</c:v>
                </c:pt>
                <c:pt idx="1636">
                  <c:v>-0.0698199697566</c:v>
                </c:pt>
                <c:pt idx="1637">
                  <c:v>-0.0802017676519</c:v>
                </c:pt>
                <c:pt idx="1638">
                  <c:v>-0.0697558809292</c:v>
                </c:pt>
                <c:pt idx="1639">
                  <c:v>-0.0588549021462</c:v>
                </c:pt>
                <c:pt idx="1640">
                  <c:v>-0.0637368401071</c:v>
                </c:pt>
                <c:pt idx="1641">
                  <c:v>-0.0576398439932</c:v>
                </c:pt>
                <c:pt idx="1642">
                  <c:v>-0.0583919276217</c:v>
                </c:pt>
                <c:pt idx="1643">
                  <c:v>-0.0713127628043</c:v>
                </c:pt>
                <c:pt idx="1644">
                  <c:v>-0.0655414382555</c:v>
                </c:pt>
                <c:pt idx="1645">
                  <c:v>-0.0697680199201</c:v>
                </c:pt>
                <c:pt idx="1646">
                  <c:v>-0.0694379489254</c:v>
                </c:pt>
                <c:pt idx="1647">
                  <c:v>-0.0715218897981</c:v>
                </c:pt>
                <c:pt idx="1648">
                  <c:v>-0.0743983985643</c:v>
                </c:pt>
                <c:pt idx="1649">
                  <c:v>-0.0750141205227</c:v>
                </c:pt>
                <c:pt idx="1650">
                  <c:v>-0.0644203878594</c:v>
                </c:pt>
                <c:pt idx="1651">
                  <c:v>-0.0733091494673</c:v>
                </c:pt>
                <c:pt idx="1652">
                  <c:v>-0.0689026977613</c:v>
                </c:pt>
                <c:pt idx="1653">
                  <c:v>-0.0736935883357</c:v>
                </c:pt>
                <c:pt idx="1654">
                  <c:v>-0.0564842830687</c:v>
                </c:pt>
                <c:pt idx="1655">
                  <c:v>-0.0479425562946</c:v>
                </c:pt>
                <c:pt idx="1656">
                  <c:v>-0.0518181830262</c:v>
                </c:pt>
                <c:pt idx="1657">
                  <c:v>-0.0593925253137</c:v>
                </c:pt>
                <c:pt idx="1658">
                  <c:v>-0.098585517837</c:v>
                </c:pt>
                <c:pt idx="1659">
                  <c:v>-0.0827206012012</c:v>
                </c:pt>
                <c:pt idx="1660">
                  <c:v>-0.0898972821449</c:v>
                </c:pt>
                <c:pt idx="1661">
                  <c:v>-0.0975398620836</c:v>
                </c:pt>
                <c:pt idx="1662">
                  <c:v>-0.0826611127853</c:v>
                </c:pt>
                <c:pt idx="1663">
                  <c:v>-0.0874642500543</c:v>
                </c:pt>
                <c:pt idx="1664">
                  <c:v>-0.0798872718944</c:v>
                </c:pt>
                <c:pt idx="1665">
                  <c:v>-0.0920054965979</c:v>
                </c:pt>
                <c:pt idx="1666">
                  <c:v>-0.0961955976522</c:v>
                </c:pt>
                <c:pt idx="1667">
                  <c:v>-0.0784324551965</c:v>
                </c:pt>
                <c:pt idx="1668">
                  <c:v>-0.0766580171237</c:v>
                </c:pt>
                <c:pt idx="1669">
                  <c:v>-0.0768498752683</c:v>
                </c:pt>
                <c:pt idx="1670">
                  <c:v>-0.107487486946</c:v>
                </c:pt>
                <c:pt idx="1671">
                  <c:v>-0.115168960592</c:v>
                </c:pt>
                <c:pt idx="1672">
                  <c:v>-0.101834197376</c:v>
                </c:pt>
                <c:pt idx="1673">
                  <c:v>-0.113582039104</c:v>
                </c:pt>
                <c:pt idx="1674">
                  <c:v>-0.113558183021</c:v>
                </c:pt>
                <c:pt idx="1675">
                  <c:v>-0.107778295076</c:v>
                </c:pt>
                <c:pt idx="1676">
                  <c:v>-0.121607096346</c:v>
                </c:pt>
                <c:pt idx="1677">
                  <c:v>-0.122795205188</c:v>
                </c:pt>
                <c:pt idx="1678">
                  <c:v>-0.124738415746</c:v>
                </c:pt>
                <c:pt idx="1679">
                  <c:v>-0.107240457593</c:v>
                </c:pt>
                <c:pt idx="1680">
                  <c:v>-0.113296651583</c:v>
                </c:pt>
                <c:pt idx="1681">
                  <c:v>-0.100888598858</c:v>
                </c:pt>
                <c:pt idx="1682">
                  <c:v>-0.102590248704</c:v>
                </c:pt>
                <c:pt idx="1683">
                  <c:v>-0.101387573836</c:v>
                </c:pt>
                <c:pt idx="1684">
                  <c:v>-0.103859779588</c:v>
                </c:pt>
                <c:pt idx="1685">
                  <c:v>-0.0910458746326</c:v>
                </c:pt>
                <c:pt idx="1686">
                  <c:v>-0.0911819416577</c:v>
                </c:pt>
                <c:pt idx="1687">
                  <c:v>-0.107164053828</c:v>
                </c:pt>
                <c:pt idx="1688">
                  <c:v>-0.104179484143</c:v>
                </c:pt>
                <c:pt idx="1689">
                  <c:v>-0.0979126202515</c:v>
                </c:pt>
                <c:pt idx="1690">
                  <c:v>-0.0799174213885</c:v>
                </c:pt>
                <c:pt idx="1691">
                  <c:v>-0.0765744498074</c:v>
                </c:pt>
                <c:pt idx="1692">
                  <c:v>-0.0731722013828</c:v>
                </c:pt>
                <c:pt idx="1693">
                  <c:v>-0.0826236211109</c:v>
                </c:pt>
                <c:pt idx="1694">
                  <c:v>-0.100257993302</c:v>
                </c:pt>
                <c:pt idx="1695">
                  <c:v>-0.115157320258</c:v>
                </c:pt>
                <c:pt idx="1696">
                  <c:v>-0.109247996274</c:v>
                </c:pt>
                <c:pt idx="1697">
                  <c:v>-0.097882643739</c:v>
                </c:pt>
                <c:pt idx="1698">
                  <c:v>-0.0978526355333</c:v>
                </c:pt>
                <c:pt idx="1699">
                  <c:v>-0.104255944769</c:v>
                </c:pt>
                <c:pt idx="1700">
                  <c:v>-0.102462088743</c:v>
                </c:pt>
                <c:pt idx="1701">
                  <c:v>-0.10349947449</c:v>
                </c:pt>
                <c:pt idx="1702">
                  <c:v>-0.091773762488</c:v>
                </c:pt>
                <c:pt idx="1703">
                  <c:v>-0.0872009163661</c:v>
                </c:pt>
                <c:pt idx="1704">
                  <c:v>-0.0735596705513</c:v>
                </c:pt>
                <c:pt idx="1705">
                  <c:v>-0.0661031252859</c:v>
                </c:pt>
                <c:pt idx="1706">
                  <c:v>-0.0652172861845</c:v>
                </c:pt>
                <c:pt idx="1707">
                  <c:v>-0.0702090173774</c:v>
                </c:pt>
                <c:pt idx="1708">
                  <c:v>-0.064758718522</c:v>
                </c:pt>
                <c:pt idx="1709">
                  <c:v>-0.0528181925524</c:v>
                </c:pt>
                <c:pt idx="1710">
                  <c:v>-0.0584088224183</c:v>
                </c:pt>
                <c:pt idx="1711">
                  <c:v>-0.0554896152345</c:v>
                </c:pt>
                <c:pt idx="1712">
                  <c:v>-0.0523467750369</c:v>
                </c:pt>
                <c:pt idx="1713">
                  <c:v>-0.0496634376687</c:v>
                </c:pt>
                <c:pt idx="1714">
                  <c:v>-0.0560500192468</c:v>
                </c:pt>
                <c:pt idx="1715">
                  <c:v>-0.0593827481228</c:v>
                </c:pt>
                <c:pt idx="1716">
                  <c:v>-0.0598227014743</c:v>
                </c:pt>
                <c:pt idx="1717">
                  <c:v>-0.0548546649254</c:v>
                </c:pt>
                <c:pt idx="1718">
                  <c:v>-0.0563553631182</c:v>
                </c:pt>
                <c:pt idx="1719">
                  <c:v>-0.044452731698</c:v>
                </c:pt>
                <c:pt idx="1720">
                  <c:v>-0.0385971648647</c:v>
                </c:pt>
                <c:pt idx="1721">
                  <c:v>-0.0342803149254</c:v>
                </c:pt>
                <c:pt idx="1722">
                  <c:v>-0.0330942119512</c:v>
                </c:pt>
                <c:pt idx="1723">
                  <c:v>-0.0316328708884</c:v>
                </c:pt>
                <c:pt idx="1724">
                  <c:v>-0.0323618307116</c:v>
                </c:pt>
                <c:pt idx="1725">
                  <c:v>-0.0283803951924</c:v>
                </c:pt>
                <c:pt idx="1726">
                  <c:v>-0.0235544454375</c:v>
                </c:pt>
                <c:pt idx="1727">
                  <c:v>-0.0164709332677</c:v>
                </c:pt>
                <c:pt idx="1728">
                  <c:v>-0.0202529548915</c:v>
                </c:pt>
                <c:pt idx="1729">
                  <c:v>-0.0200363417442</c:v>
                </c:pt>
                <c:pt idx="1730">
                  <c:v>-0.0165289907197</c:v>
                </c:pt>
                <c:pt idx="1731">
                  <c:v>-0.0235673078622</c:v>
                </c:pt>
                <c:pt idx="1732">
                  <c:v>-0.0225990248457</c:v>
                </c:pt>
                <c:pt idx="1733">
                  <c:v>-0.0246137370878</c:v>
                </c:pt>
              </c:numCache>
            </c:numRef>
          </c:val>
          <c:smooth val="0"/>
        </c:ser>
        <c:ser>
          <c:idx val="1"/>
          <c:order val="1"/>
          <c:tx>
            <c:strRef>
              <c:f>MGRP</c:f>
              <c:strCache>
                <c:ptCount val="1"/>
                <c:pt idx="0">
                  <c:v>MGRP</c:v>
                </c:pt>
              </c:strCache>
            </c:strRef>
          </c:tx>
          <c:spPr>
            <a:ln w="16193" cap="rnd">
              <a:solidFill>
                <a:srgbClr val="72B5C0"/>
              </a:solidFill>
              <a:prstDash val="solid"/>
              <a:round/>
            </a:ln>
          </c:spPr>
          <c:marker>
            <c:symbol val="none"/>
          </c:marker>
          <c:dLbls>
            <c:delete val="1"/>
          </c:dLbls>
          <c:cat>
            <c:strRef>
              <c:f>'Chart Data'!$C$2:$C$1735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Data'!$D$2:$D$1735</c:f>
              <c:numCache>
                <c:formatCode>0.0%</c:formatCode>
                <c:ptCount val="1734"/>
                <c:pt idx="0">
                  <c:v>0</c:v>
                </c:pt>
                <c:pt idx="1">
                  <c:v>-0.000999000999001</c:v>
                </c:pt>
                <c:pt idx="2">
                  <c:v>0</c:v>
                </c:pt>
                <c:pt idx="3">
                  <c:v>-0.00135960720289</c:v>
                </c:pt>
                <c:pt idx="4">
                  <c:v>-0.00291787924098</c:v>
                </c:pt>
                <c:pt idx="5">
                  <c:v>-0.00258514374559</c:v>
                </c:pt>
                <c:pt idx="6">
                  <c:v>0</c:v>
                </c:pt>
                <c:pt idx="7">
                  <c:v>-0.000938486255416</c:v>
                </c:pt>
                <c:pt idx="8">
                  <c:v>-0.00248599374658</c:v>
                </c:pt>
                <c:pt idx="9">
                  <c:v>-0.000319444368952</c:v>
                </c:pt>
                <c:pt idx="10">
                  <c:v>0</c:v>
                </c:pt>
                <c:pt idx="11">
                  <c:v>0</c:v>
                </c:pt>
                <c:pt idx="12">
                  <c:v>0</c:v>
                </c:pt>
                <c:pt idx="13">
                  <c:v>-0.0040123335015</c:v>
                </c:pt>
                <c:pt idx="14">
                  <c:v>-0.00182880481605</c:v>
                </c:pt>
                <c:pt idx="15">
                  <c:v>-0.00365526625679</c:v>
                </c:pt>
                <c:pt idx="16">
                  <c:v>-0.00463466487679</c:v>
                </c:pt>
                <c:pt idx="17">
                  <c:v>-0.0101237514107</c:v>
                </c:pt>
                <c:pt idx="18">
                  <c:v>-0.00641988533436</c:v>
                </c:pt>
                <c:pt idx="19">
                  <c:v>-0.00399654874177</c:v>
                </c:pt>
                <c:pt idx="20">
                  <c:v>-0.00459449813848</c:v>
                </c:pt>
                <c:pt idx="21">
                  <c:v>-0.00935585419947</c:v>
                </c:pt>
                <c:pt idx="22">
                  <c:v>-0.00872216806394</c:v>
                </c:pt>
                <c:pt idx="23">
                  <c:v>-0.00214820133581</c:v>
                </c:pt>
                <c:pt idx="24">
                  <c:v>0</c:v>
                </c:pt>
                <c:pt idx="25">
                  <c:v>0</c:v>
                </c:pt>
                <c:pt idx="26">
                  <c:v>0</c:v>
                </c:pt>
                <c:pt idx="27">
                  <c:v>0</c:v>
                </c:pt>
                <c:pt idx="28">
                  <c:v>-0.00159720630403</c:v>
                </c:pt>
                <c:pt idx="29">
                  <c:v>-0.001365039958</c:v>
                </c:pt>
                <c:pt idx="30">
                  <c:v>0</c:v>
                </c:pt>
                <c:pt idx="31">
                  <c:v>0</c:v>
                </c:pt>
                <c:pt idx="32">
                  <c:v>0</c:v>
                </c:pt>
                <c:pt idx="33">
                  <c:v>0</c:v>
                </c:pt>
                <c:pt idx="34">
                  <c:v>0</c:v>
                </c:pt>
                <c:pt idx="35">
                  <c:v>0</c:v>
                </c:pt>
                <c:pt idx="36">
                  <c:v>0</c:v>
                </c:pt>
                <c:pt idx="37">
                  <c:v>-0.00795630504009</c:v>
                </c:pt>
                <c:pt idx="38">
                  <c:v>-0.0234532577757</c:v>
                </c:pt>
                <c:pt idx="39">
                  <c:v>-0.0237195255552</c:v>
                </c:pt>
                <c:pt idx="40">
                  <c:v>-0.0365108265789</c:v>
                </c:pt>
                <c:pt idx="41">
                  <c:v>-0.0446710356859</c:v>
                </c:pt>
                <c:pt idx="42">
                  <c:v>-0.0335296163897</c:v>
                </c:pt>
                <c:pt idx="43">
                  <c:v>-0.0309671574009</c:v>
                </c:pt>
                <c:pt idx="44">
                  <c:v>-0.0276749485053</c:v>
                </c:pt>
                <c:pt idx="45">
                  <c:v>-0.0243330469889</c:v>
                </c:pt>
                <c:pt idx="46">
                  <c:v>-0.00774377040172</c:v>
                </c:pt>
                <c:pt idx="47">
                  <c:v>-0.0236797606117</c:v>
                </c:pt>
                <c:pt idx="48">
                  <c:v>-0.0298309508416</c:v>
                </c:pt>
                <c:pt idx="49">
                  <c:v>-0.0583150692466</c:v>
                </c:pt>
                <c:pt idx="50">
                  <c:v>-0.0918652286106</c:v>
                </c:pt>
                <c:pt idx="51">
                  <c:v>-0.0772156798653</c:v>
                </c:pt>
                <c:pt idx="52">
                  <c:v>-0.0859662387024</c:v>
                </c:pt>
                <c:pt idx="53">
                  <c:v>-0.0908739297806</c:v>
                </c:pt>
                <c:pt idx="54">
                  <c:v>-0.135981748657</c:v>
                </c:pt>
                <c:pt idx="55">
                  <c:v>-0.121836764842</c:v>
                </c:pt>
                <c:pt idx="56">
                  <c:v>-0.0811154567915</c:v>
                </c:pt>
                <c:pt idx="57">
                  <c:v>-0.0593186690701</c:v>
                </c:pt>
                <c:pt idx="58">
                  <c:v>-0.0373552993952</c:v>
                </c:pt>
                <c:pt idx="59">
                  <c:v>-0.040229647903</c:v>
                </c:pt>
                <c:pt idx="60">
                  <c:v>-0.018741838244</c:v>
                </c:pt>
                <c:pt idx="61">
                  <c:v>-0.0341947822601</c:v>
                </c:pt>
                <c:pt idx="62">
                  <c:v>-0.0317708044775</c:v>
                </c:pt>
                <c:pt idx="63">
                  <c:v>-0.0464608288067</c:v>
                </c:pt>
                <c:pt idx="64">
                  <c:v>-0.0516833767339</c:v>
                </c:pt>
                <c:pt idx="65">
                  <c:v>-0.0294499598881</c:v>
                </c:pt>
                <c:pt idx="66">
                  <c:v>-0.0284188836769</c:v>
                </c:pt>
                <c:pt idx="67">
                  <c:v>-0.0076205553077</c:v>
                </c:pt>
                <c:pt idx="68">
                  <c:v>-0.0206139705611</c:v>
                </c:pt>
                <c:pt idx="69">
                  <c:v>-0.0327555096885</c:v>
                </c:pt>
                <c:pt idx="70">
                  <c:v>-0.0169763316319</c:v>
                </c:pt>
                <c:pt idx="71">
                  <c:v>-0.0179678427885</c:v>
                </c:pt>
                <c:pt idx="72">
                  <c:v>-0.0130676984725</c:v>
                </c:pt>
                <c:pt idx="73">
                  <c:v>-0.00695442042737</c:v>
                </c:pt>
                <c:pt idx="74">
                  <c:v>0</c:v>
                </c:pt>
                <c:pt idx="75">
                  <c:v>-0.0177345296951</c:v>
                </c:pt>
                <c:pt idx="76">
                  <c:v>-0.0105300467883</c:v>
                </c:pt>
                <c:pt idx="77">
                  <c:v>-0.0113650029705</c:v>
                </c:pt>
                <c:pt idx="78">
                  <c:v>0</c:v>
                </c:pt>
                <c:pt idx="79">
                  <c:v>0</c:v>
                </c:pt>
                <c:pt idx="80">
                  <c:v>-0.00480756619865</c:v>
                </c:pt>
                <c:pt idx="81">
                  <c:v>-0.0167079530613</c:v>
                </c:pt>
                <c:pt idx="82">
                  <c:v>-0.0170127665686</c:v>
                </c:pt>
                <c:pt idx="83">
                  <c:v>-0.0183742634005</c:v>
                </c:pt>
                <c:pt idx="84">
                  <c:v>-0.0376705648367</c:v>
                </c:pt>
                <c:pt idx="85">
                  <c:v>-0.030530945587</c:v>
                </c:pt>
                <c:pt idx="86">
                  <c:v>-0.0243597938646</c:v>
                </c:pt>
                <c:pt idx="87">
                  <c:v>-0.0270611479623</c:v>
                </c:pt>
                <c:pt idx="88">
                  <c:v>-0.0407753909215</c:v>
                </c:pt>
                <c:pt idx="89">
                  <c:v>-0.0212742214332</c:v>
                </c:pt>
                <c:pt idx="90">
                  <c:v>-0.0367448475222</c:v>
                </c:pt>
                <c:pt idx="91">
                  <c:v>-0.0434195879877</c:v>
                </c:pt>
                <c:pt idx="92">
                  <c:v>-0.0338671626814</c:v>
                </c:pt>
                <c:pt idx="93">
                  <c:v>-0.0246947305814</c:v>
                </c:pt>
                <c:pt idx="94">
                  <c:v>-0.0157000441813</c:v>
                </c:pt>
                <c:pt idx="95">
                  <c:v>-0.011757170389</c:v>
                </c:pt>
                <c:pt idx="96">
                  <c:v>-0.0229358670567</c:v>
                </c:pt>
                <c:pt idx="97">
                  <c:v>-0.0219718265798</c:v>
                </c:pt>
                <c:pt idx="98">
                  <c:v>-0.0196964971513</c:v>
                </c:pt>
                <c:pt idx="99">
                  <c:v>-0.0289931504444</c:v>
                </c:pt>
                <c:pt idx="100">
                  <c:v>-0.0205976892978</c:v>
                </c:pt>
                <c:pt idx="101">
                  <c:v>-0.0296771427909</c:v>
                </c:pt>
                <c:pt idx="102">
                  <c:v>-0.034423917428</c:v>
                </c:pt>
                <c:pt idx="103">
                  <c:v>-0.0324191837997</c:v>
                </c:pt>
                <c:pt idx="104">
                  <c:v>-0.0270643920941</c:v>
                </c:pt>
                <c:pt idx="105">
                  <c:v>-0.0312882546475</c:v>
                </c:pt>
                <c:pt idx="106">
                  <c:v>-0.0386352333422</c:v>
                </c:pt>
                <c:pt idx="107">
                  <c:v>-0.0598666956488</c:v>
                </c:pt>
                <c:pt idx="108">
                  <c:v>-0.062771230415</c:v>
                </c:pt>
                <c:pt idx="109">
                  <c:v>-0.0758959232621</c:v>
                </c:pt>
                <c:pt idx="110">
                  <c:v>-0.0730639967726</c:v>
                </c:pt>
                <c:pt idx="111">
                  <c:v>-0.0659603167208</c:v>
                </c:pt>
                <c:pt idx="112">
                  <c:v>-0.050345230339</c:v>
                </c:pt>
                <c:pt idx="113">
                  <c:v>-0.0491120344553</c:v>
                </c:pt>
                <c:pt idx="114">
                  <c:v>-0.0467241157945</c:v>
                </c:pt>
                <c:pt idx="115">
                  <c:v>-0.04711122566</c:v>
                </c:pt>
                <c:pt idx="116">
                  <c:v>-0.0577505222367</c:v>
                </c:pt>
                <c:pt idx="117">
                  <c:v>-0.0519221189862</c:v>
                </c:pt>
                <c:pt idx="118">
                  <c:v>-0.0480647259034</c:v>
                </c:pt>
                <c:pt idx="119">
                  <c:v>-0.0421210060443</c:v>
                </c:pt>
                <c:pt idx="120">
                  <c:v>-0.0359052164483</c:v>
                </c:pt>
                <c:pt idx="121">
                  <c:v>-0.0396550825047</c:v>
                </c:pt>
                <c:pt idx="122">
                  <c:v>-0.0369796200955</c:v>
                </c:pt>
                <c:pt idx="123">
                  <c:v>-0.033761634356</c:v>
                </c:pt>
                <c:pt idx="124">
                  <c:v>-0.0283852200858</c:v>
                </c:pt>
                <c:pt idx="125">
                  <c:v>-0.0280060935994</c:v>
                </c:pt>
                <c:pt idx="126">
                  <c:v>-0.0279171569079</c:v>
                </c:pt>
                <c:pt idx="127">
                  <c:v>-0.0308958407907</c:v>
                </c:pt>
                <c:pt idx="128">
                  <c:v>-0.0293593768785</c:v>
                </c:pt>
                <c:pt idx="129">
                  <c:v>-0.0283494106742</c:v>
                </c:pt>
                <c:pt idx="130">
                  <c:v>-0.0279478046119</c:v>
                </c:pt>
                <c:pt idx="131">
                  <c:v>-0.0196728256005</c:v>
                </c:pt>
                <c:pt idx="132">
                  <c:v>-0.0157857481008</c:v>
                </c:pt>
                <c:pt idx="133">
                  <c:v>-0.0132293838294</c:v>
                </c:pt>
                <c:pt idx="134">
                  <c:v>-0.0162001214583</c:v>
                </c:pt>
                <c:pt idx="135">
                  <c:v>-0.0146707974057</c:v>
                </c:pt>
                <c:pt idx="136">
                  <c:v>-0.0123382333278</c:v>
                </c:pt>
                <c:pt idx="137">
                  <c:v>-0.0134425187679</c:v>
                </c:pt>
                <c:pt idx="138">
                  <c:v>-0.017216931269</c:v>
                </c:pt>
                <c:pt idx="139">
                  <c:v>-0.0120212641615</c:v>
                </c:pt>
                <c:pt idx="140">
                  <c:v>-0.0101317225736</c:v>
                </c:pt>
                <c:pt idx="141">
                  <c:v>-0.00429767654162</c:v>
                </c:pt>
                <c:pt idx="142">
                  <c:v>0</c:v>
                </c:pt>
                <c:pt idx="143">
                  <c:v>0</c:v>
                </c:pt>
                <c:pt idx="144">
                  <c:v>0</c:v>
                </c:pt>
                <c:pt idx="145">
                  <c:v>0</c:v>
                </c:pt>
                <c:pt idx="146">
                  <c:v>0</c:v>
                </c:pt>
                <c:pt idx="147">
                  <c:v>0</c:v>
                </c:pt>
                <c:pt idx="148">
                  <c:v>-0.00400183724439</c:v>
                </c:pt>
                <c:pt idx="149">
                  <c:v>-0.00179888712767</c:v>
                </c:pt>
                <c:pt idx="150">
                  <c:v>-0.00128503458406</c:v>
                </c:pt>
                <c:pt idx="151">
                  <c:v>0</c:v>
                </c:pt>
                <c:pt idx="152">
                  <c:v>-0.00275829061487</c:v>
                </c:pt>
                <c:pt idx="153">
                  <c:v>0</c:v>
                </c:pt>
                <c:pt idx="154">
                  <c:v>-0.00863810933579</c:v>
                </c:pt>
                <c:pt idx="155">
                  <c:v>-0.00791477764858</c:v>
                </c:pt>
                <c:pt idx="156">
                  <c:v>-0.0253720312893</c:v>
                </c:pt>
                <c:pt idx="157">
                  <c:v>-0.0264033546696</c:v>
                </c:pt>
                <c:pt idx="158">
                  <c:v>-0.0295111493687</c:v>
                </c:pt>
                <c:pt idx="159">
                  <c:v>-0.0310908058951</c:v>
                </c:pt>
                <c:pt idx="160">
                  <c:v>-0.0258126583478</c:v>
                </c:pt>
                <c:pt idx="161">
                  <c:v>-0.0219723248201</c:v>
                </c:pt>
                <c:pt idx="162">
                  <c:v>-0.0361421652722</c:v>
                </c:pt>
                <c:pt idx="163">
                  <c:v>-0.0265553306785</c:v>
                </c:pt>
                <c:pt idx="164">
                  <c:v>-0.0261120784104</c:v>
                </c:pt>
                <c:pt idx="165">
                  <c:v>-0.0207580350133</c:v>
                </c:pt>
                <c:pt idx="166">
                  <c:v>-0.0229592161121</c:v>
                </c:pt>
                <c:pt idx="167">
                  <c:v>-0.0220056702646</c:v>
                </c:pt>
                <c:pt idx="168">
                  <c:v>-0.0345385852332</c:v>
                </c:pt>
                <c:pt idx="169">
                  <c:v>-0.0283715577832</c:v>
                </c:pt>
                <c:pt idx="170">
                  <c:v>-0.034066215182</c:v>
                </c:pt>
                <c:pt idx="171">
                  <c:v>-0.0225175822896</c:v>
                </c:pt>
                <c:pt idx="172">
                  <c:v>-0.0185245208759</c:v>
                </c:pt>
                <c:pt idx="173">
                  <c:v>-0.0288656247813</c:v>
                </c:pt>
                <c:pt idx="174">
                  <c:v>-0.0353893752988</c:v>
                </c:pt>
                <c:pt idx="175">
                  <c:v>-0.036074417129</c:v>
                </c:pt>
                <c:pt idx="176">
                  <c:v>-0.046172986214</c:v>
                </c:pt>
                <c:pt idx="177">
                  <c:v>-0.0350835837501</c:v>
                </c:pt>
                <c:pt idx="178">
                  <c:v>-0.0446517060356</c:v>
                </c:pt>
                <c:pt idx="179">
                  <c:v>-0.0396943965517</c:v>
                </c:pt>
                <c:pt idx="180">
                  <c:v>-0.0349161772941</c:v>
                </c:pt>
                <c:pt idx="181">
                  <c:v>-0.0347339426704</c:v>
                </c:pt>
                <c:pt idx="182">
                  <c:v>-0.0357838828599</c:v>
                </c:pt>
                <c:pt idx="183">
                  <c:v>-0.0369925612833</c:v>
                </c:pt>
                <c:pt idx="184">
                  <c:v>-0.0417609184131</c:v>
                </c:pt>
                <c:pt idx="185">
                  <c:v>-0.049531015624</c:v>
                </c:pt>
                <c:pt idx="186">
                  <c:v>-0.0478844114815</c:v>
                </c:pt>
                <c:pt idx="187">
                  <c:v>-0.0563175634356</c:v>
                </c:pt>
                <c:pt idx="188">
                  <c:v>-0.048518778764</c:v>
                </c:pt>
                <c:pt idx="189">
                  <c:v>-0.0442877310595</c:v>
                </c:pt>
                <c:pt idx="190">
                  <c:v>-0.036396080354</c:v>
                </c:pt>
                <c:pt idx="191">
                  <c:v>-0.0426310920252</c:v>
                </c:pt>
                <c:pt idx="192">
                  <c:v>-0.0425227826093</c:v>
                </c:pt>
                <c:pt idx="193">
                  <c:v>-0.0432244548237</c:v>
                </c:pt>
                <c:pt idx="194">
                  <c:v>-0.0527054194281</c:v>
                </c:pt>
                <c:pt idx="195">
                  <c:v>-0.0406702457378</c:v>
                </c:pt>
                <c:pt idx="196">
                  <c:v>-0.0429715892109</c:v>
                </c:pt>
                <c:pt idx="197">
                  <c:v>-0.0362271470078</c:v>
                </c:pt>
                <c:pt idx="198">
                  <c:v>-0.0329936931605</c:v>
                </c:pt>
                <c:pt idx="199">
                  <c:v>-0.0290406218561</c:v>
                </c:pt>
                <c:pt idx="200">
                  <c:v>-0.0268095172174</c:v>
                </c:pt>
                <c:pt idx="201">
                  <c:v>-0.0278040620294</c:v>
                </c:pt>
                <c:pt idx="202">
                  <c:v>-0.0282597797404</c:v>
                </c:pt>
                <c:pt idx="203">
                  <c:v>-0.0346195031381</c:v>
                </c:pt>
                <c:pt idx="204">
                  <c:v>-0.0325338915111</c:v>
                </c:pt>
                <c:pt idx="205">
                  <c:v>-0.0344152086969</c:v>
                </c:pt>
                <c:pt idx="206">
                  <c:v>-0.0313835256056</c:v>
                </c:pt>
                <c:pt idx="207">
                  <c:v>-0.0322406844059</c:v>
                </c:pt>
                <c:pt idx="208">
                  <c:v>-0.0336205141486</c:v>
                </c:pt>
                <c:pt idx="209">
                  <c:v>-0.0320610436527</c:v>
                </c:pt>
                <c:pt idx="210">
                  <c:v>-0.039104953594</c:v>
                </c:pt>
                <c:pt idx="211">
                  <c:v>-0.0373562967919</c:v>
                </c:pt>
                <c:pt idx="212">
                  <c:v>-0.0552887864427</c:v>
                </c:pt>
                <c:pt idx="213">
                  <c:v>-0.0566183713944</c:v>
                </c:pt>
                <c:pt idx="214">
                  <c:v>-0.0643916955526</c:v>
                </c:pt>
                <c:pt idx="215">
                  <c:v>-0.0538052403863</c:v>
                </c:pt>
                <c:pt idx="216">
                  <c:v>-0.0435641458948</c:v>
                </c:pt>
                <c:pt idx="217">
                  <c:v>-0.0354585209034</c:v>
                </c:pt>
                <c:pt idx="218">
                  <c:v>-0.0198899589455</c:v>
                </c:pt>
                <c:pt idx="219">
                  <c:v>-0.0241646137537</c:v>
                </c:pt>
                <c:pt idx="220">
                  <c:v>-0.0346289044708</c:v>
                </c:pt>
                <c:pt idx="221">
                  <c:v>-0.0322153869799</c:v>
                </c:pt>
                <c:pt idx="222">
                  <c:v>-0.0295582268332</c:v>
                </c:pt>
                <c:pt idx="223">
                  <c:v>-0.0331563316599</c:v>
                </c:pt>
                <c:pt idx="224">
                  <c:v>-0.0262198574473</c:v>
                </c:pt>
                <c:pt idx="225">
                  <c:v>-0.0200849485787</c:v>
                </c:pt>
                <c:pt idx="226">
                  <c:v>-0.0230725442491</c:v>
                </c:pt>
                <c:pt idx="227">
                  <c:v>-0.0291851062053</c:v>
                </c:pt>
                <c:pt idx="228">
                  <c:v>-0.02842201147</c:v>
                </c:pt>
                <c:pt idx="229">
                  <c:v>-0.0245095189379</c:v>
                </c:pt>
                <c:pt idx="230">
                  <c:v>-0.0290489949854</c:v>
                </c:pt>
                <c:pt idx="231">
                  <c:v>-0.0216048608639</c:v>
                </c:pt>
                <c:pt idx="232">
                  <c:v>-0.0231103699786</c:v>
                </c:pt>
                <c:pt idx="233">
                  <c:v>-0.0244213818307</c:v>
                </c:pt>
                <c:pt idx="234">
                  <c:v>-0.0256396583715</c:v>
                </c:pt>
                <c:pt idx="235">
                  <c:v>-0.0367530343504</c:v>
                </c:pt>
                <c:pt idx="236">
                  <c:v>-0.0234307890363</c:v>
                </c:pt>
                <c:pt idx="237">
                  <c:v>-0.0212477920578</c:v>
                </c:pt>
                <c:pt idx="238">
                  <c:v>-0.0164270678175</c:v>
                </c:pt>
                <c:pt idx="239">
                  <c:v>-0.014196637376</c:v>
                </c:pt>
                <c:pt idx="240">
                  <c:v>-0.0113246822926</c:v>
                </c:pt>
                <c:pt idx="241">
                  <c:v>-0.00862451259952</c:v>
                </c:pt>
                <c:pt idx="242">
                  <c:v>-0.0137702047819</c:v>
                </c:pt>
                <c:pt idx="243">
                  <c:v>-0.00992000086104</c:v>
                </c:pt>
                <c:pt idx="244">
                  <c:v>-0.0133100990787</c:v>
                </c:pt>
                <c:pt idx="245">
                  <c:v>-0.0132993122249</c:v>
                </c:pt>
                <c:pt idx="246">
                  <c:v>-0.00461060640804</c:v>
                </c:pt>
                <c:pt idx="247">
                  <c:v>-0.00107306799986</c:v>
                </c:pt>
                <c:pt idx="248">
                  <c:v>0</c:v>
                </c:pt>
                <c:pt idx="249">
                  <c:v>-0.00235932945555</c:v>
                </c:pt>
                <c:pt idx="250">
                  <c:v>-0.00603271481688</c:v>
                </c:pt>
                <c:pt idx="251">
                  <c:v>-0.0124849051999</c:v>
                </c:pt>
                <c:pt idx="252">
                  <c:v>-0.00387167655216</c:v>
                </c:pt>
                <c:pt idx="253">
                  <c:v>-0.00387961602866</c:v>
                </c:pt>
                <c:pt idx="254">
                  <c:v>-0.00589381226707</c:v>
                </c:pt>
                <c:pt idx="255">
                  <c:v>-0.00174353687794</c:v>
                </c:pt>
                <c:pt idx="256">
                  <c:v>0</c:v>
                </c:pt>
                <c:pt idx="257">
                  <c:v>-3.3101523509e-5</c:v>
                </c:pt>
                <c:pt idx="258">
                  <c:v>0</c:v>
                </c:pt>
                <c:pt idx="259">
                  <c:v>0</c:v>
                </c:pt>
                <c:pt idx="260">
                  <c:v>-0.00376739016518</c:v>
                </c:pt>
                <c:pt idx="261">
                  <c:v>0</c:v>
                </c:pt>
                <c:pt idx="262">
                  <c:v>0</c:v>
                </c:pt>
                <c:pt idx="263">
                  <c:v>-0.00326006441977</c:v>
                </c:pt>
                <c:pt idx="264">
                  <c:v>0</c:v>
                </c:pt>
                <c:pt idx="265">
                  <c:v>-0.00439665669258</c:v>
                </c:pt>
                <c:pt idx="266">
                  <c:v>0</c:v>
                </c:pt>
                <c:pt idx="267">
                  <c:v>-0.00872564777854</c:v>
                </c:pt>
                <c:pt idx="268">
                  <c:v>-0.00572525545124</c:v>
                </c:pt>
                <c:pt idx="269">
                  <c:v>0</c:v>
                </c:pt>
                <c:pt idx="270">
                  <c:v>0</c:v>
                </c:pt>
                <c:pt idx="271">
                  <c:v>-0.000241758330205</c:v>
                </c:pt>
                <c:pt idx="272">
                  <c:v>-0.0102293409658</c:v>
                </c:pt>
                <c:pt idx="273">
                  <c:v>-0.00394500274045</c:v>
                </c:pt>
                <c:pt idx="274">
                  <c:v>-0.00826235584789</c:v>
                </c:pt>
                <c:pt idx="275">
                  <c:v>-0.0200587985354</c:v>
                </c:pt>
                <c:pt idx="276">
                  <c:v>-0.017880129541</c:v>
                </c:pt>
                <c:pt idx="277">
                  <c:v>-0.0277240032546</c:v>
                </c:pt>
                <c:pt idx="278">
                  <c:v>-0.0146700310728</c:v>
                </c:pt>
                <c:pt idx="279">
                  <c:v>-0.00781604628076</c:v>
                </c:pt>
                <c:pt idx="280">
                  <c:v>-0.00381762243021</c:v>
                </c:pt>
                <c:pt idx="281">
                  <c:v>-0.002270797204</c:v>
                </c:pt>
                <c:pt idx="282">
                  <c:v>0</c:v>
                </c:pt>
                <c:pt idx="283">
                  <c:v>0</c:v>
                </c:pt>
                <c:pt idx="284">
                  <c:v>-0.00197422060969</c:v>
                </c:pt>
                <c:pt idx="285">
                  <c:v>-0.00663367629819</c:v>
                </c:pt>
                <c:pt idx="286">
                  <c:v>-0.00547666884817</c:v>
                </c:pt>
                <c:pt idx="287">
                  <c:v>-0.00227594633025</c:v>
                </c:pt>
                <c:pt idx="288">
                  <c:v>-0.000885695031948</c:v>
                </c:pt>
                <c:pt idx="289">
                  <c:v>0</c:v>
                </c:pt>
                <c:pt idx="290">
                  <c:v>0</c:v>
                </c:pt>
                <c:pt idx="291">
                  <c:v>-0.00573566631854</c:v>
                </c:pt>
                <c:pt idx="292">
                  <c:v>-0.00921266064327</c:v>
                </c:pt>
                <c:pt idx="293">
                  <c:v>-0.0107712394436</c:v>
                </c:pt>
                <c:pt idx="294">
                  <c:v>-0.007787251076</c:v>
                </c:pt>
                <c:pt idx="295">
                  <c:v>0</c:v>
                </c:pt>
                <c:pt idx="296">
                  <c:v>-0.00518563557356</c:v>
                </c:pt>
                <c:pt idx="297">
                  <c:v>-0.0120350182726</c:v>
                </c:pt>
                <c:pt idx="298">
                  <c:v>-0.0031829921936</c:v>
                </c:pt>
                <c:pt idx="299">
                  <c:v>-0.00619845193047</c:v>
                </c:pt>
                <c:pt idx="300">
                  <c:v>-0.00400337764725</c:v>
                </c:pt>
                <c:pt idx="301">
                  <c:v>-0.00288756651857</c:v>
                </c:pt>
                <c:pt idx="302">
                  <c:v>0</c:v>
                </c:pt>
                <c:pt idx="303">
                  <c:v>0</c:v>
                </c:pt>
                <c:pt idx="304">
                  <c:v>0</c:v>
                </c:pt>
                <c:pt idx="305">
                  <c:v>-0.00368205907212</c:v>
                </c:pt>
                <c:pt idx="306">
                  <c:v>0</c:v>
                </c:pt>
                <c:pt idx="307">
                  <c:v>-0.0070200544261</c:v>
                </c:pt>
                <c:pt idx="308">
                  <c:v>-0.00219262328084</c:v>
                </c:pt>
                <c:pt idx="309">
                  <c:v>-0.00228316798285</c:v>
                </c:pt>
                <c:pt idx="310">
                  <c:v>-0.000621613470459</c:v>
                </c:pt>
                <c:pt idx="311">
                  <c:v>-0.0172873828317</c:v>
                </c:pt>
                <c:pt idx="312">
                  <c:v>-0.00968725587858</c:v>
                </c:pt>
                <c:pt idx="313">
                  <c:v>-0.00828021939944</c:v>
                </c:pt>
                <c:pt idx="314">
                  <c:v>-0.0223479893838</c:v>
                </c:pt>
                <c:pt idx="315">
                  <c:v>-0.018208570205</c:v>
                </c:pt>
                <c:pt idx="316">
                  <c:v>-0.0193505101674</c:v>
                </c:pt>
                <c:pt idx="317">
                  <c:v>-0.00383527637202</c:v>
                </c:pt>
                <c:pt idx="318">
                  <c:v>-0.00304913890102</c:v>
                </c:pt>
                <c:pt idx="319">
                  <c:v>-0.00359183351927</c:v>
                </c:pt>
                <c:pt idx="320">
                  <c:v>-0.00397849414078</c:v>
                </c:pt>
                <c:pt idx="321">
                  <c:v>0</c:v>
                </c:pt>
                <c:pt idx="322">
                  <c:v>0</c:v>
                </c:pt>
                <c:pt idx="323">
                  <c:v>0</c:v>
                </c:pt>
                <c:pt idx="324">
                  <c:v>-0.00384209776218</c:v>
                </c:pt>
                <c:pt idx="325">
                  <c:v>-0.00152635193266</c:v>
                </c:pt>
                <c:pt idx="326">
                  <c:v>-0.00288712923398</c:v>
                </c:pt>
                <c:pt idx="327">
                  <c:v>-0.00490605687063</c:v>
                </c:pt>
                <c:pt idx="328">
                  <c:v>0</c:v>
                </c:pt>
                <c:pt idx="329">
                  <c:v>0</c:v>
                </c:pt>
                <c:pt idx="330">
                  <c:v>0</c:v>
                </c:pt>
                <c:pt idx="331">
                  <c:v>0</c:v>
                </c:pt>
                <c:pt idx="332">
                  <c:v>0</c:v>
                </c:pt>
                <c:pt idx="333">
                  <c:v>-0.0096014579152</c:v>
                </c:pt>
                <c:pt idx="334">
                  <c:v>-0.0118457350367</c:v>
                </c:pt>
                <c:pt idx="335">
                  <c:v>-0.00872775959331</c:v>
                </c:pt>
                <c:pt idx="336">
                  <c:v>-0.00197470935413</c:v>
                </c:pt>
                <c:pt idx="337">
                  <c:v>0</c:v>
                </c:pt>
                <c:pt idx="338">
                  <c:v>0</c:v>
                </c:pt>
                <c:pt idx="339">
                  <c:v>0</c:v>
                </c:pt>
                <c:pt idx="340">
                  <c:v>0</c:v>
                </c:pt>
                <c:pt idx="341">
                  <c:v>-0.0044781383364</c:v>
                </c:pt>
                <c:pt idx="342">
                  <c:v>-0.00597909363253</c:v>
                </c:pt>
                <c:pt idx="343">
                  <c:v>-0.00634733689842</c:v>
                </c:pt>
                <c:pt idx="344">
                  <c:v>-0.00645028648123</c:v>
                </c:pt>
                <c:pt idx="345">
                  <c:v>0</c:v>
                </c:pt>
                <c:pt idx="346">
                  <c:v>0</c:v>
                </c:pt>
                <c:pt idx="347">
                  <c:v>-0.0114173616356</c:v>
                </c:pt>
                <c:pt idx="348">
                  <c:v>-0.0174753763943</c:v>
                </c:pt>
                <c:pt idx="349">
                  <c:v>-0.0292490432976</c:v>
                </c:pt>
                <c:pt idx="350">
                  <c:v>-0.0280015328926</c:v>
                </c:pt>
                <c:pt idx="351">
                  <c:v>-0.0287071877102</c:v>
                </c:pt>
                <c:pt idx="352">
                  <c:v>-0.0240217031041</c:v>
                </c:pt>
                <c:pt idx="353">
                  <c:v>-0.015722280363</c:v>
                </c:pt>
                <c:pt idx="354">
                  <c:v>-0.0276514351949</c:v>
                </c:pt>
                <c:pt idx="355">
                  <c:v>-0.0240066067756</c:v>
                </c:pt>
                <c:pt idx="356">
                  <c:v>-0.0242977350519</c:v>
                </c:pt>
                <c:pt idx="357">
                  <c:v>-0.0164716874803</c:v>
                </c:pt>
                <c:pt idx="358">
                  <c:v>-0.0151536150572</c:v>
                </c:pt>
                <c:pt idx="359">
                  <c:v>-0.0140256614522</c:v>
                </c:pt>
                <c:pt idx="360">
                  <c:v>-0.010599337431</c:v>
                </c:pt>
                <c:pt idx="361">
                  <c:v>-0.00560540232796</c:v>
                </c:pt>
                <c:pt idx="362">
                  <c:v>-0.00873118122531</c:v>
                </c:pt>
                <c:pt idx="363">
                  <c:v>-0.00112488014388</c:v>
                </c:pt>
                <c:pt idx="364">
                  <c:v>-0.00270908538914</c:v>
                </c:pt>
                <c:pt idx="365">
                  <c:v>-0.0104606592321</c:v>
                </c:pt>
                <c:pt idx="366">
                  <c:v>-0.00135607982465</c:v>
                </c:pt>
                <c:pt idx="367">
                  <c:v>-0.00125524256189</c:v>
                </c:pt>
                <c:pt idx="368">
                  <c:v>-0.00149889154666</c:v>
                </c:pt>
                <c:pt idx="369">
                  <c:v>-0.00385431017078</c:v>
                </c:pt>
                <c:pt idx="370">
                  <c:v>0</c:v>
                </c:pt>
                <c:pt idx="371">
                  <c:v>-0.004628210957</c:v>
                </c:pt>
                <c:pt idx="372">
                  <c:v>-0.00479021317509</c:v>
                </c:pt>
                <c:pt idx="373">
                  <c:v>-0.00603676968059</c:v>
                </c:pt>
                <c:pt idx="374">
                  <c:v>-0.0152325568631</c:v>
                </c:pt>
                <c:pt idx="375">
                  <c:v>-0.0217882341801</c:v>
                </c:pt>
                <c:pt idx="376">
                  <c:v>-0.0210960791445</c:v>
                </c:pt>
                <c:pt idx="377">
                  <c:v>-0.0135603330515</c:v>
                </c:pt>
                <c:pt idx="378">
                  <c:v>-0.0148408287329</c:v>
                </c:pt>
                <c:pt idx="379">
                  <c:v>-0.0117129922556</c:v>
                </c:pt>
                <c:pt idx="380">
                  <c:v>-0.00878527500938</c:v>
                </c:pt>
                <c:pt idx="381">
                  <c:v>-0.00878605582417</c:v>
                </c:pt>
                <c:pt idx="382">
                  <c:v>-0.00747250323259</c:v>
                </c:pt>
                <c:pt idx="383">
                  <c:v>-0.0113610608045</c:v>
                </c:pt>
                <c:pt idx="384">
                  <c:v>-0.00504395645909</c:v>
                </c:pt>
                <c:pt idx="385">
                  <c:v>-0.00316631821874</c:v>
                </c:pt>
                <c:pt idx="386">
                  <c:v>0</c:v>
                </c:pt>
                <c:pt idx="387">
                  <c:v>-0.000487072748435</c:v>
                </c:pt>
                <c:pt idx="388">
                  <c:v>-0.00500497355257</c:v>
                </c:pt>
                <c:pt idx="389">
                  <c:v>-0.00972616428421</c:v>
                </c:pt>
                <c:pt idx="390">
                  <c:v>-0.0167653371308</c:v>
                </c:pt>
                <c:pt idx="391">
                  <c:v>-0.00494096289386</c:v>
                </c:pt>
                <c:pt idx="392">
                  <c:v>-0.00294941845144</c:v>
                </c:pt>
                <c:pt idx="393">
                  <c:v>0</c:v>
                </c:pt>
                <c:pt idx="394">
                  <c:v>-9.65980765326e-5</c:v>
                </c:pt>
                <c:pt idx="395">
                  <c:v>-0.00472925523124</c:v>
                </c:pt>
                <c:pt idx="396">
                  <c:v>-0.00655532252293</c:v>
                </c:pt>
                <c:pt idx="397">
                  <c:v>-0.0241918233942</c:v>
                </c:pt>
                <c:pt idx="398">
                  <c:v>-0.0140658585273</c:v>
                </c:pt>
                <c:pt idx="399">
                  <c:v>-0.00421291595052</c:v>
                </c:pt>
                <c:pt idx="400">
                  <c:v>0</c:v>
                </c:pt>
                <c:pt idx="401">
                  <c:v>-0.000900287128674</c:v>
                </c:pt>
                <c:pt idx="402">
                  <c:v>-0.00393011673821</c:v>
                </c:pt>
                <c:pt idx="403">
                  <c:v>-0.0102780957403</c:v>
                </c:pt>
                <c:pt idx="404">
                  <c:v>-0.00363405309769</c:v>
                </c:pt>
                <c:pt idx="405">
                  <c:v>0</c:v>
                </c:pt>
                <c:pt idx="406">
                  <c:v>-0.0046230922577</c:v>
                </c:pt>
                <c:pt idx="407">
                  <c:v>-0.00824835867238</c:v>
                </c:pt>
                <c:pt idx="408">
                  <c:v>-0.00873158541463</c:v>
                </c:pt>
                <c:pt idx="409">
                  <c:v>-0.00745248515829</c:v>
                </c:pt>
                <c:pt idx="410">
                  <c:v>-0.00505385150769</c:v>
                </c:pt>
                <c:pt idx="411">
                  <c:v>-0.00467392710178</c:v>
                </c:pt>
                <c:pt idx="412">
                  <c:v>-0.0056019648744</c:v>
                </c:pt>
                <c:pt idx="413">
                  <c:v>0</c:v>
                </c:pt>
                <c:pt idx="414">
                  <c:v>0</c:v>
                </c:pt>
                <c:pt idx="415">
                  <c:v>-0.000463724791192</c:v>
                </c:pt>
                <c:pt idx="416">
                  <c:v>-0.000662931101596</c:v>
                </c:pt>
                <c:pt idx="417">
                  <c:v>-0.00250414712987</c:v>
                </c:pt>
                <c:pt idx="418">
                  <c:v>-0.00980898482717</c:v>
                </c:pt>
                <c:pt idx="419">
                  <c:v>-0.0125078541411</c:v>
                </c:pt>
                <c:pt idx="420">
                  <c:v>-0.0205886569495</c:v>
                </c:pt>
                <c:pt idx="421">
                  <c:v>-0.0182007702089</c:v>
                </c:pt>
                <c:pt idx="422">
                  <c:v>-0.0124659778094</c:v>
                </c:pt>
                <c:pt idx="423">
                  <c:v>-0.00670904865922</c:v>
                </c:pt>
                <c:pt idx="424">
                  <c:v>-0.00473334607901</c:v>
                </c:pt>
                <c:pt idx="425">
                  <c:v>-0.00950060142314</c:v>
                </c:pt>
                <c:pt idx="426">
                  <c:v>-0.00729484943798</c:v>
                </c:pt>
                <c:pt idx="427">
                  <c:v>-0.00526349620825</c:v>
                </c:pt>
                <c:pt idx="428">
                  <c:v>-0.0117364236502</c:v>
                </c:pt>
                <c:pt idx="429">
                  <c:v>-0.0102959804063</c:v>
                </c:pt>
                <c:pt idx="430">
                  <c:v>-0.00675832831939</c:v>
                </c:pt>
                <c:pt idx="431">
                  <c:v>-0.0090762090241</c:v>
                </c:pt>
                <c:pt idx="432">
                  <c:v>-0.00861697517811</c:v>
                </c:pt>
                <c:pt idx="433">
                  <c:v>-0.014405473759</c:v>
                </c:pt>
                <c:pt idx="434">
                  <c:v>-0.0137996612779</c:v>
                </c:pt>
                <c:pt idx="435">
                  <c:v>-0.0120357237754</c:v>
                </c:pt>
                <c:pt idx="436">
                  <c:v>-0.0138945350099</c:v>
                </c:pt>
                <c:pt idx="437">
                  <c:v>-0.0133930529846</c:v>
                </c:pt>
                <c:pt idx="438">
                  <c:v>-0.0100048135413</c:v>
                </c:pt>
                <c:pt idx="439">
                  <c:v>-0.00894014107775</c:v>
                </c:pt>
                <c:pt idx="440">
                  <c:v>-0.0152623291104</c:v>
                </c:pt>
                <c:pt idx="441">
                  <c:v>-0.0168957260996</c:v>
                </c:pt>
                <c:pt idx="442">
                  <c:v>-0.0181160393127</c:v>
                </c:pt>
                <c:pt idx="443">
                  <c:v>-0.0151795263104</c:v>
                </c:pt>
                <c:pt idx="444">
                  <c:v>-0.0106304928072</c:v>
                </c:pt>
                <c:pt idx="445">
                  <c:v>-0.01002989806</c:v>
                </c:pt>
                <c:pt idx="446">
                  <c:v>-0.0163998696204</c:v>
                </c:pt>
                <c:pt idx="447">
                  <c:v>-0.0104457875461</c:v>
                </c:pt>
                <c:pt idx="448">
                  <c:v>-0.0215733346763</c:v>
                </c:pt>
                <c:pt idx="449">
                  <c:v>-0.020113139409</c:v>
                </c:pt>
                <c:pt idx="450">
                  <c:v>-0.0168493156988</c:v>
                </c:pt>
                <c:pt idx="451">
                  <c:v>-0.0147231991891</c:v>
                </c:pt>
                <c:pt idx="452">
                  <c:v>-0.0151498638393</c:v>
                </c:pt>
                <c:pt idx="453">
                  <c:v>-0.0112347513034</c:v>
                </c:pt>
                <c:pt idx="454">
                  <c:v>-0.0122435002881</c:v>
                </c:pt>
                <c:pt idx="455">
                  <c:v>-0.00967880873884</c:v>
                </c:pt>
                <c:pt idx="456">
                  <c:v>-0.0123139470643</c:v>
                </c:pt>
                <c:pt idx="457">
                  <c:v>-0.0151958646846</c:v>
                </c:pt>
                <c:pt idx="458">
                  <c:v>-0.0111760975135</c:v>
                </c:pt>
                <c:pt idx="459">
                  <c:v>-0.000898122897834</c:v>
                </c:pt>
                <c:pt idx="460">
                  <c:v>0</c:v>
                </c:pt>
                <c:pt idx="461">
                  <c:v>-0.00254617859357</c:v>
                </c:pt>
                <c:pt idx="462">
                  <c:v>-0.00329287716283</c:v>
                </c:pt>
                <c:pt idx="463">
                  <c:v>-0.00248186076431</c:v>
                </c:pt>
                <c:pt idx="464">
                  <c:v>-0.00174651391639</c:v>
                </c:pt>
                <c:pt idx="465">
                  <c:v>-0.00654280259093</c:v>
                </c:pt>
                <c:pt idx="466">
                  <c:v>0</c:v>
                </c:pt>
                <c:pt idx="467">
                  <c:v>0</c:v>
                </c:pt>
                <c:pt idx="468">
                  <c:v>0</c:v>
                </c:pt>
                <c:pt idx="469">
                  <c:v>-9.42021259847e-5</c:v>
                </c:pt>
                <c:pt idx="470">
                  <c:v>0</c:v>
                </c:pt>
                <c:pt idx="471">
                  <c:v>-0.00524943378336</c:v>
                </c:pt>
                <c:pt idx="472">
                  <c:v>-0.000248259472657</c:v>
                </c:pt>
                <c:pt idx="473">
                  <c:v>0</c:v>
                </c:pt>
                <c:pt idx="474">
                  <c:v>-0.00498425613971</c:v>
                </c:pt>
                <c:pt idx="475">
                  <c:v>-0.00223495665986</c:v>
                </c:pt>
                <c:pt idx="476">
                  <c:v>0</c:v>
                </c:pt>
                <c:pt idx="477">
                  <c:v>0</c:v>
                </c:pt>
                <c:pt idx="478">
                  <c:v>-0.00106931491437</c:v>
                </c:pt>
                <c:pt idx="479">
                  <c:v>-0.0074335874982</c:v>
                </c:pt>
                <c:pt idx="480">
                  <c:v>-0.00238926894153</c:v>
                </c:pt>
                <c:pt idx="481">
                  <c:v>-0.00024750126039</c:v>
                </c:pt>
                <c:pt idx="482">
                  <c:v>-0.00349929187296</c:v>
                </c:pt>
                <c:pt idx="483">
                  <c:v>-0.0030081225987</c:v>
                </c:pt>
                <c:pt idx="484">
                  <c:v>-0.00136148400671</c:v>
                </c:pt>
                <c:pt idx="485">
                  <c:v>-0.000139765197985</c:v>
                </c:pt>
                <c:pt idx="486">
                  <c:v>-0.00134990759129</c:v>
                </c:pt>
                <c:pt idx="487">
                  <c:v>-0.00287381825698</c:v>
                </c:pt>
                <c:pt idx="488">
                  <c:v>-0.00389613115512</c:v>
                </c:pt>
                <c:pt idx="489">
                  <c:v>0</c:v>
                </c:pt>
                <c:pt idx="490">
                  <c:v>0</c:v>
                </c:pt>
                <c:pt idx="491">
                  <c:v>-0.0128071636809</c:v>
                </c:pt>
                <c:pt idx="492">
                  <c:v>-0.0150554618896</c:v>
                </c:pt>
                <c:pt idx="493">
                  <c:v>-0.0260128952229</c:v>
                </c:pt>
                <c:pt idx="494">
                  <c:v>-0.0268518948824</c:v>
                </c:pt>
                <c:pt idx="495">
                  <c:v>-0.0243970634091</c:v>
                </c:pt>
                <c:pt idx="496">
                  <c:v>-0.0188459075432</c:v>
                </c:pt>
                <c:pt idx="497">
                  <c:v>-0.0167637210113</c:v>
                </c:pt>
                <c:pt idx="498">
                  <c:v>-0.0123115468903</c:v>
                </c:pt>
                <c:pt idx="499">
                  <c:v>-0.0192716527791</c:v>
                </c:pt>
                <c:pt idx="500">
                  <c:v>-0.0243530452919</c:v>
                </c:pt>
                <c:pt idx="501">
                  <c:v>-0.0178691529517</c:v>
                </c:pt>
                <c:pt idx="502">
                  <c:v>-0.0158663331462</c:v>
                </c:pt>
                <c:pt idx="503">
                  <c:v>-0.0180556347262</c:v>
                </c:pt>
                <c:pt idx="504">
                  <c:v>-0.0151367606329</c:v>
                </c:pt>
                <c:pt idx="505">
                  <c:v>-0.0192846948865</c:v>
                </c:pt>
                <c:pt idx="506">
                  <c:v>-0.0219452402844</c:v>
                </c:pt>
                <c:pt idx="507">
                  <c:v>-0.0279357515094</c:v>
                </c:pt>
                <c:pt idx="508">
                  <c:v>-0.019194833125</c:v>
                </c:pt>
                <c:pt idx="509">
                  <c:v>-0.0137531781996</c:v>
                </c:pt>
                <c:pt idx="510">
                  <c:v>-0.015901503385</c:v>
                </c:pt>
                <c:pt idx="511">
                  <c:v>-0.0186109881135</c:v>
                </c:pt>
                <c:pt idx="512">
                  <c:v>-0.0106117934362</c:v>
                </c:pt>
                <c:pt idx="513">
                  <c:v>-0.0142581887823</c:v>
                </c:pt>
                <c:pt idx="514">
                  <c:v>-0.0190523673814</c:v>
                </c:pt>
                <c:pt idx="515">
                  <c:v>-0.0198837396784</c:v>
                </c:pt>
                <c:pt idx="516">
                  <c:v>-0.019944417226</c:v>
                </c:pt>
                <c:pt idx="517">
                  <c:v>-0.0312925785317</c:v>
                </c:pt>
                <c:pt idx="518">
                  <c:v>-0.0279785203028</c:v>
                </c:pt>
                <c:pt idx="519">
                  <c:v>-0.0338817980148</c:v>
                </c:pt>
                <c:pt idx="520">
                  <c:v>-0.0316256521843</c:v>
                </c:pt>
                <c:pt idx="521">
                  <c:v>-0.0297361357811</c:v>
                </c:pt>
                <c:pt idx="522">
                  <c:v>-0.0294188774219</c:v>
                </c:pt>
                <c:pt idx="523">
                  <c:v>-0.0204510636905</c:v>
                </c:pt>
                <c:pt idx="524">
                  <c:v>-0.0218793545998</c:v>
                </c:pt>
                <c:pt idx="525">
                  <c:v>-0.0252334924134</c:v>
                </c:pt>
                <c:pt idx="526">
                  <c:v>-0.027524757077</c:v>
                </c:pt>
                <c:pt idx="527">
                  <c:v>-0.0259864077047</c:v>
                </c:pt>
                <c:pt idx="528">
                  <c:v>-0.0310195454456</c:v>
                </c:pt>
                <c:pt idx="529">
                  <c:v>-0.0262923028782</c:v>
                </c:pt>
                <c:pt idx="530">
                  <c:v>-0.0278270998496</c:v>
                </c:pt>
                <c:pt idx="531">
                  <c:v>-0.0270616938007</c:v>
                </c:pt>
                <c:pt idx="532">
                  <c:v>-0.0313061432943</c:v>
                </c:pt>
                <c:pt idx="533">
                  <c:v>-0.0339888262058</c:v>
                </c:pt>
                <c:pt idx="534">
                  <c:v>-0.0384075912132</c:v>
                </c:pt>
                <c:pt idx="535">
                  <c:v>-0.0353350258622</c:v>
                </c:pt>
                <c:pt idx="536">
                  <c:v>-0.0309499450421</c:v>
                </c:pt>
                <c:pt idx="537">
                  <c:v>-0.0254754652736</c:v>
                </c:pt>
                <c:pt idx="538">
                  <c:v>-0.0268911011661</c:v>
                </c:pt>
                <c:pt idx="539">
                  <c:v>-0.0249423699671</c:v>
                </c:pt>
                <c:pt idx="540">
                  <c:v>-0.0262088931442</c:v>
                </c:pt>
                <c:pt idx="541">
                  <c:v>-0.0291241713973</c:v>
                </c:pt>
                <c:pt idx="542">
                  <c:v>-0.0238205013969</c:v>
                </c:pt>
                <c:pt idx="543">
                  <c:v>-0.0187341721631</c:v>
                </c:pt>
                <c:pt idx="544">
                  <c:v>-0.0104271508995</c:v>
                </c:pt>
                <c:pt idx="545">
                  <c:v>-0.0144952151083</c:v>
                </c:pt>
                <c:pt idx="546">
                  <c:v>-0.0141201130686</c:v>
                </c:pt>
                <c:pt idx="547">
                  <c:v>-0.0154450607192</c:v>
                </c:pt>
                <c:pt idx="548">
                  <c:v>-0.0159904012246</c:v>
                </c:pt>
                <c:pt idx="549">
                  <c:v>-0.0133387410732</c:v>
                </c:pt>
                <c:pt idx="550">
                  <c:v>-0.0146118042229</c:v>
                </c:pt>
                <c:pt idx="551">
                  <c:v>-0.0160282843394</c:v>
                </c:pt>
                <c:pt idx="552">
                  <c:v>-0.0147108816903</c:v>
                </c:pt>
                <c:pt idx="553">
                  <c:v>-0.0196384936378</c:v>
                </c:pt>
                <c:pt idx="554">
                  <c:v>-0.0213041997652</c:v>
                </c:pt>
                <c:pt idx="555">
                  <c:v>-0.0331798906106</c:v>
                </c:pt>
                <c:pt idx="556">
                  <c:v>-0.0285196161591</c:v>
                </c:pt>
                <c:pt idx="557">
                  <c:v>-0.0273373549348</c:v>
                </c:pt>
                <c:pt idx="558">
                  <c:v>-0.0175643856958</c:v>
                </c:pt>
                <c:pt idx="559">
                  <c:v>-0.0107657699039</c:v>
                </c:pt>
                <c:pt idx="560">
                  <c:v>-0.00144476374543</c:v>
                </c:pt>
                <c:pt idx="561">
                  <c:v>0</c:v>
                </c:pt>
                <c:pt idx="562">
                  <c:v>0</c:v>
                </c:pt>
                <c:pt idx="563">
                  <c:v>0</c:v>
                </c:pt>
                <c:pt idx="564">
                  <c:v>-0.0282929643196</c:v>
                </c:pt>
                <c:pt idx="565">
                  <c:v>-0.0297167767284</c:v>
                </c:pt>
                <c:pt idx="566">
                  <c:v>-0.0261014127868</c:v>
                </c:pt>
                <c:pt idx="567">
                  <c:v>-0.0400927446712</c:v>
                </c:pt>
                <c:pt idx="568">
                  <c:v>-0.0519476192362</c:v>
                </c:pt>
                <c:pt idx="569">
                  <c:v>-0.0442902666004</c:v>
                </c:pt>
                <c:pt idx="570">
                  <c:v>-0.0290009855146</c:v>
                </c:pt>
                <c:pt idx="571">
                  <c:v>-0.030347216483</c:v>
                </c:pt>
                <c:pt idx="572">
                  <c:v>-0.0140608965979</c:v>
                </c:pt>
                <c:pt idx="573">
                  <c:v>-0.015330832949</c:v>
                </c:pt>
                <c:pt idx="574">
                  <c:v>-0.00376932385525</c:v>
                </c:pt>
                <c:pt idx="575">
                  <c:v>-7.90557666026e-5</c:v>
                </c:pt>
                <c:pt idx="576">
                  <c:v>0</c:v>
                </c:pt>
                <c:pt idx="577">
                  <c:v>-0.0153875652454</c:v>
                </c:pt>
                <c:pt idx="578">
                  <c:v>-0.0142447771345</c:v>
                </c:pt>
                <c:pt idx="579">
                  <c:v>-0.00674169182442</c:v>
                </c:pt>
                <c:pt idx="580">
                  <c:v>-0.0165646317325</c:v>
                </c:pt>
                <c:pt idx="581">
                  <c:v>-0.0174034014597</c:v>
                </c:pt>
                <c:pt idx="582">
                  <c:v>-0.00740459625484</c:v>
                </c:pt>
                <c:pt idx="583">
                  <c:v>-0.0115277029081</c:v>
                </c:pt>
                <c:pt idx="584">
                  <c:v>-0.0150009756376</c:v>
                </c:pt>
                <c:pt idx="585">
                  <c:v>-0.0124848160334</c:v>
                </c:pt>
                <c:pt idx="586">
                  <c:v>-0.0117164205381</c:v>
                </c:pt>
                <c:pt idx="587">
                  <c:v>-0.0167115576547</c:v>
                </c:pt>
                <c:pt idx="588">
                  <c:v>-0.0137294541679</c:v>
                </c:pt>
                <c:pt idx="589">
                  <c:v>-0.00616178675759</c:v>
                </c:pt>
                <c:pt idx="590">
                  <c:v>-0.0107116586643</c:v>
                </c:pt>
                <c:pt idx="591">
                  <c:v>-0.0130227613354</c:v>
                </c:pt>
                <c:pt idx="592">
                  <c:v>-0.0147194733633</c:v>
                </c:pt>
                <c:pt idx="593">
                  <c:v>-0.00775865296185</c:v>
                </c:pt>
                <c:pt idx="594">
                  <c:v>-0.0134955505083</c:v>
                </c:pt>
                <c:pt idx="595">
                  <c:v>-0.0234936812053</c:v>
                </c:pt>
                <c:pt idx="596">
                  <c:v>-0.0272954752232</c:v>
                </c:pt>
                <c:pt idx="597">
                  <c:v>-0.0316432230212</c:v>
                </c:pt>
                <c:pt idx="598">
                  <c:v>-0.0315167577756</c:v>
                </c:pt>
                <c:pt idx="599">
                  <c:v>-0.0183639917772</c:v>
                </c:pt>
                <c:pt idx="600">
                  <c:v>-0.0234900653735</c:v>
                </c:pt>
                <c:pt idx="601">
                  <c:v>-0.0264995742484</c:v>
                </c:pt>
                <c:pt idx="602">
                  <c:v>-0.0259388927237</c:v>
                </c:pt>
                <c:pt idx="603">
                  <c:v>-0.0156164168323</c:v>
                </c:pt>
                <c:pt idx="604">
                  <c:v>-0.0300163019046</c:v>
                </c:pt>
                <c:pt idx="605">
                  <c:v>-0.0299894841369</c:v>
                </c:pt>
                <c:pt idx="606">
                  <c:v>-0.0445972866018</c:v>
                </c:pt>
                <c:pt idx="607">
                  <c:v>-0.0526133777968</c:v>
                </c:pt>
                <c:pt idx="608">
                  <c:v>-0.0466123803328</c:v>
                </c:pt>
                <c:pt idx="609">
                  <c:v>-0.0585322028695</c:v>
                </c:pt>
                <c:pt idx="610">
                  <c:v>-0.0541527026622</c:v>
                </c:pt>
                <c:pt idx="611">
                  <c:v>-0.0500024265691</c:v>
                </c:pt>
                <c:pt idx="612">
                  <c:v>-0.0508485457882</c:v>
                </c:pt>
                <c:pt idx="613">
                  <c:v>-0.052620203741</c:v>
                </c:pt>
                <c:pt idx="614">
                  <c:v>-0.0512531739731</c:v>
                </c:pt>
                <c:pt idx="615">
                  <c:v>-0.0474171731798</c:v>
                </c:pt>
                <c:pt idx="616">
                  <c:v>-0.0473373627307</c:v>
                </c:pt>
                <c:pt idx="617">
                  <c:v>-0.0495755114443</c:v>
                </c:pt>
                <c:pt idx="618">
                  <c:v>-0.0537851320577</c:v>
                </c:pt>
                <c:pt idx="619">
                  <c:v>-0.0478317659287</c:v>
                </c:pt>
                <c:pt idx="620">
                  <c:v>-0.0429472408992</c:v>
                </c:pt>
                <c:pt idx="621">
                  <c:v>-0.0422495893154</c:v>
                </c:pt>
                <c:pt idx="622">
                  <c:v>-0.0450614981156</c:v>
                </c:pt>
                <c:pt idx="623">
                  <c:v>-0.0434879279842</c:v>
                </c:pt>
                <c:pt idx="624">
                  <c:v>-0.0367710040134</c:v>
                </c:pt>
                <c:pt idx="625">
                  <c:v>-0.0393344761329</c:v>
                </c:pt>
                <c:pt idx="626">
                  <c:v>-0.0379170955652</c:v>
                </c:pt>
                <c:pt idx="627">
                  <c:v>-0.0355572218743</c:v>
                </c:pt>
                <c:pt idx="628">
                  <c:v>-0.0350785627955</c:v>
                </c:pt>
                <c:pt idx="629">
                  <c:v>-0.0377159715229</c:v>
                </c:pt>
                <c:pt idx="630">
                  <c:v>-0.037793334825</c:v>
                </c:pt>
                <c:pt idx="631">
                  <c:v>-0.0499398958871</c:v>
                </c:pt>
                <c:pt idx="632">
                  <c:v>-0.0570396714459</c:v>
                </c:pt>
                <c:pt idx="633">
                  <c:v>-0.0536496657023</c:v>
                </c:pt>
                <c:pt idx="634">
                  <c:v>-0.0543664073825</c:v>
                </c:pt>
                <c:pt idx="635">
                  <c:v>-0.065196636283</c:v>
                </c:pt>
                <c:pt idx="636">
                  <c:v>-0.0621518559982</c:v>
                </c:pt>
                <c:pt idx="637">
                  <c:v>-0.061368207369</c:v>
                </c:pt>
                <c:pt idx="638">
                  <c:v>-0.0670967964301</c:v>
                </c:pt>
                <c:pt idx="639">
                  <c:v>-0.0710282078977</c:v>
                </c:pt>
                <c:pt idx="640">
                  <c:v>-0.0677150400186</c:v>
                </c:pt>
                <c:pt idx="641">
                  <c:v>-0.065489957671</c:v>
                </c:pt>
                <c:pt idx="642">
                  <c:v>-0.0639694532729</c:v>
                </c:pt>
                <c:pt idx="643">
                  <c:v>-0.0665097625259</c:v>
                </c:pt>
                <c:pt idx="644">
                  <c:v>-0.0747059824679</c:v>
                </c:pt>
                <c:pt idx="645">
                  <c:v>-0.0774827381149</c:v>
                </c:pt>
                <c:pt idx="646">
                  <c:v>-0.0734529005576</c:v>
                </c:pt>
                <c:pt idx="647">
                  <c:v>-0.0939339894171</c:v>
                </c:pt>
                <c:pt idx="648">
                  <c:v>-0.103057868502</c:v>
                </c:pt>
                <c:pt idx="649">
                  <c:v>-0.0683074901884</c:v>
                </c:pt>
                <c:pt idx="650">
                  <c:v>-0.0549653418775</c:v>
                </c:pt>
                <c:pt idx="651">
                  <c:v>-0.0537578285321</c:v>
                </c:pt>
                <c:pt idx="652">
                  <c:v>-0.0943289415441</c:v>
                </c:pt>
                <c:pt idx="653">
                  <c:v>-0.0888682645271</c:v>
                </c:pt>
                <c:pt idx="654">
                  <c:v>-0.097330462088</c:v>
                </c:pt>
                <c:pt idx="655">
                  <c:v>-0.0883266137089</c:v>
                </c:pt>
                <c:pt idx="656">
                  <c:v>-0.0743007105328</c:v>
                </c:pt>
                <c:pt idx="657">
                  <c:v>-0.0706046485517</c:v>
                </c:pt>
                <c:pt idx="658">
                  <c:v>-0.0758780735551</c:v>
                </c:pt>
                <c:pt idx="659">
                  <c:v>-0.0919087571814</c:v>
                </c:pt>
                <c:pt idx="660">
                  <c:v>-0.103300177977</c:v>
                </c:pt>
                <c:pt idx="661">
                  <c:v>-0.0886441739246</c:v>
                </c:pt>
                <c:pt idx="662">
                  <c:v>-0.0874038671385</c:v>
                </c:pt>
                <c:pt idx="663">
                  <c:v>-0.066273052346</c:v>
                </c:pt>
                <c:pt idx="664">
                  <c:v>-0.0701207936955</c:v>
                </c:pt>
                <c:pt idx="665">
                  <c:v>-0.0681685162825</c:v>
                </c:pt>
                <c:pt idx="666">
                  <c:v>-0.0861483388549</c:v>
                </c:pt>
                <c:pt idx="667">
                  <c:v>-0.0944040054493</c:v>
                </c:pt>
                <c:pt idx="668">
                  <c:v>-0.0968971417299</c:v>
                </c:pt>
                <c:pt idx="669">
                  <c:v>-0.108327374263</c:v>
                </c:pt>
                <c:pt idx="670">
                  <c:v>-0.115532282598</c:v>
                </c:pt>
                <c:pt idx="671">
                  <c:v>-0.100048427829</c:v>
                </c:pt>
                <c:pt idx="672">
                  <c:v>-0.0930549936685</c:v>
                </c:pt>
                <c:pt idx="673">
                  <c:v>-0.0835083042852</c:v>
                </c:pt>
                <c:pt idx="674">
                  <c:v>-0.0709287764444</c:v>
                </c:pt>
                <c:pt idx="675">
                  <c:v>-0.0735370890522</c:v>
                </c:pt>
                <c:pt idx="676">
                  <c:v>-0.0865260832406</c:v>
                </c:pt>
                <c:pt idx="677">
                  <c:v>-0.09049821534</c:v>
                </c:pt>
                <c:pt idx="678">
                  <c:v>-0.0875379872741</c:v>
                </c:pt>
                <c:pt idx="679">
                  <c:v>-0.0719117348729</c:v>
                </c:pt>
                <c:pt idx="680">
                  <c:v>-0.0675634642224</c:v>
                </c:pt>
                <c:pt idx="681">
                  <c:v>-0.0551139780216</c:v>
                </c:pt>
                <c:pt idx="682">
                  <c:v>-0.0362524291791</c:v>
                </c:pt>
                <c:pt idx="683">
                  <c:v>-0.0296405818879</c:v>
                </c:pt>
                <c:pt idx="684">
                  <c:v>-0.0412701363891</c:v>
                </c:pt>
                <c:pt idx="685">
                  <c:v>-0.0421662115121</c:v>
                </c:pt>
                <c:pt idx="686">
                  <c:v>-0.0232137366137</c:v>
                </c:pt>
                <c:pt idx="687">
                  <c:v>-0.0492376083535</c:v>
                </c:pt>
                <c:pt idx="688">
                  <c:v>-0.0690669188533</c:v>
                </c:pt>
                <c:pt idx="689">
                  <c:v>-0.0866163722403</c:v>
                </c:pt>
                <c:pt idx="690">
                  <c:v>-0.0809538738623</c:v>
                </c:pt>
                <c:pt idx="691">
                  <c:v>-0.0797997672345</c:v>
                </c:pt>
                <c:pt idx="692">
                  <c:v>-0.0854060322863</c:v>
                </c:pt>
                <c:pt idx="693">
                  <c:v>-0.103849563901</c:v>
                </c:pt>
                <c:pt idx="694">
                  <c:v>-0.101256172435</c:v>
                </c:pt>
                <c:pt idx="695">
                  <c:v>-0.0767474064046</c:v>
                </c:pt>
                <c:pt idx="696">
                  <c:v>-0.0671923472592</c:v>
                </c:pt>
                <c:pt idx="697">
                  <c:v>-0.0743444917073</c:v>
                </c:pt>
                <c:pt idx="698">
                  <c:v>-0.0642772715694</c:v>
                </c:pt>
                <c:pt idx="699">
                  <c:v>-0.0902793737935</c:v>
                </c:pt>
                <c:pt idx="700">
                  <c:v>-0.0910619787179</c:v>
                </c:pt>
                <c:pt idx="701">
                  <c:v>-0.0901499687436</c:v>
                </c:pt>
                <c:pt idx="702">
                  <c:v>-0.0884320188914</c:v>
                </c:pt>
                <c:pt idx="703">
                  <c:v>-0.0931400689023</c:v>
                </c:pt>
                <c:pt idx="704">
                  <c:v>-0.0867595263204</c:v>
                </c:pt>
                <c:pt idx="705">
                  <c:v>-0.118049142945</c:v>
                </c:pt>
                <c:pt idx="706">
                  <c:v>-0.130788738355</c:v>
                </c:pt>
                <c:pt idx="707">
                  <c:v>-0.117118713186</c:v>
                </c:pt>
                <c:pt idx="708">
                  <c:v>-0.0919082258789</c:v>
                </c:pt>
                <c:pt idx="709">
                  <c:v>-0.0977287858292</c:v>
                </c:pt>
                <c:pt idx="710">
                  <c:v>-0.111965715</c:v>
                </c:pt>
                <c:pt idx="711">
                  <c:v>-0.0878601890846</c:v>
                </c:pt>
                <c:pt idx="712">
                  <c:v>-0.0686998038948</c:v>
                </c:pt>
                <c:pt idx="713">
                  <c:v>-0.0737580029379</c:v>
                </c:pt>
                <c:pt idx="714">
                  <c:v>-0.073835403078</c:v>
                </c:pt>
                <c:pt idx="715">
                  <c:v>-0.069537943136</c:v>
                </c:pt>
                <c:pt idx="716">
                  <c:v>-0.0659849538923</c:v>
                </c:pt>
                <c:pt idx="717">
                  <c:v>-0.0641550831133</c:v>
                </c:pt>
                <c:pt idx="718">
                  <c:v>-0.0631977622881</c:v>
                </c:pt>
                <c:pt idx="719">
                  <c:v>-0.0654114609724</c:v>
                </c:pt>
                <c:pt idx="720">
                  <c:v>-0.0678021312532</c:v>
                </c:pt>
                <c:pt idx="721">
                  <c:v>-0.071482642155</c:v>
                </c:pt>
                <c:pt idx="722">
                  <c:v>-0.0744074974808</c:v>
                </c:pt>
                <c:pt idx="723">
                  <c:v>-0.0750784320349</c:v>
                </c:pt>
                <c:pt idx="724">
                  <c:v>-0.0708158377472</c:v>
                </c:pt>
                <c:pt idx="725">
                  <c:v>-0.0713272091133</c:v>
                </c:pt>
                <c:pt idx="726">
                  <c:v>-0.076739735964</c:v>
                </c:pt>
                <c:pt idx="727">
                  <c:v>-0.0738853076425</c:v>
                </c:pt>
                <c:pt idx="728">
                  <c:v>-0.0764991291343</c:v>
                </c:pt>
                <c:pt idx="729">
                  <c:v>-0.0849017088756</c:v>
                </c:pt>
                <c:pt idx="730">
                  <c:v>-0.0809331022134</c:v>
                </c:pt>
                <c:pt idx="731">
                  <c:v>-0.0795117935492</c:v>
                </c:pt>
                <c:pt idx="732">
                  <c:v>-0.0773123877425</c:v>
                </c:pt>
                <c:pt idx="733">
                  <c:v>-0.0773221649263</c:v>
                </c:pt>
                <c:pt idx="734">
                  <c:v>-0.0748661675767</c:v>
                </c:pt>
                <c:pt idx="735">
                  <c:v>-0.0721057341907</c:v>
                </c:pt>
                <c:pt idx="736">
                  <c:v>-0.0810817037944</c:v>
                </c:pt>
                <c:pt idx="737">
                  <c:v>-0.0854581451662</c:v>
                </c:pt>
                <c:pt idx="738">
                  <c:v>-0.0871847263307</c:v>
                </c:pt>
                <c:pt idx="739">
                  <c:v>-0.0848324174414</c:v>
                </c:pt>
                <c:pt idx="740">
                  <c:v>-0.0966462238399</c:v>
                </c:pt>
                <c:pt idx="741">
                  <c:v>-0.102529506612</c:v>
                </c:pt>
                <c:pt idx="742">
                  <c:v>-0.103378632813</c:v>
                </c:pt>
                <c:pt idx="743">
                  <c:v>-0.10501101458</c:v>
                </c:pt>
                <c:pt idx="744">
                  <c:v>-0.1048684078</c:v>
                </c:pt>
                <c:pt idx="745">
                  <c:v>-0.101536085326</c:v>
                </c:pt>
                <c:pt idx="746">
                  <c:v>-0.10147715769</c:v>
                </c:pt>
                <c:pt idx="747">
                  <c:v>-0.0971696805673</c:v>
                </c:pt>
                <c:pt idx="748">
                  <c:v>-0.0991692086765</c:v>
                </c:pt>
                <c:pt idx="749">
                  <c:v>-0.100228322056</c:v>
                </c:pt>
                <c:pt idx="750">
                  <c:v>-0.100790532788</c:v>
                </c:pt>
                <c:pt idx="751">
                  <c:v>-0.0985610089675</c:v>
                </c:pt>
                <c:pt idx="752">
                  <c:v>-0.098049992085</c:v>
                </c:pt>
                <c:pt idx="753">
                  <c:v>-0.100476490696</c:v>
                </c:pt>
                <c:pt idx="754">
                  <c:v>-0.110772639043</c:v>
                </c:pt>
                <c:pt idx="755">
                  <c:v>-0.116435087994</c:v>
                </c:pt>
                <c:pt idx="756">
                  <c:v>-0.111897089711</c:v>
                </c:pt>
                <c:pt idx="757">
                  <c:v>-0.119638319066</c:v>
                </c:pt>
                <c:pt idx="758">
                  <c:v>-0.120172240969</c:v>
                </c:pt>
                <c:pt idx="759">
                  <c:v>-0.120439089294</c:v>
                </c:pt>
                <c:pt idx="760">
                  <c:v>-0.119104472248</c:v>
                </c:pt>
                <c:pt idx="761">
                  <c:v>-0.120706162869</c:v>
                </c:pt>
                <c:pt idx="762">
                  <c:v>-0.112430936526</c:v>
                </c:pt>
                <c:pt idx="763">
                  <c:v>-0.108960706964</c:v>
                </c:pt>
                <c:pt idx="764">
                  <c:v>-0.110295549256</c:v>
                </c:pt>
                <c:pt idx="765">
                  <c:v>-0.118303702024</c:v>
                </c:pt>
                <c:pt idx="766">
                  <c:v>-0.116435087994</c:v>
                </c:pt>
                <c:pt idx="767">
                  <c:v>-0.116702011403</c:v>
                </c:pt>
                <c:pt idx="768">
                  <c:v>-0.116168089501</c:v>
                </c:pt>
                <c:pt idx="769">
                  <c:v>-0.112164163286</c:v>
                </c:pt>
                <c:pt idx="770">
                  <c:v>-0.117502781628</c:v>
                </c:pt>
                <c:pt idx="771">
                  <c:v>-0.112430936526</c:v>
                </c:pt>
                <c:pt idx="772">
                  <c:v>-0.115100395867</c:v>
                </c:pt>
                <c:pt idx="773">
                  <c:v>-0.116435087994</c:v>
                </c:pt>
                <c:pt idx="774">
                  <c:v>-0.116435087994</c:v>
                </c:pt>
                <c:pt idx="775">
                  <c:v>-0.11990531756</c:v>
                </c:pt>
                <c:pt idx="776">
                  <c:v>-0.119885455913</c:v>
                </c:pt>
                <c:pt idx="777">
                  <c:v>-0.116373064313</c:v>
                </c:pt>
                <c:pt idx="778">
                  <c:v>-0.111858596731</c:v>
                </c:pt>
                <c:pt idx="779">
                  <c:v>-0.107845007811</c:v>
                </c:pt>
                <c:pt idx="780">
                  <c:v>-0.115201205198</c:v>
                </c:pt>
                <c:pt idx="781">
                  <c:v>-0.110741501345</c:v>
                </c:pt>
                <c:pt idx="782">
                  <c:v>-0.111788159819</c:v>
                </c:pt>
                <c:pt idx="783">
                  <c:v>-0.106052704081</c:v>
                </c:pt>
                <c:pt idx="784">
                  <c:v>-0.108073635973</c:v>
                </c:pt>
                <c:pt idx="785">
                  <c:v>-0.111180251487</c:v>
                </c:pt>
                <c:pt idx="786">
                  <c:v>-0.112109213363</c:v>
                </c:pt>
                <c:pt idx="787">
                  <c:v>-0.117527626204</c:v>
                </c:pt>
                <c:pt idx="788">
                  <c:v>-0.108801739324</c:v>
                </c:pt>
                <c:pt idx="789">
                  <c:v>-0.10616655996</c:v>
                </c:pt>
                <c:pt idx="790">
                  <c:v>-0.106520326644</c:v>
                </c:pt>
                <c:pt idx="791">
                  <c:v>-0.0953597266049</c:v>
                </c:pt>
                <c:pt idx="792">
                  <c:v>-0.0859556549174</c:v>
                </c:pt>
                <c:pt idx="793">
                  <c:v>-0.0845412746857</c:v>
                </c:pt>
                <c:pt idx="794">
                  <c:v>-0.0929557399794</c:v>
                </c:pt>
                <c:pt idx="795">
                  <c:v>-0.0905723644481</c:v>
                </c:pt>
                <c:pt idx="796">
                  <c:v>-0.0842198096327</c:v>
                </c:pt>
                <c:pt idx="797">
                  <c:v>-0.0842418287213</c:v>
                </c:pt>
                <c:pt idx="798">
                  <c:v>-0.0919244609202</c:v>
                </c:pt>
                <c:pt idx="799">
                  <c:v>-0.0877358167502</c:v>
                </c:pt>
                <c:pt idx="800">
                  <c:v>-0.086192720364</c:v>
                </c:pt>
                <c:pt idx="801">
                  <c:v>-0.0857311304832</c:v>
                </c:pt>
                <c:pt idx="802">
                  <c:v>-0.0892011063232</c:v>
                </c:pt>
                <c:pt idx="803">
                  <c:v>-0.0902150685079</c:v>
                </c:pt>
                <c:pt idx="804">
                  <c:v>-0.0929542513183</c:v>
                </c:pt>
                <c:pt idx="805">
                  <c:v>-0.0944623464222</c:v>
                </c:pt>
                <c:pt idx="806">
                  <c:v>-0.103543917034</c:v>
                </c:pt>
                <c:pt idx="807">
                  <c:v>-0.0978165026072</c:v>
                </c:pt>
                <c:pt idx="808">
                  <c:v>-0.0973706723492</c:v>
                </c:pt>
                <c:pt idx="809">
                  <c:v>-0.0979926051036</c:v>
                </c:pt>
                <c:pt idx="810">
                  <c:v>-0.102825147126</c:v>
                </c:pt>
                <c:pt idx="811">
                  <c:v>-0.104928737414</c:v>
                </c:pt>
                <c:pt idx="812">
                  <c:v>-0.104774586945</c:v>
                </c:pt>
                <c:pt idx="813">
                  <c:v>-0.109896643867</c:v>
                </c:pt>
                <c:pt idx="814">
                  <c:v>-0.108477118162</c:v>
                </c:pt>
                <c:pt idx="815">
                  <c:v>-0.109573485519</c:v>
                </c:pt>
                <c:pt idx="816">
                  <c:v>-0.103543339228</c:v>
                </c:pt>
                <c:pt idx="817">
                  <c:v>-0.109650404026</c:v>
                </c:pt>
                <c:pt idx="818">
                  <c:v>-0.103942482838</c:v>
                </c:pt>
                <c:pt idx="819">
                  <c:v>-0.104112333605</c:v>
                </c:pt>
                <c:pt idx="820">
                  <c:v>-0.110692354038</c:v>
                </c:pt>
                <c:pt idx="821">
                  <c:v>-0.111300677382</c:v>
                </c:pt>
                <c:pt idx="822">
                  <c:v>-0.109862282918</c:v>
                </c:pt>
                <c:pt idx="823">
                  <c:v>-0.108810994627</c:v>
                </c:pt>
                <c:pt idx="824">
                  <c:v>-0.108075451628</c:v>
                </c:pt>
                <c:pt idx="825">
                  <c:v>-0.11060534197</c:v>
                </c:pt>
                <c:pt idx="826">
                  <c:v>-0.102439038998</c:v>
                </c:pt>
                <c:pt idx="827">
                  <c:v>-0.101454406055</c:v>
                </c:pt>
                <c:pt idx="828">
                  <c:v>-0.0876956543373</c:v>
                </c:pt>
                <c:pt idx="829">
                  <c:v>-0.0955192698514</c:v>
                </c:pt>
                <c:pt idx="830">
                  <c:v>-0.0986160939346</c:v>
                </c:pt>
                <c:pt idx="831">
                  <c:v>-0.0835852702174</c:v>
                </c:pt>
                <c:pt idx="832">
                  <c:v>-0.0819575529132</c:v>
                </c:pt>
                <c:pt idx="833">
                  <c:v>-0.0878008726118</c:v>
                </c:pt>
                <c:pt idx="834">
                  <c:v>-0.0867706941708</c:v>
                </c:pt>
                <c:pt idx="835">
                  <c:v>-0.0798385246196</c:v>
                </c:pt>
                <c:pt idx="836">
                  <c:v>-0.0822092220835</c:v>
                </c:pt>
                <c:pt idx="837">
                  <c:v>-0.0793358297322</c:v>
                </c:pt>
                <c:pt idx="838">
                  <c:v>-0.0825551614628</c:v>
                </c:pt>
                <c:pt idx="839">
                  <c:v>-0.0731319004908</c:v>
                </c:pt>
                <c:pt idx="840">
                  <c:v>-0.0645576089889</c:v>
                </c:pt>
                <c:pt idx="841">
                  <c:v>-0.0651786363303</c:v>
                </c:pt>
                <c:pt idx="842">
                  <c:v>-0.0639405459128</c:v>
                </c:pt>
                <c:pt idx="843">
                  <c:v>-0.0649799985964</c:v>
                </c:pt>
                <c:pt idx="844">
                  <c:v>-0.0622955106173</c:v>
                </c:pt>
                <c:pt idx="845">
                  <c:v>-0.064147229788</c:v>
                </c:pt>
                <c:pt idx="846">
                  <c:v>-0.0603273021358</c:v>
                </c:pt>
                <c:pt idx="847">
                  <c:v>-0.0685807107529</c:v>
                </c:pt>
                <c:pt idx="848">
                  <c:v>-0.0630262471364</c:v>
                </c:pt>
                <c:pt idx="849">
                  <c:v>-0.0611870094732</c:v>
                </c:pt>
                <c:pt idx="850">
                  <c:v>-0.0640603819551</c:v>
                </c:pt>
                <c:pt idx="851">
                  <c:v>-0.0631471217732</c:v>
                </c:pt>
                <c:pt idx="852">
                  <c:v>-0.0672736793555</c:v>
                </c:pt>
                <c:pt idx="853">
                  <c:v>-0.0641422830645</c:v>
                </c:pt>
                <c:pt idx="854">
                  <c:v>-0.0698233258159</c:v>
                </c:pt>
                <c:pt idx="855">
                  <c:v>-0.0693859898009</c:v>
                </c:pt>
                <c:pt idx="856">
                  <c:v>-0.0675321028143</c:v>
                </c:pt>
                <c:pt idx="857">
                  <c:v>-0.0625019929483</c:v>
                </c:pt>
                <c:pt idx="858">
                  <c:v>-0.0679376239763</c:v>
                </c:pt>
                <c:pt idx="859">
                  <c:v>-0.0630231131231</c:v>
                </c:pt>
                <c:pt idx="860">
                  <c:v>-0.0659416480719</c:v>
                </c:pt>
                <c:pt idx="861">
                  <c:v>-0.0677647615848</c:v>
                </c:pt>
                <c:pt idx="862">
                  <c:v>-0.0667017130794</c:v>
                </c:pt>
                <c:pt idx="863">
                  <c:v>-0.0683550951295</c:v>
                </c:pt>
                <c:pt idx="864">
                  <c:v>-0.0701329165868</c:v>
                </c:pt>
                <c:pt idx="865">
                  <c:v>-0.0677498303582</c:v>
                </c:pt>
                <c:pt idx="866">
                  <c:v>-0.0715304783815</c:v>
                </c:pt>
                <c:pt idx="867">
                  <c:v>-0.0725726793374</c:v>
                </c:pt>
                <c:pt idx="868">
                  <c:v>-0.0673180528268</c:v>
                </c:pt>
                <c:pt idx="869">
                  <c:v>-0.0732938149998</c:v>
                </c:pt>
                <c:pt idx="870">
                  <c:v>-0.0733080569252</c:v>
                </c:pt>
                <c:pt idx="871">
                  <c:v>-0.0730954689762</c:v>
                </c:pt>
                <c:pt idx="872">
                  <c:v>-0.0691953748379</c:v>
                </c:pt>
                <c:pt idx="873">
                  <c:v>-0.0700477427961</c:v>
                </c:pt>
                <c:pt idx="874">
                  <c:v>-0.0706111244585</c:v>
                </c:pt>
                <c:pt idx="875">
                  <c:v>-0.0753069218026</c:v>
                </c:pt>
                <c:pt idx="876">
                  <c:v>-0.0747214267645</c:v>
                </c:pt>
                <c:pt idx="877">
                  <c:v>-0.0666900881439</c:v>
                </c:pt>
                <c:pt idx="878">
                  <c:v>-0.0680202681088</c:v>
                </c:pt>
                <c:pt idx="879">
                  <c:v>-0.0667470427144</c:v>
                </c:pt>
                <c:pt idx="880">
                  <c:v>-0.0720084543366</c:v>
                </c:pt>
                <c:pt idx="881">
                  <c:v>-0.0662819233586</c:v>
                </c:pt>
                <c:pt idx="882">
                  <c:v>-0.0675126468562</c:v>
                </c:pt>
                <c:pt idx="883">
                  <c:v>-0.0644406896102</c:v>
                </c:pt>
                <c:pt idx="884">
                  <c:v>-0.0639150107627</c:v>
                </c:pt>
                <c:pt idx="885">
                  <c:v>-0.0723884850173</c:v>
                </c:pt>
                <c:pt idx="886">
                  <c:v>-0.0628143085533</c:v>
                </c:pt>
                <c:pt idx="887">
                  <c:v>-0.0674911958839</c:v>
                </c:pt>
                <c:pt idx="888">
                  <c:v>-0.0631241278328</c:v>
                </c:pt>
                <c:pt idx="889">
                  <c:v>-0.0636314537541</c:v>
                </c:pt>
                <c:pt idx="890">
                  <c:v>-0.063641692926</c:v>
                </c:pt>
                <c:pt idx="891">
                  <c:v>-0.0556201081148</c:v>
                </c:pt>
                <c:pt idx="892">
                  <c:v>-0.0608836524724</c:v>
                </c:pt>
                <c:pt idx="893">
                  <c:v>-0.060384746773</c:v>
                </c:pt>
                <c:pt idx="894">
                  <c:v>-0.0652435559366</c:v>
                </c:pt>
                <c:pt idx="895">
                  <c:v>-0.0666390672919</c:v>
                </c:pt>
                <c:pt idx="896">
                  <c:v>-0.0719949486212</c:v>
                </c:pt>
                <c:pt idx="897">
                  <c:v>-0.070765911362</c:v>
                </c:pt>
                <c:pt idx="898">
                  <c:v>-0.0670218220856</c:v>
                </c:pt>
                <c:pt idx="899">
                  <c:v>-0.0629290455477</c:v>
                </c:pt>
                <c:pt idx="900">
                  <c:v>-0.0663934788016</c:v>
                </c:pt>
                <c:pt idx="901">
                  <c:v>-0.0629950344223</c:v>
                </c:pt>
                <c:pt idx="902">
                  <c:v>-0.0518622695442</c:v>
                </c:pt>
                <c:pt idx="903">
                  <c:v>-0.0533607276119</c:v>
                </c:pt>
                <c:pt idx="904">
                  <c:v>-0.0546135303439</c:v>
                </c:pt>
                <c:pt idx="905">
                  <c:v>-0.0589197559754</c:v>
                </c:pt>
                <c:pt idx="906">
                  <c:v>-0.0660769987968</c:v>
                </c:pt>
                <c:pt idx="907">
                  <c:v>-0.0639897771267</c:v>
                </c:pt>
                <c:pt idx="908">
                  <c:v>-0.0677804310533</c:v>
                </c:pt>
                <c:pt idx="909">
                  <c:v>-0.0629314802888</c:v>
                </c:pt>
                <c:pt idx="910">
                  <c:v>-0.0536572083252</c:v>
                </c:pt>
                <c:pt idx="911">
                  <c:v>-0.0543811620916</c:v>
                </c:pt>
                <c:pt idx="912">
                  <c:v>-0.0627125374806</c:v>
                </c:pt>
                <c:pt idx="913">
                  <c:v>-0.0618619066833</c:v>
                </c:pt>
                <c:pt idx="914">
                  <c:v>-0.0570196390701</c:v>
                </c:pt>
                <c:pt idx="915">
                  <c:v>-0.0536492197902</c:v>
                </c:pt>
                <c:pt idx="916">
                  <c:v>-0.0595787328111</c:v>
                </c:pt>
                <c:pt idx="917">
                  <c:v>-0.0592830007943</c:v>
                </c:pt>
                <c:pt idx="918">
                  <c:v>-0.0537423780251</c:v>
                </c:pt>
                <c:pt idx="919">
                  <c:v>-0.0498364970734</c:v>
                </c:pt>
                <c:pt idx="920">
                  <c:v>-0.0501569546347</c:v>
                </c:pt>
                <c:pt idx="921">
                  <c:v>-0.0641562640636</c:v>
                </c:pt>
                <c:pt idx="922">
                  <c:v>-0.0499136696592</c:v>
                </c:pt>
                <c:pt idx="923">
                  <c:v>-0.0476572344251</c:v>
                </c:pt>
                <c:pt idx="924">
                  <c:v>-0.058310926645</c:v>
                </c:pt>
                <c:pt idx="925">
                  <c:v>-0.0679661955352</c:v>
                </c:pt>
                <c:pt idx="926">
                  <c:v>-0.0636239035995</c:v>
                </c:pt>
                <c:pt idx="927">
                  <c:v>-0.0668747463129</c:v>
                </c:pt>
                <c:pt idx="928">
                  <c:v>-0.0631834620978</c:v>
                </c:pt>
                <c:pt idx="929">
                  <c:v>-0.0691049400425</c:v>
                </c:pt>
                <c:pt idx="930">
                  <c:v>-0.0668552120532</c:v>
                </c:pt>
                <c:pt idx="931">
                  <c:v>-0.0676420913697</c:v>
                </c:pt>
                <c:pt idx="932">
                  <c:v>-0.070348209849</c:v>
                </c:pt>
                <c:pt idx="933">
                  <c:v>-0.0664632823818</c:v>
                </c:pt>
                <c:pt idx="934">
                  <c:v>-0.0750314973521</c:v>
                </c:pt>
                <c:pt idx="935">
                  <c:v>-0.0805424592651</c:v>
                </c:pt>
                <c:pt idx="936">
                  <c:v>-0.0826168181717</c:v>
                </c:pt>
                <c:pt idx="937">
                  <c:v>-0.0861473889994</c:v>
                </c:pt>
                <c:pt idx="938">
                  <c:v>-0.0821037401907</c:v>
                </c:pt>
                <c:pt idx="939">
                  <c:v>-0.083945497978</c:v>
                </c:pt>
                <c:pt idx="940">
                  <c:v>-0.0721936520199</c:v>
                </c:pt>
                <c:pt idx="941">
                  <c:v>-0.0853897602324</c:v>
                </c:pt>
                <c:pt idx="942">
                  <c:v>-0.0774916720918</c:v>
                </c:pt>
                <c:pt idx="943">
                  <c:v>-0.0715982375019</c:v>
                </c:pt>
                <c:pt idx="944">
                  <c:v>-0.0588752865947</c:v>
                </c:pt>
                <c:pt idx="945">
                  <c:v>-0.061442623562</c:v>
                </c:pt>
                <c:pt idx="946">
                  <c:v>-0.0662552246452</c:v>
                </c:pt>
                <c:pt idx="947">
                  <c:v>-0.0608542759955</c:v>
                </c:pt>
                <c:pt idx="948">
                  <c:v>-0.0583365137195</c:v>
                </c:pt>
                <c:pt idx="949">
                  <c:v>-0.062524951558</c:v>
                </c:pt>
                <c:pt idx="950">
                  <c:v>-0.0657644330449</c:v>
                </c:pt>
                <c:pt idx="951">
                  <c:v>-0.0653777236794</c:v>
                </c:pt>
                <c:pt idx="952">
                  <c:v>-0.0645196485517</c:v>
                </c:pt>
                <c:pt idx="953">
                  <c:v>-0.061718932256</c:v>
                </c:pt>
                <c:pt idx="954">
                  <c:v>-0.0647293117934</c:v>
                </c:pt>
                <c:pt idx="955">
                  <c:v>-0.063833170178</c:v>
                </c:pt>
                <c:pt idx="956">
                  <c:v>-0.0572996254366</c:v>
                </c:pt>
                <c:pt idx="957">
                  <c:v>-0.0553865978968</c:v>
                </c:pt>
                <c:pt idx="958">
                  <c:v>-0.0551721882534</c:v>
                </c:pt>
                <c:pt idx="959">
                  <c:v>-0.0591283747312</c:v>
                </c:pt>
                <c:pt idx="960">
                  <c:v>-0.0604802231015</c:v>
                </c:pt>
                <c:pt idx="961">
                  <c:v>-0.0695078608239</c:v>
                </c:pt>
                <c:pt idx="962">
                  <c:v>-0.0680680122236</c:v>
                </c:pt>
                <c:pt idx="963">
                  <c:v>-0.0691426981931</c:v>
                </c:pt>
                <c:pt idx="964">
                  <c:v>-0.0743823266613</c:v>
                </c:pt>
                <c:pt idx="965">
                  <c:v>-0.0761860773175</c:v>
                </c:pt>
                <c:pt idx="966">
                  <c:v>-0.0737511145175</c:v>
                </c:pt>
                <c:pt idx="967">
                  <c:v>-0.0799839488713</c:v>
                </c:pt>
                <c:pt idx="968">
                  <c:v>-0.084296857612</c:v>
                </c:pt>
                <c:pt idx="969">
                  <c:v>-0.08892486692</c:v>
                </c:pt>
                <c:pt idx="970">
                  <c:v>-0.0997515782645</c:v>
                </c:pt>
                <c:pt idx="971">
                  <c:v>-0.103314929427</c:v>
                </c:pt>
                <c:pt idx="972">
                  <c:v>-0.100204838348</c:v>
                </c:pt>
                <c:pt idx="973">
                  <c:v>-0.0887988032342</c:v>
                </c:pt>
                <c:pt idx="974">
                  <c:v>-0.0875159566899</c:v>
                </c:pt>
                <c:pt idx="975">
                  <c:v>-0.0896186750494</c:v>
                </c:pt>
                <c:pt idx="976">
                  <c:v>-0.0933510750371</c:v>
                </c:pt>
                <c:pt idx="977">
                  <c:v>-0.0786702387339</c:v>
                </c:pt>
                <c:pt idx="978">
                  <c:v>-0.0751051235189</c:v>
                </c:pt>
                <c:pt idx="979">
                  <c:v>-0.0742130992866</c:v>
                </c:pt>
                <c:pt idx="980">
                  <c:v>-0.0755644325348</c:v>
                </c:pt>
                <c:pt idx="981">
                  <c:v>-0.0714376431075</c:v>
                </c:pt>
                <c:pt idx="982">
                  <c:v>-0.0808300613877</c:v>
                </c:pt>
                <c:pt idx="983">
                  <c:v>-0.0845919745027</c:v>
                </c:pt>
                <c:pt idx="984">
                  <c:v>-0.089957885384</c:v>
                </c:pt>
                <c:pt idx="985">
                  <c:v>-0.091540920455</c:v>
                </c:pt>
                <c:pt idx="986">
                  <c:v>-0.0985967373895</c:v>
                </c:pt>
                <c:pt idx="987">
                  <c:v>-0.0958860965973</c:v>
                </c:pt>
                <c:pt idx="988">
                  <c:v>-0.0980531023525</c:v>
                </c:pt>
                <c:pt idx="989">
                  <c:v>-0.101255227447</c:v>
                </c:pt>
                <c:pt idx="990">
                  <c:v>-0.0933836136707</c:v>
                </c:pt>
                <c:pt idx="991">
                  <c:v>-0.0826934024235</c:v>
                </c:pt>
                <c:pt idx="992">
                  <c:v>-0.0879500402716</c:v>
                </c:pt>
                <c:pt idx="993">
                  <c:v>-0.0912601156662</c:v>
                </c:pt>
                <c:pt idx="994">
                  <c:v>-0.113383878297</c:v>
                </c:pt>
                <c:pt idx="995">
                  <c:v>-0.121259494299</c:v>
                </c:pt>
                <c:pt idx="996">
                  <c:v>-0.120931208973</c:v>
                </c:pt>
                <c:pt idx="997">
                  <c:v>-0.114804074394</c:v>
                </c:pt>
                <c:pt idx="998">
                  <c:v>-0.102925185907</c:v>
                </c:pt>
                <c:pt idx="999">
                  <c:v>-0.104944481314</c:v>
                </c:pt>
                <c:pt idx="1000">
                  <c:v>-0.116092411713</c:v>
                </c:pt>
                <c:pt idx="1001">
                  <c:v>-0.136954957676</c:v>
                </c:pt>
                <c:pt idx="1002">
                  <c:v>-0.125445371028</c:v>
                </c:pt>
                <c:pt idx="1003">
                  <c:v>-0.118328503111</c:v>
                </c:pt>
                <c:pt idx="1004">
                  <c:v>-0.117707372621</c:v>
                </c:pt>
                <c:pt idx="1005">
                  <c:v>-0.124854479639</c:v>
                </c:pt>
                <c:pt idx="1006">
                  <c:v>-0.122015287034</c:v>
                </c:pt>
                <c:pt idx="1007">
                  <c:v>-0.127822327607</c:v>
                </c:pt>
                <c:pt idx="1008">
                  <c:v>-0.134311895444</c:v>
                </c:pt>
                <c:pt idx="1009">
                  <c:v>-0.127594631818</c:v>
                </c:pt>
                <c:pt idx="1010">
                  <c:v>-0.123777339604</c:v>
                </c:pt>
                <c:pt idx="1011">
                  <c:v>-0.136749524292</c:v>
                </c:pt>
                <c:pt idx="1012">
                  <c:v>-0.139263843169</c:v>
                </c:pt>
                <c:pt idx="1013">
                  <c:v>-0.148275161983</c:v>
                </c:pt>
                <c:pt idx="1014">
                  <c:v>-0.148425594695</c:v>
                </c:pt>
                <c:pt idx="1015">
                  <c:v>-0.151255978898</c:v>
                </c:pt>
                <c:pt idx="1016">
                  <c:v>-0.147057435563</c:v>
                </c:pt>
                <c:pt idx="1017">
                  <c:v>-0.150516554324</c:v>
                </c:pt>
                <c:pt idx="1018">
                  <c:v>-0.151207122205</c:v>
                </c:pt>
                <c:pt idx="1019">
                  <c:v>-0.151417211386</c:v>
                </c:pt>
                <c:pt idx="1020">
                  <c:v>-0.139959014626</c:v>
                </c:pt>
                <c:pt idx="1021">
                  <c:v>-0.137643299327</c:v>
                </c:pt>
                <c:pt idx="1022">
                  <c:v>-0.144238254641</c:v>
                </c:pt>
                <c:pt idx="1023">
                  <c:v>-0.137718680261</c:v>
                </c:pt>
                <c:pt idx="1024">
                  <c:v>-0.132038483339</c:v>
                </c:pt>
                <c:pt idx="1025">
                  <c:v>-0.144709459626</c:v>
                </c:pt>
                <c:pt idx="1026">
                  <c:v>-0.134723190283</c:v>
                </c:pt>
                <c:pt idx="1027">
                  <c:v>-0.137666508993</c:v>
                </c:pt>
                <c:pt idx="1028">
                  <c:v>-0.132802339393</c:v>
                </c:pt>
                <c:pt idx="1029">
                  <c:v>-0.131605999929</c:v>
                </c:pt>
                <c:pt idx="1030">
                  <c:v>-0.135520956367</c:v>
                </c:pt>
                <c:pt idx="1031">
                  <c:v>-0.137489264651</c:v>
                </c:pt>
                <c:pt idx="1032">
                  <c:v>-0.143459564553</c:v>
                </c:pt>
                <c:pt idx="1033">
                  <c:v>-0.142305921956</c:v>
                </c:pt>
                <c:pt idx="1034">
                  <c:v>-0.14484440933</c:v>
                </c:pt>
                <c:pt idx="1035">
                  <c:v>-0.142391715622</c:v>
                </c:pt>
                <c:pt idx="1036">
                  <c:v>-0.140439473456</c:v>
                </c:pt>
                <c:pt idx="1037">
                  <c:v>-0.14147374791</c:v>
                </c:pt>
                <c:pt idx="1038">
                  <c:v>-0.14283308968</c:v>
                </c:pt>
                <c:pt idx="1039">
                  <c:v>-0.139261048678</c:v>
                </c:pt>
                <c:pt idx="1040">
                  <c:v>-0.138585040004</c:v>
                </c:pt>
                <c:pt idx="1041">
                  <c:v>-0.137633462867</c:v>
                </c:pt>
                <c:pt idx="1042">
                  <c:v>-0.142368826555</c:v>
                </c:pt>
                <c:pt idx="1043">
                  <c:v>-0.149238514806</c:v>
                </c:pt>
                <c:pt idx="1044">
                  <c:v>-0.144303361614</c:v>
                </c:pt>
                <c:pt idx="1045">
                  <c:v>-0.138698657365</c:v>
                </c:pt>
                <c:pt idx="1046">
                  <c:v>-0.14143008984</c:v>
                </c:pt>
                <c:pt idx="1047">
                  <c:v>-0.139706470317</c:v>
                </c:pt>
                <c:pt idx="1048">
                  <c:v>-0.138488278336</c:v>
                </c:pt>
                <c:pt idx="1049">
                  <c:v>-0.137814654212</c:v>
                </c:pt>
                <c:pt idx="1050">
                  <c:v>-0.136729681269</c:v>
                </c:pt>
                <c:pt idx="1051">
                  <c:v>-0.134835023604</c:v>
                </c:pt>
                <c:pt idx="1052">
                  <c:v>-0.135655532717</c:v>
                </c:pt>
                <c:pt idx="1053">
                  <c:v>-0.139498633933</c:v>
                </c:pt>
                <c:pt idx="1054">
                  <c:v>-0.133960803279</c:v>
                </c:pt>
                <c:pt idx="1055">
                  <c:v>-0.132899959649</c:v>
                </c:pt>
                <c:pt idx="1056">
                  <c:v>-0.132451578453</c:v>
                </c:pt>
                <c:pt idx="1057">
                  <c:v>-0.126589250232</c:v>
                </c:pt>
                <c:pt idx="1058">
                  <c:v>-0.125449891882</c:v>
                </c:pt>
                <c:pt idx="1059">
                  <c:v>-0.125941142397</c:v>
                </c:pt>
                <c:pt idx="1060">
                  <c:v>-0.123009011843</c:v>
                </c:pt>
                <c:pt idx="1061">
                  <c:v>-0.125449578214</c:v>
                </c:pt>
                <c:pt idx="1062">
                  <c:v>-0.137771318113</c:v>
                </c:pt>
                <c:pt idx="1063">
                  <c:v>-0.130239023643</c:v>
                </c:pt>
                <c:pt idx="1064">
                  <c:v>-0.126456315787</c:v>
                </c:pt>
                <c:pt idx="1065">
                  <c:v>-0.128308837642</c:v>
                </c:pt>
                <c:pt idx="1066">
                  <c:v>-0.128464295781</c:v>
                </c:pt>
                <c:pt idx="1067">
                  <c:v>-0.127352978875</c:v>
                </c:pt>
                <c:pt idx="1068">
                  <c:v>-0.128671256347</c:v>
                </c:pt>
                <c:pt idx="1069">
                  <c:v>-0.119743768885</c:v>
                </c:pt>
                <c:pt idx="1070">
                  <c:v>-0.117925795134</c:v>
                </c:pt>
                <c:pt idx="1071">
                  <c:v>-0.119822116943</c:v>
                </c:pt>
                <c:pt idx="1072">
                  <c:v>-0.118903622716</c:v>
                </c:pt>
                <c:pt idx="1073">
                  <c:v>-0.118869178325</c:v>
                </c:pt>
                <c:pt idx="1074">
                  <c:v>-0.113644042937</c:v>
                </c:pt>
                <c:pt idx="1075">
                  <c:v>-0.100947950715</c:v>
                </c:pt>
                <c:pt idx="1076">
                  <c:v>-0.0956596726958</c:v>
                </c:pt>
                <c:pt idx="1077">
                  <c:v>-0.0980807997167</c:v>
                </c:pt>
                <c:pt idx="1078">
                  <c:v>-0.0905241300083</c:v>
                </c:pt>
                <c:pt idx="1079">
                  <c:v>-0.0871862565809</c:v>
                </c:pt>
                <c:pt idx="1080">
                  <c:v>-0.0895761605849</c:v>
                </c:pt>
                <c:pt idx="1081">
                  <c:v>-0.0897218498009</c:v>
                </c:pt>
                <c:pt idx="1082">
                  <c:v>-0.0897193836858</c:v>
                </c:pt>
                <c:pt idx="1083">
                  <c:v>-0.0869169112211</c:v>
                </c:pt>
                <c:pt idx="1084">
                  <c:v>-0.0907001000657</c:v>
                </c:pt>
                <c:pt idx="1085">
                  <c:v>-0.0921740281897</c:v>
                </c:pt>
                <c:pt idx="1086">
                  <c:v>-0.0881956356722</c:v>
                </c:pt>
                <c:pt idx="1087">
                  <c:v>-0.0872877687822</c:v>
                </c:pt>
                <c:pt idx="1088">
                  <c:v>-0.0751617382285</c:v>
                </c:pt>
                <c:pt idx="1089">
                  <c:v>-0.0767801037539</c:v>
                </c:pt>
                <c:pt idx="1090">
                  <c:v>-0.0791982496899</c:v>
                </c:pt>
                <c:pt idx="1091">
                  <c:v>-0.0740463999421</c:v>
                </c:pt>
                <c:pt idx="1092">
                  <c:v>-0.0762732201396</c:v>
                </c:pt>
                <c:pt idx="1093">
                  <c:v>-0.0707137630469</c:v>
                </c:pt>
                <c:pt idx="1094">
                  <c:v>-0.0621633489798</c:v>
                </c:pt>
                <c:pt idx="1095">
                  <c:v>-0.0586916803214</c:v>
                </c:pt>
                <c:pt idx="1096">
                  <c:v>-0.0506896410067</c:v>
                </c:pt>
                <c:pt idx="1097">
                  <c:v>-0.0489827958142</c:v>
                </c:pt>
                <c:pt idx="1098">
                  <c:v>-0.0548565446907</c:v>
                </c:pt>
                <c:pt idx="1099">
                  <c:v>-0.0510018843128</c:v>
                </c:pt>
                <c:pt idx="1100">
                  <c:v>-0.0478202840821</c:v>
                </c:pt>
                <c:pt idx="1101">
                  <c:v>-0.0435262967921</c:v>
                </c:pt>
                <c:pt idx="1102">
                  <c:v>-0.0585821918579</c:v>
                </c:pt>
                <c:pt idx="1103">
                  <c:v>-0.0455323297985</c:v>
                </c:pt>
                <c:pt idx="1104">
                  <c:v>-0.0564425066863</c:v>
                </c:pt>
                <c:pt idx="1105">
                  <c:v>-0.055720432282</c:v>
                </c:pt>
                <c:pt idx="1106">
                  <c:v>-0.0580210639894</c:v>
                </c:pt>
                <c:pt idx="1107">
                  <c:v>-0.0574825126176</c:v>
                </c:pt>
                <c:pt idx="1108">
                  <c:v>-0.0603907610305</c:v>
                </c:pt>
                <c:pt idx="1109">
                  <c:v>-0.0607679102786</c:v>
                </c:pt>
                <c:pt idx="1110">
                  <c:v>-0.0630654910435</c:v>
                </c:pt>
                <c:pt idx="1111">
                  <c:v>-0.0582735064583</c:v>
                </c:pt>
                <c:pt idx="1112">
                  <c:v>-0.0609630478214</c:v>
                </c:pt>
                <c:pt idx="1113">
                  <c:v>-0.0612647732772</c:v>
                </c:pt>
                <c:pt idx="1114">
                  <c:v>-0.0559689595842</c:v>
                </c:pt>
                <c:pt idx="1115">
                  <c:v>-0.0496363142912</c:v>
                </c:pt>
                <c:pt idx="1116">
                  <c:v>-0.0641464726347</c:v>
                </c:pt>
                <c:pt idx="1117">
                  <c:v>-0.0574055942452</c:v>
                </c:pt>
                <c:pt idx="1118">
                  <c:v>-0.0529443581432</c:v>
                </c:pt>
                <c:pt idx="1119">
                  <c:v>-0.0505771511334</c:v>
                </c:pt>
                <c:pt idx="1120">
                  <c:v>-0.0483185454492</c:v>
                </c:pt>
                <c:pt idx="1121">
                  <c:v>-0.0487564887261</c:v>
                </c:pt>
                <c:pt idx="1122">
                  <c:v>-0.0504155679102</c:v>
                </c:pt>
                <c:pt idx="1123">
                  <c:v>-0.0454449636191</c:v>
                </c:pt>
                <c:pt idx="1124">
                  <c:v>-0.0434963551272</c:v>
                </c:pt>
                <c:pt idx="1125">
                  <c:v>-0.0411574112789</c:v>
                </c:pt>
                <c:pt idx="1126">
                  <c:v>-0.0375141333801</c:v>
                </c:pt>
                <c:pt idx="1127">
                  <c:v>-0.030867987087</c:v>
                </c:pt>
                <c:pt idx="1128">
                  <c:v>-0.0347090923212</c:v>
                </c:pt>
                <c:pt idx="1129">
                  <c:v>-0.0307748583178</c:v>
                </c:pt>
                <c:pt idx="1130">
                  <c:v>-0.0313107156823</c:v>
                </c:pt>
                <c:pt idx="1131">
                  <c:v>-0.0312010388442</c:v>
                </c:pt>
                <c:pt idx="1132">
                  <c:v>-0.035129178688</c:v>
                </c:pt>
                <c:pt idx="1133">
                  <c:v>-0.0386813107874</c:v>
                </c:pt>
                <c:pt idx="1134">
                  <c:v>-0.0356717644176</c:v>
                </c:pt>
                <c:pt idx="1135">
                  <c:v>-0.0366807309658</c:v>
                </c:pt>
                <c:pt idx="1136">
                  <c:v>-0.0364468893747</c:v>
                </c:pt>
                <c:pt idx="1137">
                  <c:v>-0.0447763921242</c:v>
                </c:pt>
                <c:pt idx="1138">
                  <c:v>-0.0420522848419</c:v>
                </c:pt>
                <c:pt idx="1139">
                  <c:v>-0.0428708572967</c:v>
                </c:pt>
                <c:pt idx="1140">
                  <c:v>-0.0338854822804</c:v>
                </c:pt>
                <c:pt idx="1141">
                  <c:v>-0.037803612379</c:v>
                </c:pt>
                <c:pt idx="1142">
                  <c:v>-0.0307024182423</c:v>
                </c:pt>
                <c:pt idx="1143">
                  <c:v>-0.0285973300422</c:v>
                </c:pt>
                <c:pt idx="1144">
                  <c:v>-0.0383019727174</c:v>
                </c:pt>
                <c:pt idx="1145">
                  <c:v>-0.0329187606334</c:v>
                </c:pt>
                <c:pt idx="1146">
                  <c:v>-0.0332135074702</c:v>
                </c:pt>
                <c:pt idx="1147">
                  <c:v>-0.029736126943</c:v>
                </c:pt>
                <c:pt idx="1148">
                  <c:v>-0.0310073821806</c:v>
                </c:pt>
                <c:pt idx="1149">
                  <c:v>-0.0299126558687</c:v>
                </c:pt>
                <c:pt idx="1150">
                  <c:v>-0.0268916092375</c:v>
                </c:pt>
                <c:pt idx="1151">
                  <c:v>-0.0258840376868</c:v>
                </c:pt>
                <c:pt idx="1152">
                  <c:v>-0.0240021629018</c:v>
                </c:pt>
                <c:pt idx="1153">
                  <c:v>-0.0253439370048</c:v>
                </c:pt>
                <c:pt idx="1154">
                  <c:v>-0.0259502525075</c:v>
                </c:pt>
                <c:pt idx="1155">
                  <c:v>-0.0247014634451</c:v>
                </c:pt>
                <c:pt idx="1156">
                  <c:v>-0.0247689727416</c:v>
                </c:pt>
                <c:pt idx="1157">
                  <c:v>-0.0263179822098</c:v>
                </c:pt>
                <c:pt idx="1158">
                  <c:v>-0.0227602095424</c:v>
                </c:pt>
                <c:pt idx="1159">
                  <c:v>-0.0216800556191</c:v>
                </c:pt>
                <c:pt idx="1160">
                  <c:v>-0.0218018395856</c:v>
                </c:pt>
                <c:pt idx="1161">
                  <c:v>-0.0162924549284</c:v>
                </c:pt>
                <c:pt idx="1162">
                  <c:v>-0.00966429696179</c:v>
                </c:pt>
                <c:pt idx="1163">
                  <c:v>-0.0116654658746</c:v>
                </c:pt>
                <c:pt idx="1164">
                  <c:v>-0.00653512785267</c:v>
                </c:pt>
                <c:pt idx="1165">
                  <c:v>-0.013036422461</c:v>
                </c:pt>
                <c:pt idx="1166">
                  <c:v>-0.0129212991987</c:v>
                </c:pt>
                <c:pt idx="1167">
                  <c:v>-0.00675238304697</c:v>
                </c:pt>
                <c:pt idx="1168">
                  <c:v>-0.0064773948613</c:v>
                </c:pt>
                <c:pt idx="1169">
                  <c:v>-0.00896324794824</c:v>
                </c:pt>
                <c:pt idx="1170">
                  <c:v>-0.01036126373</c:v>
                </c:pt>
                <c:pt idx="1171">
                  <c:v>-0.00428864226118</c:v>
                </c:pt>
                <c:pt idx="1172">
                  <c:v>-0.0132182037668</c:v>
                </c:pt>
                <c:pt idx="1173">
                  <c:v>-0.0239705157479</c:v>
                </c:pt>
                <c:pt idx="1174">
                  <c:v>-0.0314998199538</c:v>
                </c:pt>
                <c:pt idx="1175">
                  <c:v>-0.0255725871443</c:v>
                </c:pt>
                <c:pt idx="1176">
                  <c:v>-0.0282859555252</c:v>
                </c:pt>
                <c:pt idx="1177">
                  <c:v>-0.0402343289476</c:v>
                </c:pt>
                <c:pt idx="1178">
                  <c:v>-0.0465770809219</c:v>
                </c:pt>
                <c:pt idx="1179">
                  <c:v>-0.0410859668596</c:v>
                </c:pt>
                <c:pt idx="1180">
                  <c:v>-0.043353912921</c:v>
                </c:pt>
                <c:pt idx="1181">
                  <c:v>-0.0450785018547</c:v>
                </c:pt>
                <c:pt idx="1182">
                  <c:v>-0.0277582251499</c:v>
                </c:pt>
                <c:pt idx="1183">
                  <c:v>-0.0439387972669</c:v>
                </c:pt>
                <c:pt idx="1184">
                  <c:v>-0.0578115277323</c:v>
                </c:pt>
                <c:pt idx="1185">
                  <c:v>-0.0920730490888</c:v>
                </c:pt>
                <c:pt idx="1186">
                  <c:v>-0.0943385532107</c:v>
                </c:pt>
                <c:pt idx="1187">
                  <c:v>-0.0882893303264</c:v>
                </c:pt>
                <c:pt idx="1188">
                  <c:v>-0.0757380811334</c:v>
                </c:pt>
                <c:pt idx="1189">
                  <c:v>-0.0736992681819</c:v>
                </c:pt>
                <c:pt idx="1190">
                  <c:v>-0.0710211776984</c:v>
                </c:pt>
                <c:pt idx="1191">
                  <c:v>-0.0628889336116</c:v>
                </c:pt>
                <c:pt idx="1192">
                  <c:v>-0.065058498226</c:v>
                </c:pt>
                <c:pt idx="1193">
                  <c:v>-0.054225717529</c:v>
                </c:pt>
                <c:pt idx="1194">
                  <c:v>-0.041794605294</c:v>
                </c:pt>
                <c:pt idx="1195">
                  <c:v>-0.0405717831782</c:v>
                </c:pt>
                <c:pt idx="1196">
                  <c:v>-0.0429460595708</c:v>
                </c:pt>
                <c:pt idx="1197">
                  <c:v>-0.0430337732199</c:v>
                </c:pt>
                <c:pt idx="1198">
                  <c:v>-0.0466152979633</c:v>
                </c:pt>
                <c:pt idx="1199">
                  <c:v>-0.0377722306085</c:v>
                </c:pt>
                <c:pt idx="1200">
                  <c:v>-0.0417528931217</c:v>
                </c:pt>
                <c:pt idx="1201">
                  <c:v>-0.0391744962195</c:v>
                </c:pt>
                <c:pt idx="1202">
                  <c:v>-0.0449943558656</c:v>
                </c:pt>
                <c:pt idx="1203">
                  <c:v>-0.0407242407084</c:v>
                </c:pt>
                <c:pt idx="1204">
                  <c:v>-0.0364660299434</c:v>
                </c:pt>
                <c:pt idx="1205">
                  <c:v>-0.032794377146</c:v>
                </c:pt>
                <c:pt idx="1206">
                  <c:v>-0.0380334406663</c:v>
                </c:pt>
                <c:pt idx="1207">
                  <c:v>-0.0443790833259</c:v>
                </c:pt>
                <c:pt idx="1208">
                  <c:v>-0.0421434641365</c:v>
                </c:pt>
                <c:pt idx="1209">
                  <c:v>-0.0506138756766</c:v>
                </c:pt>
                <c:pt idx="1210">
                  <c:v>-0.0406714381022</c:v>
                </c:pt>
                <c:pt idx="1211">
                  <c:v>-0.0346345169639</c:v>
                </c:pt>
                <c:pt idx="1212">
                  <c:v>-0.0324611409598</c:v>
                </c:pt>
                <c:pt idx="1213">
                  <c:v>-0.027035000707</c:v>
                </c:pt>
                <c:pt idx="1214">
                  <c:v>-0.0251533693565</c:v>
                </c:pt>
                <c:pt idx="1215">
                  <c:v>-0.023113262481</c:v>
                </c:pt>
                <c:pt idx="1216">
                  <c:v>-0.024371711192</c:v>
                </c:pt>
                <c:pt idx="1217">
                  <c:v>-0.0301552690574</c:v>
                </c:pt>
                <c:pt idx="1218">
                  <c:v>-0.0205142777235</c:v>
                </c:pt>
                <c:pt idx="1219">
                  <c:v>-0.0231789354123</c:v>
                </c:pt>
                <c:pt idx="1220">
                  <c:v>-0.0221510555982</c:v>
                </c:pt>
                <c:pt idx="1221">
                  <c:v>-0.0145896492578</c:v>
                </c:pt>
                <c:pt idx="1222">
                  <c:v>-0.028432260294</c:v>
                </c:pt>
                <c:pt idx="1223">
                  <c:v>-0.0166764347261</c:v>
                </c:pt>
                <c:pt idx="1224">
                  <c:v>-0.0217843448632</c:v>
                </c:pt>
                <c:pt idx="1225">
                  <c:v>-0.0264957130234</c:v>
                </c:pt>
                <c:pt idx="1226">
                  <c:v>-0.0211742379163</c:v>
                </c:pt>
                <c:pt idx="1227">
                  <c:v>-0.0184511104105</c:v>
                </c:pt>
                <c:pt idx="1228">
                  <c:v>-0.0216641378862</c:v>
                </c:pt>
                <c:pt idx="1229">
                  <c:v>-0.0205910393898</c:v>
                </c:pt>
                <c:pt idx="1230">
                  <c:v>-0.0193572480561</c:v>
                </c:pt>
                <c:pt idx="1231">
                  <c:v>-0.021784831409</c:v>
                </c:pt>
                <c:pt idx="1232">
                  <c:v>-0.021980525063</c:v>
                </c:pt>
                <c:pt idx="1233">
                  <c:v>-0.0199481833183</c:v>
                </c:pt>
                <c:pt idx="1234">
                  <c:v>-0.0192947677547</c:v>
                </c:pt>
                <c:pt idx="1235">
                  <c:v>-0.0163245342912</c:v>
                </c:pt>
                <c:pt idx="1236">
                  <c:v>-0.0155890880344</c:v>
                </c:pt>
                <c:pt idx="1237">
                  <c:v>-0.0105073996625</c:v>
                </c:pt>
                <c:pt idx="1238">
                  <c:v>-0.0102675334922</c:v>
                </c:pt>
                <c:pt idx="1239">
                  <c:v>-0.0057180894089</c:v>
                </c:pt>
                <c:pt idx="1240">
                  <c:v>-0.0153680162789</c:v>
                </c:pt>
                <c:pt idx="1241">
                  <c:v>-0.0108178633274</c:v>
                </c:pt>
                <c:pt idx="1242">
                  <c:v>-0.0163406688996</c:v>
                </c:pt>
                <c:pt idx="1243">
                  <c:v>-0.00825845705103</c:v>
                </c:pt>
                <c:pt idx="1244">
                  <c:v>-0.0130469200628</c:v>
                </c:pt>
                <c:pt idx="1245">
                  <c:v>-0.0103764009645</c:v>
                </c:pt>
                <c:pt idx="1246">
                  <c:v>-0.00920043828494</c:v>
                </c:pt>
                <c:pt idx="1247">
                  <c:v>-0.00996504127659</c:v>
                </c:pt>
                <c:pt idx="1248">
                  <c:v>-0.0174897854412</c:v>
                </c:pt>
                <c:pt idx="1249">
                  <c:v>-0.0224843434863</c:v>
                </c:pt>
                <c:pt idx="1250">
                  <c:v>-0.0158152950483</c:v>
                </c:pt>
                <c:pt idx="1251">
                  <c:v>-0.0109195914559</c:v>
                </c:pt>
                <c:pt idx="1252">
                  <c:v>-0.0197681190753</c:v>
                </c:pt>
                <c:pt idx="1253">
                  <c:v>0</c:v>
                </c:pt>
                <c:pt idx="1254">
                  <c:v>-0.0030609747604</c:v>
                </c:pt>
                <c:pt idx="1255">
                  <c:v>-0.00409399572782</c:v>
                </c:pt>
                <c:pt idx="1256">
                  <c:v>-0.0113286236053</c:v>
                </c:pt>
                <c:pt idx="1257">
                  <c:v>-0.0106304317595</c:v>
                </c:pt>
                <c:pt idx="1258">
                  <c:v>-0.0086956150823</c:v>
                </c:pt>
                <c:pt idx="1259">
                  <c:v>-0.00995124460432</c:v>
                </c:pt>
                <c:pt idx="1260">
                  <c:v>-0.00657054576229</c:v>
                </c:pt>
                <c:pt idx="1261">
                  <c:v>-0.0028160739554</c:v>
                </c:pt>
                <c:pt idx="1262">
                  <c:v>-0.00365302270616</c:v>
                </c:pt>
                <c:pt idx="1263">
                  <c:v>-0.000298527917844</c:v>
                </c:pt>
                <c:pt idx="1264">
                  <c:v>0</c:v>
                </c:pt>
                <c:pt idx="1265">
                  <c:v>0</c:v>
                </c:pt>
                <c:pt idx="1266">
                  <c:v>0</c:v>
                </c:pt>
                <c:pt idx="1267">
                  <c:v>-0.000239520254543</c:v>
                </c:pt>
                <c:pt idx="1268">
                  <c:v>-0.00149790194121</c:v>
                </c:pt>
                <c:pt idx="1269">
                  <c:v>0</c:v>
                </c:pt>
                <c:pt idx="1270">
                  <c:v>0</c:v>
                </c:pt>
                <c:pt idx="1271">
                  <c:v>0</c:v>
                </c:pt>
                <c:pt idx="1272">
                  <c:v>0</c:v>
                </c:pt>
                <c:pt idx="1273">
                  <c:v>0</c:v>
                </c:pt>
                <c:pt idx="1274">
                  <c:v>-0.00352126658938</c:v>
                </c:pt>
                <c:pt idx="1275">
                  <c:v>-0.00194372140566</c:v>
                </c:pt>
                <c:pt idx="1276">
                  <c:v>-0.00238350522772</c:v>
                </c:pt>
                <c:pt idx="1277">
                  <c:v>-0.0022419857775</c:v>
                </c:pt>
                <c:pt idx="1278">
                  <c:v>-0.00623248106637</c:v>
                </c:pt>
                <c:pt idx="1279">
                  <c:v>-0.00690674472553</c:v>
                </c:pt>
                <c:pt idx="1280">
                  <c:v>-0.00430900975911</c:v>
                </c:pt>
                <c:pt idx="1281">
                  <c:v>-0.00661240607316</c:v>
                </c:pt>
                <c:pt idx="1282">
                  <c:v>-0.0226689594667</c:v>
                </c:pt>
                <c:pt idx="1283">
                  <c:v>-0.0198914729592</c:v>
                </c:pt>
                <c:pt idx="1284">
                  <c:v>-0.0182774851611</c:v>
                </c:pt>
                <c:pt idx="1285">
                  <c:v>-0.0189576564278</c:v>
                </c:pt>
                <c:pt idx="1286">
                  <c:v>-0.0129419293031</c:v>
                </c:pt>
                <c:pt idx="1287">
                  <c:v>-0.0120515018155</c:v>
                </c:pt>
                <c:pt idx="1288">
                  <c:v>-0.0167772584926</c:v>
                </c:pt>
                <c:pt idx="1289">
                  <c:v>-0.0190135101715</c:v>
                </c:pt>
                <c:pt idx="1290">
                  <c:v>-0.0210342843709</c:v>
                </c:pt>
                <c:pt idx="1291">
                  <c:v>-0.0140294155491</c:v>
                </c:pt>
                <c:pt idx="1292">
                  <c:v>-0.00957342126867</c:v>
                </c:pt>
                <c:pt idx="1293">
                  <c:v>-0.0079575010557</c:v>
                </c:pt>
                <c:pt idx="1294">
                  <c:v>-0.0101557111399</c:v>
                </c:pt>
                <c:pt idx="1295">
                  <c:v>0</c:v>
                </c:pt>
                <c:pt idx="1296">
                  <c:v>-0.00570071600259</c:v>
                </c:pt>
                <c:pt idx="1297">
                  <c:v>-0.0126672962917</c:v>
                </c:pt>
                <c:pt idx="1298">
                  <c:v>-0.0171977327077</c:v>
                </c:pt>
                <c:pt idx="1299">
                  <c:v>-0.0148958278411</c:v>
                </c:pt>
                <c:pt idx="1300">
                  <c:v>-0.011981519761</c:v>
                </c:pt>
                <c:pt idx="1301">
                  <c:v>-0.00657875242741</c:v>
                </c:pt>
                <c:pt idx="1302">
                  <c:v>-0.00518138052872</c:v>
                </c:pt>
                <c:pt idx="1303">
                  <c:v>-0.0052999731242</c:v>
                </c:pt>
                <c:pt idx="1304">
                  <c:v>-0.00535798943835</c:v>
                </c:pt>
                <c:pt idx="1305">
                  <c:v>-0.00338428659017</c:v>
                </c:pt>
                <c:pt idx="1306">
                  <c:v>-0.000453198494737</c:v>
                </c:pt>
                <c:pt idx="1307">
                  <c:v>0</c:v>
                </c:pt>
                <c:pt idx="1308">
                  <c:v>-0.00930600705168</c:v>
                </c:pt>
                <c:pt idx="1309">
                  <c:v>-0.00475075520635</c:v>
                </c:pt>
                <c:pt idx="1310">
                  <c:v>-0.00591874967762</c:v>
                </c:pt>
                <c:pt idx="1311">
                  <c:v>-0.0020428664306</c:v>
                </c:pt>
                <c:pt idx="1312">
                  <c:v>0</c:v>
                </c:pt>
                <c:pt idx="1313">
                  <c:v>0</c:v>
                </c:pt>
                <c:pt idx="1314">
                  <c:v>0</c:v>
                </c:pt>
                <c:pt idx="1315">
                  <c:v>-0.000909375124087</c:v>
                </c:pt>
                <c:pt idx="1316">
                  <c:v>-6.21662464526e-5</c:v>
                </c:pt>
                <c:pt idx="1317">
                  <c:v>0</c:v>
                </c:pt>
                <c:pt idx="1318">
                  <c:v>0</c:v>
                </c:pt>
                <c:pt idx="1319">
                  <c:v>-0.00252369741185</c:v>
                </c:pt>
                <c:pt idx="1320">
                  <c:v>-0.00412827438065</c:v>
                </c:pt>
                <c:pt idx="1321">
                  <c:v>0</c:v>
                </c:pt>
                <c:pt idx="1322">
                  <c:v>-0.00709735835588</c:v>
                </c:pt>
                <c:pt idx="1323">
                  <c:v>-0.00616188779934</c:v>
                </c:pt>
                <c:pt idx="1324">
                  <c:v>0</c:v>
                </c:pt>
                <c:pt idx="1325">
                  <c:v>0</c:v>
                </c:pt>
                <c:pt idx="1326">
                  <c:v>0</c:v>
                </c:pt>
                <c:pt idx="1327">
                  <c:v>-0.00958082009171</c:v>
                </c:pt>
                <c:pt idx="1328">
                  <c:v>-0.00758240644585</c:v>
                </c:pt>
                <c:pt idx="1329">
                  <c:v>-0.0132675344429</c:v>
                </c:pt>
                <c:pt idx="1330">
                  <c:v>-0.0142721000363</c:v>
                </c:pt>
                <c:pt idx="1331">
                  <c:v>-0.0213453276242</c:v>
                </c:pt>
                <c:pt idx="1332">
                  <c:v>-0.0181165672054</c:v>
                </c:pt>
                <c:pt idx="1333">
                  <c:v>-0.0164409791543</c:v>
                </c:pt>
                <c:pt idx="1334">
                  <c:v>-0.0203449069017</c:v>
                </c:pt>
                <c:pt idx="1335">
                  <c:v>-0.0199358365176</c:v>
                </c:pt>
                <c:pt idx="1336">
                  <c:v>-0.0248236697358</c:v>
                </c:pt>
                <c:pt idx="1337">
                  <c:v>-0.0233381706803</c:v>
                </c:pt>
                <c:pt idx="1338">
                  <c:v>-0.0336755074545</c:v>
                </c:pt>
                <c:pt idx="1339">
                  <c:v>-0.0397423828317</c:v>
                </c:pt>
                <c:pt idx="1340">
                  <c:v>-0.0379136452107</c:v>
                </c:pt>
                <c:pt idx="1341">
                  <c:v>-0.0372004090854</c:v>
                </c:pt>
                <c:pt idx="1342">
                  <c:v>-0.0319826281765</c:v>
                </c:pt>
                <c:pt idx="1343">
                  <c:v>-0.025670842989</c:v>
                </c:pt>
                <c:pt idx="1344">
                  <c:v>-0.0227507876505</c:v>
                </c:pt>
                <c:pt idx="1345">
                  <c:v>-0.0176503836947</c:v>
                </c:pt>
                <c:pt idx="1346">
                  <c:v>-0.0152441279772</c:v>
                </c:pt>
                <c:pt idx="1347">
                  <c:v>-0.0167818348095</c:v>
                </c:pt>
                <c:pt idx="1348">
                  <c:v>-0.0115500640049</c:v>
                </c:pt>
                <c:pt idx="1349">
                  <c:v>-0.00671117273371</c:v>
                </c:pt>
                <c:pt idx="1350">
                  <c:v>-0.00869290739604</c:v>
                </c:pt>
                <c:pt idx="1351">
                  <c:v>-0.00316524002751</c:v>
                </c:pt>
                <c:pt idx="1352">
                  <c:v>-0.00650778229439</c:v>
                </c:pt>
                <c:pt idx="1353">
                  <c:v>0</c:v>
                </c:pt>
                <c:pt idx="1354">
                  <c:v>-0.001181361478</c:v>
                </c:pt>
                <c:pt idx="1355">
                  <c:v>-3.11805522513e-5</c:v>
                </c:pt>
                <c:pt idx="1356">
                  <c:v>-0.0140117253856</c:v>
                </c:pt>
                <c:pt idx="1357">
                  <c:v>-0.0469324773342</c:v>
                </c:pt>
                <c:pt idx="1358">
                  <c:v>-0.087759966485</c:v>
                </c:pt>
                <c:pt idx="1359">
                  <c:v>-0.0965625082773</c:v>
                </c:pt>
                <c:pt idx="1360">
                  <c:v>-0.0909214660339</c:v>
                </c:pt>
                <c:pt idx="1361">
                  <c:v>-0.0705931797822</c:v>
                </c:pt>
                <c:pt idx="1362">
                  <c:v>-0.075229880506</c:v>
                </c:pt>
                <c:pt idx="1363">
                  <c:v>-0.0745964578248</c:v>
                </c:pt>
                <c:pt idx="1364">
                  <c:v>-0.0678093910343</c:v>
                </c:pt>
                <c:pt idx="1365">
                  <c:v>-0.0532007709787</c:v>
                </c:pt>
                <c:pt idx="1366">
                  <c:v>-0.045202139034</c:v>
                </c:pt>
                <c:pt idx="1367">
                  <c:v>-0.035145223592</c:v>
                </c:pt>
                <c:pt idx="1368">
                  <c:v>-0.0346783511284</c:v>
                </c:pt>
                <c:pt idx="1369">
                  <c:v>-0.0351738698478</c:v>
                </c:pt>
                <c:pt idx="1370">
                  <c:v>-0.029306001529</c:v>
                </c:pt>
                <c:pt idx="1371">
                  <c:v>-0.0299521644738</c:v>
                </c:pt>
                <c:pt idx="1372">
                  <c:v>-0.0279260755234</c:v>
                </c:pt>
                <c:pt idx="1373">
                  <c:v>-0.0350915583615</c:v>
                </c:pt>
                <c:pt idx="1374">
                  <c:v>-0.0389942456983</c:v>
                </c:pt>
                <c:pt idx="1375">
                  <c:v>-0.0435801994108</c:v>
                </c:pt>
                <c:pt idx="1376">
                  <c:v>-0.0373970519041</c:v>
                </c:pt>
                <c:pt idx="1377">
                  <c:v>-0.0374451949539</c:v>
                </c:pt>
                <c:pt idx="1378">
                  <c:v>-0.0260415035636</c:v>
                </c:pt>
                <c:pt idx="1379">
                  <c:v>-0.0328733130978</c:v>
                </c:pt>
                <c:pt idx="1380">
                  <c:v>-0.0430214710071</c:v>
                </c:pt>
                <c:pt idx="1381">
                  <c:v>-0.031370410762</c:v>
                </c:pt>
                <c:pt idx="1382">
                  <c:v>-0.0463474113297</c:v>
                </c:pt>
                <c:pt idx="1383">
                  <c:v>-0.0427243890092</c:v>
                </c:pt>
                <c:pt idx="1384">
                  <c:v>-0.0548333006523</c:v>
                </c:pt>
                <c:pt idx="1385">
                  <c:v>-0.0455586039181</c:v>
                </c:pt>
                <c:pt idx="1386">
                  <c:v>-0.0491125448407</c:v>
                </c:pt>
                <c:pt idx="1387">
                  <c:v>-0.0443614049599</c:v>
                </c:pt>
                <c:pt idx="1388">
                  <c:v>-0.0366318904361</c:v>
                </c:pt>
                <c:pt idx="1389">
                  <c:v>-0.0335587776584</c:v>
                </c:pt>
                <c:pt idx="1390">
                  <c:v>-0.040429557854</c:v>
                </c:pt>
                <c:pt idx="1391">
                  <c:v>-0.0274030209814</c:v>
                </c:pt>
                <c:pt idx="1392">
                  <c:v>-0.0310586741853</c:v>
                </c:pt>
                <c:pt idx="1393">
                  <c:v>-0.0371000612114</c:v>
                </c:pt>
                <c:pt idx="1394">
                  <c:v>-0.0346065403805</c:v>
                </c:pt>
                <c:pt idx="1395">
                  <c:v>-0.0294337434277</c:v>
                </c:pt>
                <c:pt idx="1396">
                  <c:v>-0.0362922830069</c:v>
                </c:pt>
                <c:pt idx="1397">
                  <c:v>-0.0248720781695</c:v>
                </c:pt>
                <c:pt idx="1398">
                  <c:v>-0.0319774891685</c:v>
                </c:pt>
                <c:pt idx="1399">
                  <c:v>-0.0228283627819</c:v>
                </c:pt>
                <c:pt idx="1400">
                  <c:v>-0.0227189369505</c:v>
                </c:pt>
                <c:pt idx="1401">
                  <c:v>-0.023117314898</c:v>
                </c:pt>
                <c:pt idx="1402">
                  <c:v>-0.0167122498593</c:v>
                </c:pt>
                <c:pt idx="1403">
                  <c:v>-0.0166221885404</c:v>
                </c:pt>
                <c:pt idx="1404">
                  <c:v>-0.0157226339132</c:v>
                </c:pt>
                <c:pt idx="1405">
                  <c:v>-0.0133705140642</c:v>
                </c:pt>
                <c:pt idx="1406">
                  <c:v>-0.01947172329</c:v>
                </c:pt>
                <c:pt idx="1407">
                  <c:v>-0.0171751601839</c:v>
                </c:pt>
                <c:pt idx="1408">
                  <c:v>-0.0190928925884</c:v>
                </c:pt>
                <c:pt idx="1409">
                  <c:v>-0.018948764482</c:v>
                </c:pt>
                <c:pt idx="1410">
                  <c:v>-0.0224596603483</c:v>
                </c:pt>
                <c:pt idx="1411">
                  <c:v>-0.0230039071126</c:v>
                </c:pt>
                <c:pt idx="1412">
                  <c:v>-0.0205593616172</c:v>
                </c:pt>
                <c:pt idx="1413">
                  <c:v>-0.0165655518276</c:v>
                </c:pt>
                <c:pt idx="1414">
                  <c:v>-0.0137291031251</c:v>
                </c:pt>
                <c:pt idx="1415">
                  <c:v>-0.0121813119023</c:v>
                </c:pt>
                <c:pt idx="1416">
                  <c:v>-0.016435521313</c:v>
                </c:pt>
                <c:pt idx="1417">
                  <c:v>-0.0119023657822</c:v>
                </c:pt>
                <c:pt idx="1418">
                  <c:v>-0.00842435021897</c:v>
                </c:pt>
                <c:pt idx="1419">
                  <c:v>-0.00474261115924</c:v>
                </c:pt>
                <c:pt idx="1420">
                  <c:v>-0.0043831447283</c:v>
                </c:pt>
                <c:pt idx="1421">
                  <c:v>-0.00358023956705</c:v>
                </c:pt>
                <c:pt idx="1422">
                  <c:v>-0.00653796224137</c:v>
                </c:pt>
                <c:pt idx="1423">
                  <c:v>-0.00310567582733</c:v>
                </c:pt>
                <c:pt idx="1424">
                  <c:v>0</c:v>
                </c:pt>
                <c:pt idx="1425">
                  <c:v>0</c:v>
                </c:pt>
                <c:pt idx="1426">
                  <c:v>-0.000778625116385</c:v>
                </c:pt>
                <c:pt idx="1427">
                  <c:v>0</c:v>
                </c:pt>
                <c:pt idx="1428">
                  <c:v>0</c:v>
                </c:pt>
                <c:pt idx="1429">
                  <c:v>0</c:v>
                </c:pt>
                <c:pt idx="1430">
                  <c:v>0</c:v>
                </c:pt>
                <c:pt idx="1431">
                  <c:v>0</c:v>
                </c:pt>
                <c:pt idx="1432">
                  <c:v>0</c:v>
                </c:pt>
                <c:pt idx="1433">
                  <c:v>-0.000452378945795</c:v>
                </c:pt>
                <c:pt idx="1434">
                  <c:v>0</c:v>
                </c:pt>
                <c:pt idx="1435">
                  <c:v>0</c:v>
                </c:pt>
                <c:pt idx="1436">
                  <c:v>-0.00368322598097</c:v>
                </c:pt>
                <c:pt idx="1437">
                  <c:v>-0.00404871431221</c:v>
                </c:pt>
                <c:pt idx="1438">
                  <c:v>-0.000653503751973</c:v>
                </c:pt>
                <c:pt idx="1439">
                  <c:v>-0.00711409257465</c:v>
                </c:pt>
                <c:pt idx="1440">
                  <c:v>-0.00553521388861</c:v>
                </c:pt>
                <c:pt idx="1441">
                  <c:v>-0.00368093589891</c:v>
                </c:pt>
                <c:pt idx="1442">
                  <c:v>-0.000236005353614</c:v>
                </c:pt>
                <c:pt idx="1443">
                  <c:v>-0.00103560717929</c:v>
                </c:pt>
                <c:pt idx="1444">
                  <c:v>0</c:v>
                </c:pt>
                <c:pt idx="1445">
                  <c:v>0</c:v>
                </c:pt>
                <c:pt idx="1446">
                  <c:v>0</c:v>
                </c:pt>
                <c:pt idx="1447">
                  <c:v>-0.00374392529866</c:v>
                </c:pt>
                <c:pt idx="1448">
                  <c:v>0</c:v>
                </c:pt>
                <c:pt idx="1449">
                  <c:v>0</c:v>
                </c:pt>
                <c:pt idx="1450">
                  <c:v>-0.00535728662642</c:v>
                </c:pt>
                <c:pt idx="1451">
                  <c:v>-0.00565697407301</c:v>
                </c:pt>
                <c:pt idx="1452">
                  <c:v>-0.00731092738635</c:v>
                </c:pt>
                <c:pt idx="1453">
                  <c:v>-0.00891165046021</c:v>
                </c:pt>
                <c:pt idx="1454">
                  <c:v>-0.00805946948059</c:v>
                </c:pt>
                <c:pt idx="1455">
                  <c:v>-0.00910361453108</c:v>
                </c:pt>
                <c:pt idx="1456">
                  <c:v>0</c:v>
                </c:pt>
                <c:pt idx="1457">
                  <c:v>-0.004707091639</c:v>
                </c:pt>
                <c:pt idx="1458">
                  <c:v>-0.00182681808883</c:v>
                </c:pt>
                <c:pt idx="1459">
                  <c:v>-0.00211996237476</c:v>
                </c:pt>
                <c:pt idx="1460">
                  <c:v>0</c:v>
                </c:pt>
                <c:pt idx="1461">
                  <c:v>-0.000167605567299</c:v>
                </c:pt>
                <c:pt idx="1462">
                  <c:v>0</c:v>
                </c:pt>
                <c:pt idx="1463">
                  <c:v>0</c:v>
                </c:pt>
                <c:pt idx="1464">
                  <c:v>0</c:v>
                </c:pt>
                <c:pt idx="1465">
                  <c:v>0</c:v>
                </c:pt>
                <c:pt idx="1466">
                  <c:v>0</c:v>
                </c:pt>
                <c:pt idx="1467">
                  <c:v>0</c:v>
                </c:pt>
                <c:pt idx="1468">
                  <c:v>-0.00255409405768</c:v>
                </c:pt>
                <c:pt idx="1469">
                  <c:v>0</c:v>
                </c:pt>
                <c:pt idx="1470">
                  <c:v>0</c:v>
                </c:pt>
                <c:pt idx="1471">
                  <c:v>0</c:v>
                </c:pt>
                <c:pt idx="1472">
                  <c:v>0</c:v>
                </c:pt>
                <c:pt idx="1473">
                  <c:v>-0.000664707239338</c:v>
                </c:pt>
                <c:pt idx="1474">
                  <c:v>-0.00544154014371</c:v>
                </c:pt>
                <c:pt idx="1475">
                  <c:v>-0.00508032027891</c:v>
                </c:pt>
                <c:pt idx="1476">
                  <c:v>-0.000797816985573</c:v>
                </c:pt>
                <c:pt idx="1477">
                  <c:v>0</c:v>
                </c:pt>
                <c:pt idx="1478">
                  <c:v>-0.00182842891393</c:v>
                </c:pt>
                <c:pt idx="1479">
                  <c:v>-0.00560217210677</c:v>
                </c:pt>
                <c:pt idx="1480">
                  <c:v>-0.00551615492184</c:v>
                </c:pt>
                <c:pt idx="1481">
                  <c:v>-0.000392033710365</c:v>
                </c:pt>
                <c:pt idx="1482">
                  <c:v>0</c:v>
                </c:pt>
                <c:pt idx="1483">
                  <c:v>0</c:v>
                </c:pt>
                <c:pt idx="1484">
                  <c:v>0</c:v>
                </c:pt>
                <c:pt idx="1485">
                  <c:v>0</c:v>
                </c:pt>
                <c:pt idx="1486">
                  <c:v>0</c:v>
                </c:pt>
                <c:pt idx="1487">
                  <c:v>0</c:v>
                </c:pt>
                <c:pt idx="1488">
                  <c:v>0</c:v>
                </c:pt>
                <c:pt idx="1489">
                  <c:v>0</c:v>
                </c:pt>
                <c:pt idx="1490">
                  <c:v>-0.0052783374589</c:v>
                </c:pt>
                <c:pt idx="1491">
                  <c:v>-0.0170539219852</c:v>
                </c:pt>
                <c:pt idx="1492">
                  <c:v>-0.00857779497028</c:v>
                </c:pt>
                <c:pt idx="1493">
                  <c:v>-0.0130232299724</c:v>
                </c:pt>
                <c:pt idx="1494">
                  <c:v>-0.00351510924236</c:v>
                </c:pt>
                <c:pt idx="1495">
                  <c:v>-0.0045564526051</c:v>
                </c:pt>
                <c:pt idx="1496">
                  <c:v>-0.00981279271831</c:v>
                </c:pt>
                <c:pt idx="1497">
                  <c:v>0</c:v>
                </c:pt>
                <c:pt idx="1498">
                  <c:v>-0.00785366097052</c:v>
                </c:pt>
                <c:pt idx="1499">
                  <c:v>-0.00553163102706</c:v>
                </c:pt>
                <c:pt idx="1500">
                  <c:v>-0.000877087085643</c:v>
                </c:pt>
                <c:pt idx="1501">
                  <c:v>0</c:v>
                </c:pt>
                <c:pt idx="1502">
                  <c:v>0</c:v>
                </c:pt>
                <c:pt idx="1503">
                  <c:v>0</c:v>
                </c:pt>
                <c:pt idx="1504">
                  <c:v>-0.00226177224573</c:v>
                </c:pt>
                <c:pt idx="1505">
                  <c:v>-0.00397527750315</c:v>
                </c:pt>
                <c:pt idx="1506">
                  <c:v>-0.00310334156381</c:v>
                </c:pt>
                <c:pt idx="1507">
                  <c:v>0</c:v>
                </c:pt>
                <c:pt idx="1508">
                  <c:v>-0.0125100394538</c:v>
                </c:pt>
                <c:pt idx="1509">
                  <c:v>-0.0122729719372</c:v>
                </c:pt>
                <c:pt idx="1510">
                  <c:v>-0.00821139527034</c:v>
                </c:pt>
                <c:pt idx="1511">
                  <c:v>-0.0098333445387</c:v>
                </c:pt>
                <c:pt idx="1512">
                  <c:v>-0.00252473826558</c:v>
                </c:pt>
                <c:pt idx="1513">
                  <c:v>0</c:v>
                </c:pt>
                <c:pt idx="1514">
                  <c:v>-0.000424349472476</c:v>
                </c:pt>
                <c:pt idx="1515">
                  <c:v>-0.00385893448393</c:v>
                </c:pt>
                <c:pt idx="1516">
                  <c:v>-0.0103955034721</c:v>
                </c:pt>
                <c:pt idx="1517">
                  <c:v>-0.0133908440983</c:v>
                </c:pt>
                <c:pt idx="1518">
                  <c:v>-0.0136359626507</c:v>
                </c:pt>
                <c:pt idx="1519">
                  <c:v>-0.0162678748259</c:v>
                </c:pt>
                <c:pt idx="1520">
                  <c:v>-0.0157558552908</c:v>
                </c:pt>
                <c:pt idx="1521">
                  <c:v>-0.016771355062</c:v>
                </c:pt>
                <c:pt idx="1522">
                  <c:v>-0.00865387965455</c:v>
                </c:pt>
                <c:pt idx="1523">
                  <c:v>-0.00877709911022</c:v>
                </c:pt>
                <c:pt idx="1524">
                  <c:v>-0.0045753669052</c:v>
                </c:pt>
                <c:pt idx="1525">
                  <c:v>-0.00633516579511</c:v>
                </c:pt>
                <c:pt idx="1526">
                  <c:v>-0.00279711823054</c:v>
                </c:pt>
                <c:pt idx="1527">
                  <c:v>-0.00734127791494</c:v>
                </c:pt>
                <c:pt idx="1528">
                  <c:v>-0.0077518316712</c:v>
                </c:pt>
                <c:pt idx="1529">
                  <c:v>-0.00530343442911</c:v>
                </c:pt>
                <c:pt idx="1530">
                  <c:v>-0.0082428391839</c:v>
                </c:pt>
                <c:pt idx="1531">
                  <c:v>-0.0072602685291</c:v>
                </c:pt>
                <c:pt idx="1532">
                  <c:v>-0.0120742739901</c:v>
                </c:pt>
                <c:pt idx="1533">
                  <c:v>-0.0107844038123</c:v>
                </c:pt>
                <c:pt idx="1534">
                  <c:v>-0.00670900819697</c:v>
                </c:pt>
                <c:pt idx="1535">
                  <c:v>-0.00857965428157</c:v>
                </c:pt>
                <c:pt idx="1536">
                  <c:v>-0.0125551213662</c:v>
                </c:pt>
                <c:pt idx="1537">
                  <c:v>-0.0136981566371</c:v>
                </c:pt>
                <c:pt idx="1538">
                  <c:v>-0.0156088828294</c:v>
                </c:pt>
                <c:pt idx="1539">
                  <c:v>-0.016242684585</c:v>
                </c:pt>
                <c:pt idx="1540">
                  <c:v>-0.0128144345617</c:v>
                </c:pt>
                <c:pt idx="1541">
                  <c:v>-0.0112193711143</c:v>
                </c:pt>
                <c:pt idx="1542">
                  <c:v>-0.00395129508897</c:v>
                </c:pt>
                <c:pt idx="1543">
                  <c:v>-0.00082957093653</c:v>
                </c:pt>
                <c:pt idx="1544">
                  <c:v>0</c:v>
                </c:pt>
                <c:pt idx="1545">
                  <c:v>-0.00162687835535</c:v>
                </c:pt>
                <c:pt idx="1546">
                  <c:v>-0.00517661949259</c:v>
                </c:pt>
                <c:pt idx="1547">
                  <c:v>-0.00342062975831</c:v>
                </c:pt>
                <c:pt idx="1548">
                  <c:v>-0.0110537168177</c:v>
                </c:pt>
                <c:pt idx="1549">
                  <c:v>-0.00595881268285</c:v>
                </c:pt>
                <c:pt idx="1550">
                  <c:v>0</c:v>
                </c:pt>
                <c:pt idx="1551">
                  <c:v>0</c:v>
                </c:pt>
                <c:pt idx="1552">
                  <c:v>-0.00401278218454</c:v>
                </c:pt>
                <c:pt idx="1553">
                  <c:v>-0.00155060724779</c:v>
                </c:pt>
                <c:pt idx="1554">
                  <c:v>0</c:v>
                </c:pt>
                <c:pt idx="1555">
                  <c:v>0</c:v>
                </c:pt>
                <c:pt idx="1556">
                  <c:v>0</c:v>
                </c:pt>
                <c:pt idx="1557">
                  <c:v>0</c:v>
                </c:pt>
                <c:pt idx="1558">
                  <c:v>-0.000933314635637</c:v>
                </c:pt>
                <c:pt idx="1559">
                  <c:v>-0.000616273116531</c:v>
                </c:pt>
                <c:pt idx="1560">
                  <c:v>-0.00277597444987</c:v>
                </c:pt>
                <c:pt idx="1561">
                  <c:v>-0.00327566926221</c:v>
                </c:pt>
                <c:pt idx="1562">
                  <c:v>0</c:v>
                </c:pt>
                <c:pt idx="1563">
                  <c:v>0</c:v>
                </c:pt>
                <c:pt idx="1564">
                  <c:v>0</c:v>
                </c:pt>
                <c:pt idx="1565">
                  <c:v>-0.00266421159645</c:v>
                </c:pt>
                <c:pt idx="1566">
                  <c:v>0</c:v>
                </c:pt>
                <c:pt idx="1567">
                  <c:v>0</c:v>
                </c:pt>
                <c:pt idx="1568">
                  <c:v>0</c:v>
                </c:pt>
                <c:pt idx="1569">
                  <c:v>-0.0218914689534</c:v>
                </c:pt>
                <c:pt idx="1570">
                  <c:v>-0.0277443746509</c:v>
                </c:pt>
                <c:pt idx="1571">
                  <c:v>-0.0150954781466</c:v>
                </c:pt>
                <c:pt idx="1572">
                  <c:v>-0.0185047250117</c:v>
                </c:pt>
                <c:pt idx="1573">
                  <c:v>-0.0190679667811</c:v>
                </c:pt>
                <c:pt idx="1574">
                  <c:v>-0.0101180887457</c:v>
                </c:pt>
                <c:pt idx="1575">
                  <c:v>-0.00806707200296</c:v>
                </c:pt>
                <c:pt idx="1576">
                  <c:v>-0.00887120784799</c:v>
                </c:pt>
                <c:pt idx="1577">
                  <c:v>-0.00644520983385</c:v>
                </c:pt>
                <c:pt idx="1578">
                  <c:v>-0.010900753246</c:v>
                </c:pt>
                <c:pt idx="1579">
                  <c:v>-0.0109945282101</c:v>
                </c:pt>
                <c:pt idx="1580">
                  <c:v>-0.0108842323707</c:v>
                </c:pt>
                <c:pt idx="1581">
                  <c:v>-0.0128686588133</c:v>
                </c:pt>
                <c:pt idx="1582">
                  <c:v>-0.00869472300856</c:v>
                </c:pt>
                <c:pt idx="1583">
                  <c:v>-0.00264522652762</c:v>
                </c:pt>
                <c:pt idx="1584">
                  <c:v>0</c:v>
                </c:pt>
                <c:pt idx="1585">
                  <c:v>-0.00167239586514</c:v>
                </c:pt>
                <c:pt idx="1586">
                  <c:v>0</c:v>
                </c:pt>
                <c:pt idx="1587">
                  <c:v>0</c:v>
                </c:pt>
                <c:pt idx="1588">
                  <c:v>-0.0052282225368</c:v>
                </c:pt>
                <c:pt idx="1589">
                  <c:v>-0.0006888773424</c:v>
                </c:pt>
                <c:pt idx="1590">
                  <c:v>-0.0034438986997</c:v>
                </c:pt>
                <c:pt idx="1591">
                  <c:v>-0.0107526289409</c:v>
                </c:pt>
                <c:pt idx="1592">
                  <c:v>-0.0104811001072</c:v>
                </c:pt>
                <c:pt idx="1593">
                  <c:v>-0.013659939907</c:v>
                </c:pt>
                <c:pt idx="1594">
                  <c:v>-0.0107640299988</c:v>
                </c:pt>
                <c:pt idx="1595">
                  <c:v>-0.00789796335161</c:v>
                </c:pt>
                <c:pt idx="1596">
                  <c:v>-0.00946844300246</c:v>
                </c:pt>
                <c:pt idx="1597">
                  <c:v>-0.0149083009538</c:v>
                </c:pt>
                <c:pt idx="1598">
                  <c:v>-0.0177317600058</c:v>
                </c:pt>
                <c:pt idx="1599">
                  <c:v>-0.0210508755356</c:v>
                </c:pt>
                <c:pt idx="1600">
                  <c:v>-0.0121482082472</c:v>
                </c:pt>
                <c:pt idx="1601">
                  <c:v>-0.0082383862724</c:v>
                </c:pt>
                <c:pt idx="1602">
                  <c:v>-0.0117234105429</c:v>
                </c:pt>
                <c:pt idx="1603">
                  <c:v>-0.0103877318822</c:v>
                </c:pt>
                <c:pt idx="1604">
                  <c:v>-0.0273998957852</c:v>
                </c:pt>
                <c:pt idx="1605">
                  <c:v>-0.0287643391442</c:v>
                </c:pt>
                <c:pt idx="1606">
                  <c:v>-0.0323654226526</c:v>
                </c:pt>
                <c:pt idx="1607">
                  <c:v>-0.0234136962891</c:v>
                </c:pt>
                <c:pt idx="1608">
                  <c:v>-0.0307108205455</c:v>
                </c:pt>
                <c:pt idx="1609">
                  <c:v>-0.029649808918</c:v>
                </c:pt>
                <c:pt idx="1610">
                  <c:v>-0.0232994963898</c:v>
                </c:pt>
                <c:pt idx="1611">
                  <c:v>-0.0150045308587</c:v>
                </c:pt>
                <c:pt idx="1612">
                  <c:v>-0.0130311036255</c:v>
                </c:pt>
                <c:pt idx="1613">
                  <c:v>-0.0144860767406</c:v>
                </c:pt>
                <c:pt idx="1614">
                  <c:v>-0.00681984114405</c:v>
                </c:pt>
                <c:pt idx="1615">
                  <c:v>-0.00895644326623</c:v>
                </c:pt>
                <c:pt idx="1616">
                  <c:v>-0.000335469080659</c:v>
                </c:pt>
                <c:pt idx="1617">
                  <c:v>-0.00229968311831</c:v>
                </c:pt>
                <c:pt idx="1618">
                  <c:v>-0.00189451602567</c:v>
                </c:pt>
                <c:pt idx="1619">
                  <c:v>0</c:v>
                </c:pt>
                <c:pt idx="1620">
                  <c:v>0</c:v>
                </c:pt>
                <c:pt idx="1621">
                  <c:v>-0.000702499233299</c:v>
                </c:pt>
                <c:pt idx="1622">
                  <c:v>0</c:v>
                </c:pt>
                <c:pt idx="1623">
                  <c:v>-0.000714621250403</c:v>
                </c:pt>
                <c:pt idx="1624">
                  <c:v>-0.000692928221516</c:v>
                </c:pt>
                <c:pt idx="1625">
                  <c:v>-0.0029976980372</c:v>
                </c:pt>
                <c:pt idx="1626">
                  <c:v>0</c:v>
                </c:pt>
                <c:pt idx="1627">
                  <c:v>-0.00221469337703</c:v>
                </c:pt>
                <c:pt idx="1628">
                  <c:v>0</c:v>
                </c:pt>
                <c:pt idx="1629">
                  <c:v>-0.000898154064026</c:v>
                </c:pt>
                <c:pt idx="1630">
                  <c:v>-0.00584942089687</c:v>
                </c:pt>
                <c:pt idx="1631">
                  <c:v>-0.00258705329055</c:v>
                </c:pt>
                <c:pt idx="1632">
                  <c:v>0</c:v>
                </c:pt>
                <c:pt idx="1633">
                  <c:v>-0.00528330270259</c:v>
                </c:pt>
                <c:pt idx="1634">
                  <c:v>-0.00229592362217</c:v>
                </c:pt>
                <c:pt idx="1635">
                  <c:v>0</c:v>
                </c:pt>
                <c:pt idx="1636">
                  <c:v>0</c:v>
                </c:pt>
                <c:pt idx="1637">
                  <c:v>-0.00396264969772</c:v>
                </c:pt>
                <c:pt idx="1638">
                  <c:v>-0.000149806892462</c:v>
                </c:pt>
                <c:pt idx="1639">
                  <c:v>0</c:v>
                </c:pt>
                <c:pt idx="1640">
                  <c:v>0</c:v>
                </c:pt>
                <c:pt idx="1641">
                  <c:v>0</c:v>
                </c:pt>
                <c:pt idx="1642">
                  <c:v>-0.00104097098482</c:v>
                </c:pt>
                <c:pt idx="1643">
                  <c:v>-0.0078670662713</c:v>
                </c:pt>
                <c:pt idx="1644">
                  <c:v>-0.00271763028026</c:v>
                </c:pt>
                <c:pt idx="1645">
                  <c:v>-0.00249110702042</c:v>
                </c:pt>
                <c:pt idx="1646">
                  <c:v>-0.00226130753898</c:v>
                </c:pt>
                <c:pt idx="1647">
                  <c:v>-0.00436828395408</c:v>
                </c:pt>
                <c:pt idx="1648">
                  <c:v>-0.00400883409987</c:v>
                </c:pt>
                <c:pt idx="1649">
                  <c:v>-0.00282804290653</c:v>
                </c:pt>
                <c:pt idx="1650">
                  <c:v>-0.00474215049023</c:v>
                </c:pt>
                <c:pt idx="1651">
                  <c:v>-0.0105375317457</c:v>
                </c:pt>
                <c:pt idx="1652">
                  <c:v>-0.00816231579827</c:v>
                </c:pt>
                <c:pt idx="1653">
                  <c:v>-0.00762574356003</c:v>
                </c:pt>
                <c:pt idx="1654">
                  <c:v>-0.0020897845027</c:v>
                </c:pt>
                <c:pt idx="1655">
                  <c:v>0</c:v>
                </c:pt>
                <c:pt idx="1656">
                  <c:v>0</c:v>
                </c:pt>
                <c:pt idx="1657">
                  <c:v>-0.0040667588928</c:v>
                </c:pt>
                <c:pt idx="1658">
                  <c:v>-0.0271878734266</c:v>
                </c:pt>
                <c:pt idx="1659">
                  <c:v>-0.0242704247553</c:v>
                </c:pt>
                <c:pt idx="1660">
                  <c:v>-0.0268726603592</c:v>
                </c:pt>
                <c:pt idx="1661">
                  <c:v>-0.0403536321063</c:v>
                </c:pt>
                <c:pt idx="1662">
                  <c:v>-0.0288686226754</c:v>
                </c:pt>
                <c:pt idx="1663">
                  <c:v>-0.0291412115182</c:v>
                </c:pt>
                <c:pt idx="1664">
                  <c:v>-0.0193058856296</c:v>
                </c:pt>
                <c:pt idx="1665">
                  <c:v>-0.0220083553692</c:v>
                </c:pt>
                <c:pt idx="1666">
                  <c:v>-0.0244515488208</c:v>
                </c:pt>
                <c:pt idx="1667">
                  <c:v>-0.0141997132688</c:v>
                </c:pt>
                <c:pt idx="1668">
                  <c:v>-0.0150119971944</c:v>
                </c:pt>
                <c:pt idx="1669">
                  <c:v>-0.0167951074763</c:v>
                </c:pt>
                <c:pt idx="1670">
                  <c:v>-0.0281397493487</c:v>
                </c:pt>
                <c:pt idx="1671">
                  <c:v>-0.0337224473329</c:v>
                </c:pt>
                <c:pt idx="1672">
                  <c:v>-0.0267865981002</c:v>
                </c:pt>
                <c:pt idx="1673">
                  <c:v>-0.0353088521288</c:v>
                </c:pt>
                <c:pt idx="1674">
                  <c:v>-0.0321000928217</c:v>
                </c:pt>
                <c:pt idx="1675">
                  <c:v>-0.0305307140477</c:v>
                </c:pt>
                <c:pt idx="1676">
                  <c:v>-0.0351911147115</c:v>
                </c:pt>
                <c:pt idx="1677">
                  <c:v>-0.0287049152414</c:v>
                </c:pt>
                <c:pt idx="1678">
                  <c:v>-0.0286519484684</c:v>
                </c:pt>
                <c:pt idx="1679">
                  <c:v>-0.0189132261947</c:v>
                </c:pt>
                <c:pt idx="1680">
                  <c:v>-0.0143451617575</c:v>
                </c:pt>
                <c:pt idx="1681">
                  <c:v>-0.00696164539995</c:v>
                </c:pt>
                <c:pt idx="1682">
                  <c:v>-0.00236688485282</c:v>
                </c:pt>
                <c:pt idx="1683">
                  <c:v>0</c:v>
                </c:pt>
                <c:pt idx="1684">
                  <c:v>0</c:v>
                </c:pt>
                <c:pt idx="1685">
                  <c:v>0</c:v>
                </c:pt>
                <c:pt idx="1686">
                  <c:v>0</c:v>
                </c:pt>
                <c:pt idx="1687">
                  <c:v>-0.00951391499512</c:v>
                </c:pt>
                <c:pt idx="1688">
                  <c:v>-0.0101927891223</c:v>
                </c:pt>
                <c:pt idx="1689">
                  <c:v>-0.00816159920171</c:v>
                </c:pt>
                <c:pt idx="1690">
                  <c:v>0</c:v>
                </c:pt>
                <c:pt idx="1691">
                  <c:v>0</c:v>
                </c:pt>
                <c:pt idx="1692">
                  <c:v>-0.000340491653376</c:v>
                </c:pt>
                <c:pt idx="1693">
                  <c:v>-0.00317670240113</c:v>
                </c:pt>
                <c:pt idx="1694">
                  <c:v>-0.0104270519763</c:v>
                </c:pt>
                <c:pt idx="1695">
                  <c:v>-0.0138523056833</c:v>
                </c:pt>
                <c:pt idx="1696">
                  <c:v>-0.00498963128685</c:v>
                </c:pt>
                <c:pt idx="1697">
                  <c:v>-0.00289336009741</c:v>
                </c:pt>
                <c:pt idx="1698">
                  <c:v>-0.00414706167363</c:v>
                </c:pt>
                <c:pt idx="1699">
                  <c:v>-0.00854516175599</c:v>
                </c:pt>
                <c:pt idx="1700">
                  <c:v>-0.00631112128979</c:v>
                </c:pt>
                <c:pt idx="1701">
                  <c:v>-0.00911186822711</c:v>
                </c:pt>
                <c:pt idx="1702">
                  <c:v>-0.00360036126905</c:v>
                </c:pt>
                <c:pt idx="1703">
                  <c:v>0</c:v>
                </c:pt>
                <c:pt idx="1704">
                  <c:v>0</c:v>
                </c:pt>
                <c:pt idx="1705">
                  <c:v>0</c:v>
                </c:pt>
                <c:pt idx="1706">
                  <c:v>0</c:v>
                </c:pt>
                <c:pt idx="1707">
                  <c:v>0</c:v>
                </c:pt>
                <c:pt idx="1708">
                  <c:v>0</c:v>
                </c:pt>
                <c:pt idx="1709">
                  <c:v>0</c:v>
                </c:pt>
                <c:pt idx="1710">
                  <c:v>-0.00997965498594</c:v>
                </c:pt>
                <c:pt idx="1711">
                  <c:v>-0.00687755286021</c:v>
                </c:pt>
                <c:pt idx="1712">
                  <c:v>-0.00973034258071</c:v>
                </c:pt>
                <c:pt idx="1713">
                  <c:v>-0.00662520854587</c:v>
                </c:pt>
                <c:pt idx="1714">
                  <c:v>-0.0126893420208</c:v>
                </c:pt>
                <c:pt idx="1715">
                  <c:v>-0.00930931915028</c:v>
                </c:pt>
                <c:pt idx="1716">
                  <c:v>-0.00993899302256</c:v>
                </c:pt>
                <c:pt idx="1717">
                  <c:v>-0.00518494318419</c:v>
                </c:pt>
                <c:pt idx="1718">
                  <c:v>-0.00770779375251</c:v>
                </c:pt>
                <c:pt idx="1719">
                  <c:v>-0.0010883200398</c:v>
                </c:pt>
                <c:pt idx="1720">
                  <c:v>-0.00363471816668</c:v>
                </c:pt>
                <c:pt idx="1721">
                  <c:v>0</c:v>
                </c:pt>
                <c:pt idx="1722">
                  <c:v>0</c:v>
                </c:pt>
                <c:pt idx="1723">
                  <c:v>0</c:v>
                </c:pt>
                <c:pt idx="1724">
                  <c:v>-0.000448153001689</c:v>
                </c:pt>
                <c:pt idx="1725">
                  <c:v>-0.00184763282825</c:v>
                </c:pt>
                <c:pt idx="1726">
                  <c:v>-0.00304541282581</c:v>
                </c:pt>
                <c:pt idx="1727">
                  <c:v>-0.00576501289131</c:v>
                </c:pt>
                <c:pt idx="1728">
                  <c:v>-0.00141037284502</c:v>
                </c:pt>
                <c:pt idx="1729">
                  <c:v>-0.00608181991645</c:v>
                </c:pt>
                <c:pt idx="1730">
                  <c:v>-0.00712512533199</c:v>
                </c:pt>
                <c:pt idx="1731">
                  <c:v>-0.0106648421846</c:v>
                </c:pt>
                <c:pt idx="1732">
                  <c:v>-0.00245767472286</c:v>
                </c:pt>
                <c:pt idx="1733">
                  <c:v>-0.00331116569561</c:v>
                </c:pt>
              </c:numCache>
            </c:numRef>
          </c:val>
          <c:smooth val="0"/>
        </c:ser>
        <c:ser>
          <c:idx val="2"/>
          <c:order val="2"/>
          <c:tx>
            <c:strRef>
              <c:f>MWRP</c:f>
              <c:strCache>
                <c:ptCount val="1"/>
                <c:pt idx="0">
                  <c:v>MWRP</c:v>
                </c:pt>
              </c:strCache>
            </c:strRef>
          </c:tx>
          <c:spPr>
            <a:ln w="16193" cap="rnd">
              <a:solidFill>
                <a:srgbClr val="12838D"/>
              </a:solidFill>
              <a:prstDash val="solid"/>
              <a:round/>
            </a:ln>
          </c:spPr>
          <c:marker>
            <c:symbol val="none"/>
          </c:marker>
          <c:dLbls>
            <c:delete val="1"/>
          </c:dLbls>
          <c:cat>
            <c:strRef>
              <c:f>'Chart Data'!$E$2:$E$1735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Data'!$F$2:$F$1735</c:f>
              <c:numCache>
                <c:formatCode>0.0%</c:formatCode>
                <c:ptCount val="1734"/>
                <c:pt idx="0">
                  <c:v>0</c:v>
                </c:pt>
                <c:pt idx="1">
                  <c:v>-0.000999000999001</c:v>
                </c:pt>
                <c:pt idx="2">
                  <c:v>0</c:v>
                </c:pt>
                <c:pt idx="3">
                  <c:v>-0.00103420224199</c:v>
                </c:pt>
                <c:pt idx="4">
                  <c:v>-0.00093803538724</c:v>
                </c:pt>
                <c:pt idx="5">
                  <c:v>0</c:v>
                </c:pt>
                <c:pt idx="6">
                  <c:v>0</c:v>
                </c:pt>
                <c:pt idx="7">
                  <c:v>-0.000194212062557</c:v>
                </c:pt>
                <c:pt idx="8">
                  <c:v>-0.00237096826706</c:v>
                </c:pt>
                <c:pt idx="9">
                  <c:v>0</c:v>
                </c:pt>
                <c:pt idx="10">
                  <c:v>0</c:v>
                </c:pt>
                <c:pt idx="11">
                  <c:v>0</c:v>
                </c:pt>
                <c:pt idx="12">
                  <c:v>0</c:v>
                </c:pt>
                <c:pt idx="13">
                  <c:v>-0.00370807626001</c:v>
                </c:pt>
                <c:pt idx="14">
                  <c:v>-0.000408965058926</c:v>
                </c:pt>
                <c:pt idx="15">
                  <c:v>-0.00154120176016</c:v>
                </c:pt>
                <c:pt idx="16">
                  <c:v>-0.00202729302986</c:v>
                </c:pt>
                <c:pt idx="17">
                  <c:v>-0.00725671104477</c:v>
                </c:pt>
                <c:pt idx="18">
                  <c:v>-0.00325015003828</c:v>
                </c:pt>
                <c:pt idx="19">
                  <c:v>-0.000762122455319</c:v>
                </c:pt>
                <c:pt idx="20">
                  <c:v>-0.000111218083815</c:v>
                </c:pt>
                <c:pt idx="21">
                  <c:v>-0.00550860661721</c:v>
                </c:pt>
                <c:pt idx="22">
                  <c:v>-0.0032178992442</c:v>
                </c:pt>
                <c:pt idx="23">
                  <c:v>0</c:v>
                </c:pt>
                <c:pt idx="24">
                  <c:v>0</c:v>
                </c:pt>
                <c:pt idx="25">
                  <c:v>0</c:v>
                </c:pt>
                <c:pt idx="26">
                  <c:v>0</c:v>
                </c:pt>
                <c:pt idx="27">
                  <c:v>0</c:v>
                </c:pt>
                <c:pt idx="28">
                  <c:v>-0.00219194035561</c:v>
                </c:pt>
                <c:pt idx="29">
                  <c:v>-0.00231331880478</c:v>
                </c:pt>
                <c:pt idx="30">
                  <c:v>0</c:v>
                </c:pt>
                <c:pt idx="31">
                  <c:v>0</c:v>
                </c:pt>
                <c:pt idx="32">
                  <c:v>0</c:v>
                </c:pt>
                <c:pt idx="33">
                  <c:v>0</c:v>
                </c:pt>
                <c:pt idx="34">
                  <c:v>0</c:v>
                </c:pt>
                <c:pt idx="35">
                  <c:v>0</c:v>
                </c:pt>
                <c:pt idx="36">
                  <c:v>0</c:v>
                </c:pt>
                <c:pt idx="37">
                  <c:v>-0.00687741436952</c:v>
                </c:pt>
                <c:pt idx="38">
                  <c:v>-0.0237055945612</c:v>
                </c:pt>
                <c:pt idx="39">
                  <c:v>-0.0239632522445</c:v>
                </c:pt>
                <c:pt idx="40">
                  <c:v>-0.0368454983687</c:v>
                </c:pt>
                <c:pt idx="41">
                  <c:v>-0.0475280721502</c:v>
                </c:pt>
                <c:pt idx="42">
                  <c:v>-0.0359106755818</c:v>
                </c:pt>
                <c:pt idx="43">
                  <c:v>-0.0328265033043</c:v>
                </c:pt>
                <c:pt idx="44">
                  <c:v>-0.0318381998342</c:v>
                </c:pt>
                <c:pt idx="45">
                  <c:v>-0.0269435259836</c:v>
                </c:pt>
                <c:pt idx="46">
                  <c:v>-0.00863017699585</c:v>
                </c:pt>
                <c:pt idx="47">
                  <c:v>-0.0221428774893</c:v>
                </c:pt>
                <c:pt idx="48">
                  <c:v>-0.0303161643544</c:v>
                </c:pt>
                <c:pt idx="49">
                  <c:v>-0.059127685651</c:v>
                </c:pt>
                <c:pt idx="50">
                  <c:v>-0.0908499932455</c:v>
                </c:pt>
                <c:pt idx="51">
                  <c:v>-0.0780302077079</c:v>
                </c:pt>
                <c:pt idx="52">
                  <c:v>-0.0838019335038</c:v>
                </c:pt>
                <c:pt idx="53">
                  <c:v>-0.0912287146002</c:v>
                </c:pt>
                <c:pt idx="54">
                  <c:v>-0.138636902761</c:v>
                </c:pt>
                <c:pt idx="55">
                  <c:v>-0.123361093997</c:v>
                </c:pt>
                <c:pt idx="56">
                  <c:v>-0.0778988074182</c:v>
                </c:pt>
                <c:pt idx="57">
                  <c:v>-0.0552308521881</c:v>
                </c:pt>
                <c:pt idx="58">
                  <c:v>-0.0366123681294</c:v>
                </c:pt>
                <c:pt idx="59">
                  <c:v>-0.0386449297419</c:v>
                </c:pt>
                <c:pt idx="60">
                  <c:v>-0.0185960368126</c:v>
                </c:pt>
                <c:pt idx="61">
                  <c:v>-0.0338423848632</c:v>
                </c:pt>
                <c:pt idx="62">
                  <c:v>-0.0329021827203</c:v>
                </c:pt>
                <c:pt idx="63">
                  <c:v>-0.0461689179833</c:v>
                </c:pt>
                <c:pt idx="64">
                  <c:v>-0.0502444115706</c:v>
                </c:pt>
                <c:pt idx="65">
                  <c:v>-0.0278350070372</c:v>
                </c:pt>
                <c:pt idx="66">
                  <c:v>-0.0270539476528</c:v>
                </c:pt>
                <c:pt idx="67">
                  <c:v>-0.00923844813996</c:v>
                </c:pt>
                <c:pt idx="68">
                  <c:v>-0.0227210944245</c:v>
                </c:pt>
                <c:pt idx="69">
                  <c:v>-0.0346758100197</c:v>
                </c:pt>
                <c:pt idx="70">
                  <c:v>-0.0213027847987</c:v>
                </c:pt>
                <c:pt idx="71">
                  <c:v>-0.0248665922213</c:v>
                </c:pt>
                <c:pt idx="72">
                  <c:v>-0.0207977982068</c:v>
                </c:pt>
                <c:pt idx="73">
                  <c:v>-0.0116232799227</c:v>
                </c:pt>
                <c:pt idx="74">
                  <c:v>0</c:v>
                </c:pt>
                <c:pt idx="75">
                  <c:v>-0.0171272763243</c:v>
                </c:pt>
                <c:pt idx="76">
                  <c:v>-0.00982705157234</c:v>
                </c:pt>
                <c:pt idx="77">
                  <c:v>-0.00872168162017</c:v>
                </c:pt>
                <c:pt idx="78">
                  <c:v>0</c:v>
                </c:pt>
                <c:pt idx="79">
                  <c:v>0</c:v>
                </c:pt>
                <c:pt idx="80">
                  <c:v>-0.00413990270269</c:v>
                </c:pt>
                <c:pt idx="81">
                  <c:v>-0.0172526980702</c:v>
                </c:pt>
                <c:pt idx="82">
                  <c:v>-0.0159768975595</c:v>
                </c:pt>
                <c:pt idx="83">
                  <c:v>-0.0184037516714</c:v>
                </c:pt>
                <c:pt idx="84">
                  <c:v>-0.03706368474</c:v>
                </c:pt>
                <c:pt idx="85">
                  <c:v>-0.0296867130395</c:v>
                </c:pt>
                <c:pt idx="86">
                  <c:v>-0.024320271953</c:v>
                </c:pt>
                <c:pt idx="87">
                  <c:v>-0.0280793112214</c:v>
                </c:pt>
                <c:pt idx="88">
                  <c:v>-0.0421202018389</c:v>
                </c:pt>
                <c:pt idx="89">
                  <c:v>-0.0225068875326</c:v>
                </c:pt>
                <c:pt idx="90">
                  <c:v>-0.0386841187651</c:v>
                </c:pt>
                <c:pt idx="91">
                  <c:v>-0.0455070831248</c:v>
                </c:pt>
                <c:pt idx="92">
                  <c:v>-0.0353224592391</c:v>
                </c:pt>
                <c:pt idx="93">
                  <c:v>-0.0264351298945</c:v>
                </c:pt>
                <c:pt idx="94">
                  <c:v>-0.0173588737316</c:v>
                </c:pt>
                <c:pt idx="95">
                  <c:v>-0.0142881744678</c:v>
                </c:pt>
                <c:pt idx="96">
                  <c:v>-0.0269605089449</c:v>
                </c:pt>
                <c:pt idx="97">
                  <c:v>-0.0266123449736</c:v>
                </c:pt>
                <c:pt idx="98">
                  <c:v>-0.0242831865992</c:v>
                </c:pt>
                <c:pt idx="99">
                  <c:v>-0.031757687598</c:v>
                </c:pt>
                <c:pt idx="100">
                  <c:v>-0.0233757830641</c:v>
                </c:pt>
                <c:pt idx="101">
                  <c:v>-0.0323449969151</c:v>
                </c:pt>
                <c:pt idx="102">
                  <c:v>-0.0374536502416</c:v>
                </c:pt>
                <c:pt idx="103">
                  <c:v>-0.036180895268</c:v>
                </c:pt>
                <c:pt idx="104">
                  <c:v>-0.0308692480071</c:v>
                </c:pt>
                <c:pt idx="105">
                  <c:v>-0.0362482414902</c:v>
                </c:pt>
                <c:pt idx="106">
                  <c:v>-0.0436479676207</c:v>
                </c:pt>
                <c:pt idx="107">
                  <c:v>-0.0653530641519</c:v>
                </c:pt>
                <c:pt idx="108">
                  <c:v>-0.065454627699</c:v>
                </c:pt>
                <c:pt idx="109">
                  <c:v>-0.0800032094815</c:v>
                </c:pt>
                <c:pt idx="110">
                  <c:v>-0.0764220974829</c:v>
                </c:pt>
                <c:pt idx="111">
                  <c:v>-0.0695323091273</c:v>
                </c:pt>
                <c:pt idx="112">
                  <c:v>-0.0540327633899</c:v>
                </c:pt>
                <c:pt idx="113">
                  <c:v>-0.0557351023896</c:v>
                </c:pt>
                <c:pt idx="114">
                  <c:v>-0.0521068247447</c:v>
                </c:pt>
                <c:pt idx="115">
                  <c:v>-0.0527564128517</c:v>
                </c:pt>
                <c:pt idx="116">
                  <c:v>-0.0616598158456</c:v>
                </c:pt>
                <c:pt idx="117">
                  <c:v>-0.0561041999978</c:v>
                </c:pt>
                <c:pt idx="118">
                  <c:v>-0.0536764068268</c:v>
                </c:pt>
                <c:pt idx="119">
                  <c:v>-0.0466112649637</c:v>
                </c:pt>
                <c:pt idx="120">
                  <c:v>-0.0397019805173</c:v>
                </c:pt>
                <c:pt idx="121">
                  <c:v>-0.0417016754292</c:v>
                </c:pt>
                <c:pt idx="122">
                  <c:v>-0.0406483097425</c:v>
                </c:pt>
                <c:pt idx="123">
                  <c:v>-0.0378415566104</c:v>
                </c:pt>
                <c:pt idx="124">
                  <c:v>-0.0332018700492</c:v>
                </c:pt>
                <c:pt idx="125">
                  <c:v>-0.0323987561286</c:v>
                </c:pt>
                <c:pt idx="126">
                  <c:v>-0.0312379549342</c:v>
                </c:pt>
                <c:pt idx="127">
                  <c:v>-0.0344992546548</c:v>
                </c:pt>
                <c:pt idx="128">
                  <c:v>-0.0332760025931</c:v>
                </c:pt>
                <c:pt idx="129">
                  <c:v>-0.032270111697</c:v>
                </c:pt>
                <c:pt idx="130">
                  <c:v>-0.0329781681634</c:v>
                </c:pt>
                <c:pt idx="131">
                  <c:v>-0.0238956298128</c:v>
                </c:pt>
                <c:pt idx="132">
                  <c:v>-0.0211603881287</c:v>
                </c:pt>
                <c:pt idx="133">
                  <c:v>-0.0165516927123</c:v>
                </c:pt>
                <c:pt idx="134">
                  <c:v>-0.0197842381043</c:v>
                </c:pt>
                <c:pt idx="135">
                  <c:v>-0.0180305875656</c:v>
                </c:pt>
                <c:pt idx="136">
                  <c:v>-0.0160655034553</c:v>
                </c:pt>
                <c:pt idx="137">
                  <c:v>-0.0177863665799</c:v>
                </c:pt>
                <c:pt idx="138">
                  <c:v>-0.0199603087013</c:v>
                </c:pt>
                <c:pt idx="139">
                  <c:v>-0.0159315687841</c:v>
                </c:pt>
                <c:pt idx="140">
                  <c:v>-0.0143130991001</c:v>
                </c:pt>
                <c:pt idx="141">
                  <c:v>-0.00978569001099</c:v>
                </c:pt>
                <c:pt idx="142">
                  <c:v>-0.00544850076258</c:v>
                </c:pt>
                <c:pt idx="143">
                  <c:v>0</c:v>
                </c:pt>
                <c:pt idx="144">
                  <c:v>0</c:v>
                </c:pt>
                <c:pt idx="145">
                  <c:v>0</c:v>
                </c:pt>
                <c:pt idx="146">
                  <c:v>0</c:v>
                </c:pt>
                <c:pt idx="147">
                  <c:v>0</c:v>
                </c:pt>
                <c:pt idx="148">
                  <c:v>-0.00241383111606</c:v>
                </c:pt>
                <c:pt idx="149">
                  <c:v>-0.00130953546025</c:v>
                </c:pt>
                <c:pt idx="150">
                  <c:v>-0.00149807079189</c:v>
                </c:pt>
                <c:pt idx="151">
                  <c:v>0</c:v>
                </c:pt>
                <c:pt idx="152">
                  <c:v>-0.0023516561343</c:v>
                </c:pt>
                <c:pt idx="153">
                  <c:v>0</c:v>
                </c:pt>
                <c:pt idx="154">
                  <c:v>-0.00991695515871</c:v>
                </c:pt>
                <c:pt idx="155">
                  <c:v>-0.00964396570212</c:v>
                </c:pt>
                <c:pt idx="156">
                  <c:v>-0.0307420776311</c:v>
                </c:pt>
                <c:pt idx="157">
                  <c:v>-0.0330279507513</c:v>
                </c:pt>
                <c:pt idx="158">
                  <c:v>-0.0340749354137</c:v>
                </c:pt>
                <c:pt idx="159">
                  <c:v>-0.0359574230101</c:v>
                </c:pt>
                <c:pt idx="160">
                  <c:v>-0.0292422453031</c:v>
                </c:pt>
                <c:pt idx="161">
                  <c:v>-0.0249120204089</c:v>
                </c:pt>
                <c:pt idx="162">
                  <c:v>-0.0412211294567</c:v>
                </c:pt>
                <c:pt idx="163">
                  <c:v>-0.031435257596</c:v>
                </c:pt>
                <c:pt idx="164">
                  <c:v>-0.0319264522941</c:v>
                </c:pt>
                <c:pt idx="165">
                  <c:v>-0.0277542483556</c:v>
                </c:pt>
                <c:pt idx="166">
                  <c:v>-0.0300341295377</c:v>
                </c:pt>
                <c:pt idx="167">
                  <c:v>-0.0288500838398</c:v>
                </c:pt>
                <c:pt idx="168">
                  <c:v>-0.0422460623947</c:v>
                </c:pt>
                <c:pt idx="169">
                  <c:v>-0.0352199750078</c:v>
                </c:pt>
                <c:pt idx="170">
                  <c:v>-0.0404780134685</c:v>
                </c:pt>
                <c:pt idx="171">
                  <c:v>-0.029672320477</c:v>
                </c:pt>
                <c:pt idx="172">
                  <c:v>-0.0279829044483</c:v>
                </c:pt>
                <c:pt idx="173">
                  <c:v>-0.0410572858393</c:v>
                </c:pt>
                <c:pt idx="174">
                  <c:v>-0.0459874208556</c:v>
                </c:pt>
                <c:pt idx="175">
                  <c:v>-0.0466649362246</c:v>
                </c:pt>
                <c:pt idx="176">
                  <c:v>-0.0566197991008</c:v>
                </c:pt>
                <c:pt idx="177">
                  <c:v>-0.04396690623</c:v>
                </c:pt>
                <c:pt idx="178">
                  <c:v>-0.0543490233154</c:v>
                </c:pt>
                <c:pt idx="179">
                  <c:v>-0.0501858863681</c:v>
                </c:pt>
                <c:pt idx="180">
                  <c:v>-0.0438904989614</c:v>
                </c:pt>
                <c:pt idx="181">
                  <c:v>-0.0438084807156</c:v>
                </c:pt>
                <c:pt idx="182">
                  <c:v>-0.0465506980547</c:v>
                </c:pt>
                <c:pt idx="183">
                  <c:v>-0.0503766228157</c:v>
                </c:pt>
                <c:pt idx="184">
                  <c:v>-0.0564155426412</c:v>
                </c:pt>
                <c:pt idx="185">
                  <c:v>-0.0640046850398</c:v>
                </c:pt>
                <c:pt idx="186">
                  <c:v>-0.0617168249474</c:v>
                </c:pt>
                <c:pt idx="187">
                  <c:v>-0.0726901180994</c:v>
                </c:pt>
                <c:pt idx="188">
                  <c:v>-0.0652930671205</c:v>
                </c:pt>
                <c:pt idx="189">
                  <c:v>-0.0598917872146</c:v>
                </c:pt>
                <c:pt idx="190">
                  <c:v>-0.0507566622069</c:v>
                </c:pt>
                <c:pt idx="191">
                  <c:v>-0.0550759611603</c:v>
                </c:pt>
                <c:pt idx="192">
                  <c:v>-0.0554928976318</c:v>
                </c:pt>
                <c:pt idx="193">
                  <c:v>-0.0534388882733</c:v>
                </c:pt>
                <c:pt idx="194">
                  <c:v>-0.0618592497206</c:v>
                </c:pt>
                <c:pt idx="195">
                  <c:v>-0.0496645387017</c:v>
                </c:pt>
                <c:pt idx="196">
                  <c:v>-0.0541776463141</c:v>
                </c:pt>
                <c:pt idx="197">
                  <c:v>-0.0458004031873</c:v>
                </c:pt>
                <c:pt idx="198">
                  <c:v>-0.0420140817747</c:v>
                </c:pt>
                <c:pt idx="199">
                  <c:v>-0.0359924200858</c:v>
                </c:pt>
                <c:pt idx="200">
                  <c:v>-0.0334059445427</c:v>
                </c:pt>
                <c:pt idx="201">
                  <c:v>-0.0362204283364</c:v>
                </c:pt>
                <c:pt idx="202">
                  <c:v>-0.0367295326504</c:v>
                </c:pt>
                <c:pt idx="203">
                  <c:v>-0.0421963039632</c:v>
                </c:pt>
                <c:pt idx="204">
                  <c:v>-0.0400509488443</c:v>
                </c:pt>
                <c:pt idx="205">
                  <c:v>-0.0439447144896</c:v>
                </c:pt>
                <c:pt idx="206">
                  <c:v>-0.0388543990978</c:v>
                </c:pt>
                <c:pt idx="207">
                  <c:v>-0.0387852119199</c:v>
                </c:pt>
                <c:pt idx="208">
                  <c:v>-0.0404927650134</c:v>
                </c:pt>
                <c:pt idx="209">
                  <c:v>-0.038326519252</c:v>
                </c:pt>
                <c:pt idx="210">
                  <c:v>-0.046703064992</c:v>
                </c:pt>
                <c:pt idx="211">
                  <c:v>-0.0438862545694</c:v>
                </c:pt>
                <c:pt idx="212">
                  <c:v>-0.0640096345246</c:v>
                </c:pt>
                <c:pt idx="213">
                  <c:v>-0.0622590892868</c:v>
                </c:pt>
                <c:pt idx="214">
                  <c:v>-0.068828733391</c:v>
                </c:pt>
                <c:pt idx="215">
                  <c:v>-0.0574871138988</c:v>
                </c:pt>
                <c:pt idx="216">
                  <c:v>-0.0491997708411</c:v>
                </c:pt>
                <c:pt idx="217">
                  <c:v>-0.037242609902</c:v>
                </c:pt>
                <c:pt idx="218">
                  <c:v>-0.0233856178273</c:v>
                </c:pt>
                <c:pt idx="219">
                  <c:v>-0.027466639879</c:v>
                </c:pt>
                <c:pt idx="220">
                  <c:v>-0.0295212062587</c:v>
                </c:pt>
                <c:pt idx="221">
                  <c:v>-0.0281054701872</c:v>
                </c:pt>
                <c:pt idx="222">
                  <c:v>-0.0241895667417</c:v>
                </c:pt>
                <c:pt idx="223">
                  <c:v>-0.0298809302355</c:v>
                </c:pt>
                <c:pt idx="224">
                  <c:v>-0.0228118510599</c:v>
                </c:pt>
                <c:pt idx="225">
                  <c:v>-0.0147849072228</c:v>
                </c:pt>
                <c:pt idx="226">
                  <c:v>-0.0170484970539</c:v>
                </c:pt>
                <c:pt idx="227">
                  <c:v>-0.0221205498851</c:v>
                </c:pt>
                <c:pt idx="228">
                  <c:v>-0.0209205433356</c:v>
                </c:pt>
                <c:pt idx="229">
                  <c:v>-0.0162648451545</c:v>
                </c:pt>
                <c:pt idx="230">
                  <c:v>-0.0173173601658</c:v>
                </c:pt>
                <c:pt idx="231">
                  <c:v>-0.00484023999494</c:v>
                </c:pt>
                <c:pt idx="232">
                  <c:v>-0.00652633921837</c:v>
                </c:pt>
                <c:pt idx="233">
                  <c:v>-0.00785960728057</c:v>
                </c:pt>
                <c:pt idx="234">
                  <c:v>-0.00642123123316</c:v>
                </c:pt>
                <c:pt idx="235">
                  <c:v>-0.020279849671</c:v>
                </c:pt>
                <c:pt idx="236">
                  <c:v>-0.00791095767644</c:v>
                </c:pt>
                <c:pt idx="237">
                  <c:v>-0.00660382078158</c:v>
                </c:pt>
                <c:pt idx="238">
                  <c:v>-0.00142770333113</c:v>
                </c:pt>
                <c:pt idx="239">
                  <c:v>0</c:v>
                </c:pt>
                <c:pt idx="240">
                  <c:v>0</c:v>
                </c:pt>
                <c:pt idx="241">
                  <c:v>0</c:v>
                </c:pt>
                <c:pt idx="242">
                  <c:v>-0.00389148970949</c:v>
                </c:pt>
                <c:pt idx="243">
                  <c:v>0</c:v>
                </c:pt>
                <c:pt idx="244">
                  <c:v>-0.00422691366692</c:v>
                </c:pt>
                <c:pt idx="245">
                  <c:v>-0.00363284476787</c:v>
                </c:pt>
                <c:pt idx="246">
                  <c:v>0</c:v>
                </c:pt>
                <c:pt idx="247">
                  <c:v>0</c:v>
                </c:pt>
                <c:pt idx="248">
                  <c:v>0</c:v>
                </c:pt>
                <c:pt idx="249">
                  <c:v>-0.00284134849812</c:v>
                </c:pt>
                <c:pt idx="250">
                  <c:v>-0.00722283570179</c:v>
                </c:pt>
                <c:pt idx="251">
                  <c:v>-0.0135313751032</c:v>
                </c:pt>
                <c:pt idx="252">
                  <c:v>-0.00506571341338</c:v>
                </c:pt>
                <c:pt idx="253">
                  <c:v>-0.00562078637322</c:v>
                </c:pt>
                <c:pt idx="254">
                  <c:v>-0.00641811698726</c:v>
                </c:pt>
                <c:pt idx="255">
                  <c:v>-0.00153980366261</c:v>
                </c:pt>
                <c:pt idx="256">
                  <c:v>0</c:v>
                </c:pt>
                <c:pt idx="257">
                  <c:v>-0.000545907347075</c:v>
                </c:pt>
                <c:pt idx="258">
                  <c:v>-0.000111414945428</c:v>
                </c:pt>
                <c:pt idx="259">
                  <c:v>0</c:v>
                </c:pt>
                <c:pt idx="260">
                  <c:v>-0.00237401301373</c:v>
                </c:pt>
                <c:pt idx="261">
                  <c:v>0</c:v>
                </c:pt>
                <c:pt idx="262">
                  <c:v>0</c:v>
                </c:pt>
                <c:pt idx="263">
                  <c:v>-0.00426164479583</c:v>
                </c:pt>
                <c:pt idx="264">
                  <c:v>0</c:v>
                </c:pt>
                <c:pt idx="265">
                  <c:v>-0.00342341361973</c:v>
                </c:pt>
                <c:pt idx="266">
                  <c:v>0</c:v>
                </c:pt>
                <c:pt idx="267">
                  <c:v>-0.00835121605894</c:v>
                </c:pt>
                <c:pt idx="268">
                  <c:v>-0.00536960958971</c:v>
                </c:pt>
                <c:pt idx="269">
                  <c:v>0</c:v>
                </c:pt>
                <c:pt idx="270">
                  <c:v>0</c:v>
                </c:pt>
                <c:pt idx="271">
                  <c:v>0</c:v>
                </c:pt>
                <c:pt idx="272">
                  <c:v>-0.00944660749014</c:v>
                </c:pt>
                <c:pt idx="273">
                  <c:v>-0.00284017663677</c:v>
                </c:pt>
                <c:pt idx="274">
                  <c:v>-0.00772931378445</c:v>
                </c:pt>
                <c:pt idx="275">
                  <c:v>-0.0225959059926</c:v>
                </c:pt>
                <c:pt idx="276">
                  <c:v>-0.0192638385193</c:v>
                </c:pt>
                <c:pt idx="277">
                  <c:v>-0.0326138865199</c:v>
                </c:pt>
                <c:pt idx="278">
                  <c:v>-0.0181108425167</c:v>
                </c:pt>
                <c:pt idx="279">
                  <c:v>-0.00840005633849</c:v>
                </c:pt>
                <c:pt idx="280">
                  <c:v>-0.0040661875772</c:v>
                </c:pt>
                <c:pt idx="281">
                  <c:v>-0.00442681468571</c:v>
                </c:pt>
                <c:pt idx="282">
                  <c:v>0</c:v>
                </c:pt>
                <c:pt idx="283">
                  <c:v>0</c:v>
                </c:pt>
                <c:pt idx="284">
                  <c:v>-0.00158231862699</c:v>
                </c:pt>
                <c:pt idx="285">
                  <c:v>-0.00577722419877</c:v>
                </c:pt>
                <c:pt idx="286">
                  <c:v>-0.00377191065329</c:v>
                </c:pt>
                <c:pt idx="287">
                  <c:v>-0.00132044928645</c:v>
                </c:pt>
                <c:pt idx="288">
                  <c:v>0</c:v>
                </c:pt>
                <c:pt idx="289">
                  <c:v>0</c:v>
                </c:pt>
                <c:pt idx="290">
                  <c:v>0</c:v>
                </c:pt>
                <c:pt idx="291">
                  <c:v>-0.00646095954805</c:v>
                </c:pt>
                <c:pt idx="292">
                  <c:v>-0.00945416151094</c:v>
                </c:pt>
                <c:pt idx="293">
                  <c:v>-0.0138113325272</c:v>
                </c:pt>
                <c:pt idx="294">
                  <c:v>-0.010235028891</c:v>
                </c:pt>
                <c:pt idx="295">
                  <c:v>-0.00302930933401</c:v>
                </c:pt>
                <c:pt idx="296">
                  <c:v>-0.00626593745897</c:v>
                </c:pt>
                <c:pt idx="297">
                  <c:v>-0.0138205255714</c:v>
                </c:pt>
                <c:pt idx="298">
                  <c:v>-0.00466966068155</c:v>
                </c:pt>
                <c:pt idx="299">
                  <c:v>-0.00779898196956</c:v>
                </c:pt>
                <c:pt idx="300">
                  <c:v>-0.00393865918003</c:v>
                </c:pt>
                <c:pt idx="301">
                  <c:v>-0.00277091098932</c:v>
                </c:pt>
                <c:pt idx="302">
                  <c:v>0</c:v>
                </c:pt>
                <c:pt idx="303">
                  <c:v>-0.00301728912283</c:v>
                </c:pt>
                <c:pt idx="304">
                  <c:v>0</c:v>
                </c:pt>
                <c:pt idx="305">
                  <c:v>-0.00429485613887</c:v>
                </c:pt>
                <c:pt idx="306">
                  <c:v>0</c:v>
                </c:pt>
                <c:pt idx="307">
                  <c:v>-0.00891012894607</c:v>
                </c:pt>
                <c:pt idx="308">
                  <c:v>-0.00473535202654</c:v>
                </c:pt>
                <c:pt idx="309">
                  <c:v>-0.00444222457028</c:v>
                </c:pt>
                <c:pt idx="310">
                  <c:v>-0.00321838056145</c:v>
                </c:pt>
                <c:pt idx="311">
                  <c:v>-0.0225094328277</c:v>
                </c:pt>
                <c:pt idx="312">
                  <c:v>-0.0127370357314</c:v>
                </c:pt>
                <c:pt idx="313">
                  <c:v>-0.012436175858</c:v>
                </c:pt>
                <c:pt idx="314">
                  <c:v>-0.0288377137223</c:v>
                </c:pt>
                <c:pt idx="315">
                  <c:v>-0.0247487274804</c:v>
                </c:pt>
                <c:pt idx="316">
                  <c:v>-0.0274458567156</c:v>
                </c:pt>
                <c:pt idx="317">
                  <c:v>-0.0105647588694</c:v>
                </c:pt>
                <c:pt idx="318">
                  <c:v>-0.0105757807934</c:v>
                </c:pt>
                <c:pt idx="319">
                  <c:v>-0.0111455764425</c:v>
                </c:pt>
                <c:pt idx="320">
                  <c:v>-0.0113536672871</c:v>
                </c:pt>
                <c:pt idx="321">
                  <c:v>-0.00289418284785</c:v>
                </c:pt>
                <c:pt idx="322">
                  <c:v>-0.00297644177605</c:v>
                </c:pt>
                <c:pt idx="323">
                  <c:v>-0.00211155901956</c:v>
                </c:pt>
                <c:pt idx="324">
                  <c:v>-0.00601383755745</c:v>
                </c:pt>
                <c:pt idx="325">
                  <c:v>-0.0046422317958</c:v>
                </c:pt>
                <c:pt idx="326">
                  <c:v>-0.00700699834963</c:v>
                </c:pt>
                <c:pt idx="327">
                  <c:v>-0.00947350147272</c:v>
                </c:pt>
                <c:pt idx="328">
                  <c:v>-0.00312487126065</c:v>
                </c:pt>
                <c:pt idx="329">
                  <c:v>-0.000255484724006</c:v>
                </c:pt>
                <c:pt idx="330">
                  <c:v>0</c:v>
                </c:pt>
                <c:pt idx="331">
                  <c:v>0</c:v>
                </c:pt>
                <c:pt idx="332">
                  <c:v>0</c:v>
                </c:pt>
                <c:pt idx="333">
                  <c:v>-0.00922036943696</c:v>
                </c:pt>
                <c:pt idx="334">
                  <c:v>-0.0137387157443</c:v>
                </c:pt>
                <c:pt idx="335">
                  <c:v>-0.00825917265009</c:v>
                </c:pt>
                <c:pt idx="336">
                  <c:v>-0.00262542925726</c:v>
                </c:pt>
                <c:pt idx="337">
                  <c:v>0</c:v>
                </c:pt>
                <c:pt idx="338">
                  <c:v>0</c:v>
                </c:pt>
                <c:pt idx="339">
                  <c:v>0</c:v>
                </c:pt>
                <c:pt idx="340">
                  <c:v>0</c:v>
                </c:pt>
                <c:pt idx="341">
                  <c:v>-0.00363457289898</c:v>
                </c:pt>
                <c:pt idx="342">
                  <c:v>-0.00670292318531</c:v>
                </c:pt>
                <c:pt idx="343">
                  <c:v>-0.00594097507159</c:v>
                </c:pt>
                <c:pt idx="344">
                  <c:v>-0.00680702944668</c:v>
                </c:pt>
                <c:pt idx="345">
                  <c:v>-3.21558458608e-5</c:v>
                </c:pt>
                <c:pt idx="346">
                  <c:v>0</c:v>
                </c:pt>
                <c:pt idx="347">
                  <c:v>-0.00995092463646</c:v>
                </c:pt>
                <c:pt idx="348">
                  <c:v>-0.0153546944544</c:v>
                </c:pt>
                <c:pt idx="349">
                  <c:v>-0.0247776478816</c:v>
                </c:pt>
                <c:pt idx="350">
                  <c:v>-0.0256623632003</c:v>
                </c:pt>
                <c:pt idx="351">
                  <c:v>-0.0281194549159</c:v>
                </c:pt>
                <c:pt idx="352">
                  <c:v>-0.0221536071654</c:v>
                </c:pt>
                <c:pt idx="353">
                  <c:v>-0.0144565030794</c:v>
                </c:pt>
                <c:pt idx="354">
                  <c:v>-0.0279410811466</c:v>
                </c:pt>
                <c:pt idx="355">
                  <c:v>-0.0257541758821</c:v>
                </c:pt>
                <c:pt idx="356">
                  <c:v>-0.0242145621418</c:v>
                </c:pt>
                <c:pt idx="357">
                  <c:v>-0.0163013322682</c:v>
                </c:pt>
                <c:pt idx="358">
                  <c:v>-0.0157763415563</c:v>
                </c:pt>
                <c:pt idx="359">
                  <c:v>-0.0150397526663</c:v>
                </c:pt>
                <c:pt idx="360">
                  <c:v>-0.0106175379592</c:v>
                </c:pt>
                <c:pt idx="361">
                  <c:v>-0.00597976634525</c:v>
                </c:pt>
                <c:pt idx="362">
                  <c:v>-0.00928549188578</c:v>
                </c:pt>
                <c:pt idx="363">
                  <c:v>-0.00192843257392</c:v>
                </c:pt>
                <c:pt idx="364">
                  <c:v>-0.00361241481831</c:v>
                </c:pt>
                <c:pt idx="365">
                  <c:v>-0.00924886222495</c:v>
                </c:pt>
                <c:pt idx="366">
                  <c:v>-0.000432581386313</c:v>
                </c:pt>
                <c:pt idx="367">
                  <c:v>-0.000528332032652</c:v>
                </c:pt>
                <c:pt idx="368">
                  <c:v>0</c:v>
                </c:pt>
                <c:pt idx="369">
                  <c:v>-0.00260347520002</c:v>
                </c:pt>
                <c:pt idx="370">
                  <c:v>0</c:v>
                </c:pt>
                <c:pt idx="371">
                  <c:v>-0.00318948750619</c:v>
                </c:pt>
                <c:pt idx="372">
                  <c:v>-0.00286496948648</c:v>
                </c:pt>
                <c:pt idx="373">
                  <c:v>-0.00379901187183</c:v>
                </c:pt>
                <c:pt idx="374">
                  <c:v>-0.0114075057143</c:v>
                </c:pt>
                <c:pt idx="375">
                  <c:v>-0.0161570453082</c:v>
                </c:pt>
                <c:pt idx="376">
                  <c:v>-0.0147535434763</c:v>
                </c:pt>
                <c:pt idx="377">
                  <c:v>-0.00702553781092</c:v>
                </c:pt>
                <c:pt idx="378">
                  <c:v>-0.00719308928237</c:v>
                </c:pt>
                <c:pt idx="379">
                  <c:v>-0.00373565617187</c:v>
                </c:pt>
                <c:pt idx="380">
                  <c:v>-0.0003106962115</c:v>
                </c:pt>
                <c:pt idx="381">
                  <c:v>-0.000948184004888</c:v>
                </c:pt>
                <c:pt idx="382">
                  <c:v>0</c:v>
                </c:pt>
                <c:pt idx="383">
                  <c:v>-0.00238792473287</c:v>
                </c:pt>
                <c:pt idx="384">
                  <c:v>0</c:v>
                </c:pt>
                <c:pt idx="385">
                  <c:v>0</c:v>
                </c:pt>
                <c:pt idx="386">
                  <c:v>0</c:v>
                </c:pt>
                <c:pt idx="387">
                  <c:v>-0.000588215144819</c:v>
                </c:pt>
                <c:pt idx="388">
                  <c:v>-0.00591046890974</c:v>
                </c:pt>
                <c:pt idx="389">
                  <c:v>-0.010802926866</c:v>
                </c:pt>
                <c:pt idx="390">
                  <c:v>-0.0155926427215</c:v>
                </c:pt>
                <c:pt idx="391">
                  <c:v>-0.00402067670943</c:v>
                </c:pt>
                <c:pt idx="392">
                  <c:v>-0.00199407487977</c:v>
                </c:pt>
                <c:pt idx="393">
                  <c:v>0</c:v>
                </c:pt>
                <c:pt idx="394">
                  <c:v>-0.000935305783279</c:v>
                </c:pt>
                <c:pt idx="395">
                  <c:v>-0.00624532200733</c:v>
                </c:pt>
                <c:pt idx="396">
                  <c:v>-0.00807939390228</c:v>
                </c:pt>
                <c:pt idx="397">
                  <c:v>-0.0271484611459</c:v>
                </c:pt>
                <c:pt idx="398">
                  <c:v>-0.0154767549278</c:v>
                </c:pt>
                <c:pt idx="399">
                  <c:v>-0.00433379785852</c:v>
                </c:pt>
                <c:pt idx="400">
                  <c:v>0</c:v>
                </c:pt>
                <c:pt idx="401">
                  <c:v>0</c:v>
                </c:pt>
                <c:pt idx="402">
                  <c:v>-0.000513174026187</c:v>
                </c:pt>
                <c:pt idx="403">
                  <c:v>-0.00574948461094</c:v>
                </c:pt>
                <c:pt idx="404">
                  <c:v>-0.00102965656633</c:v>
                </c:pt>
                <c:pt idx="405">
                  <c:v>0</c:v>
                </c:pt>
                <c:pt idx="406">
                  <c:v>-0.00465362174771</c:v>
                </c:pt>
                <c:pt idx="407">
                  <c:v>-0.00965094199046</c:v>
                </c:pt>
                <c:pt idx="408">
                  <c:v>-0.00981932158911</c:v>
                </c:pt>
                <c:pt idx="409">
                  <c:v>-0.0125671540652</c:v>
                </c:pt>
                <c:pt idx="410">
                  <c:v>-0.00801285095631</c:v>
                </c:pt>
                <c:pt idx="411">
                  <c:v>-0.00839573038288</c:v>
                </c:pt>
                <c:pt idx="412">
                  <c:v>-0.0103574637081</c:v>
                </c:pt>
                <c:pt idx="413">
                  <c:v>-0.00175434716978</c:v>
                </c:pt>
                <c:pt idx="414">
                  <c:v>0</c:v>
                </c:pt>
                <c:pt idx="415">
                  <c:v>-0.00110138329561</c:v>
                </c:pt>
                <c:pt idx="416">
                  <c:v>-0.00144612967644</c:v>
                </c:pt>
                <c:pt idx="417">
                  <c:v>-0.00370017449209</c:v>
                </c:pt>
                <c:pt idx="418">
                  <c:v>-0.0112576573482</c:v>
                </c:pt>
                <c:pt idx="419">
                  <c:v>-0.015052878743</c:v>
                </c:pt>
                <c:pt idx="420">
                  <c:v>-0.0228972377172</c:v>
                </c:pt>
                <c:pt idx="421">
                  <c:v>-0.0230926034947</c:v>
                </c:pt>
                <c:pt idx="422">
                  <c:v>-0.0137229669148</c:v>
                </c:pt>
                <c:pt idx="423">
                  <c:v>-0.00680669151661</c:v>
                </c:pt>
                <c:pt idx="424">
                  <c:v>-0.00396642429587</c:v>
                </c:pt>
                <c:pt idx="425">
                  <c:v>-0.0094804814788</c:v>
                </c:pt>
                <c:pt idx="426">
                  <c:v>-0.00482930266894</c:v>
                </c:pt>
                <c:pt idx="427">
                  <c:v>-0.00418610630358</c:v>
                </c:pt>
                <c:pt idx="428">
                  <c:v>-0.00958263821362</c:v>
                </c:pt>
                <c:pt idx="429">
                  <c:v>-0.00955835191942</c:v>
                </c:pt>
                <c:pt idx="430">
                  <c:v>-0.00454221309167</c:v>
                </c:pt>
                <c:pt idx="431">
                  <c:v>-0.0065835981802</c:v>
                </c:pt>
                <c:pt idx="432">
                  <c:v>-0.00614555254123</c:v>
                </c:pt>
                <c:pt idx="433">
                  <c:v>-0.0113163234344</c:v>
                </c:pt>
                <c:pt idx="434">
                  <c:v>-0.0110305439721</c:v>
                </c:pt>
                <c:pt idx="435">
                  <c:v>-0.0105982246338</c:v>
                </c:pt>
                <c:pt idx="436">
                  <c:v>-0.0123604156575</c:v>
                </c:pt>
                <c:pt idx="437">
                  <c:v>-0.0120038001883</c:v>
                </c:pt>
                <c:pt idx="438">
                  <c:v>-0.0100246704327</c:v>
                </c:pt>
                <c:pt idx="439">
                  <c:v>-0.0076487334851</c:v>
                </c:pt>
                <c:pt idx="440">
                  <c:v>-0.0132978400214</c:v>
                </c:pt>
                <c:pt idx="441">
                  <c:v>-0.0154956475557</c:v>
                </c:pt>
                <c:pt idx="442">
                  <c:v>-0.0191814709224</c:v>
                </c:pt>
                <c:pt idx="443">
                  <c:v>-0.016466343115</c:v>
                </c:pt>
                <c:pt idx="444">
                  <c:v>-0.0112367659775</c:v>
                </c:pt>
                <c:pt idx="445">
                  <c:v>-0.00771765770701</c:v>
                </c:pt>
                <c:pt idx="446">
                  <c:v>-0.0132241937508</c:v>
                </c:pt>
                <c:pt idx="447">
                  <c:v>-0.00720419990336</c:v>
                </c:pt>
                <c:pt idx="448">
                  <c:v>-0.0188967026302</c:v>
                </c:pt>
                <c:pt idx="449">
                  <c:v>-0.0172451736353</c:v>
                </c:pt>
                <c:pt idx="450">
                  <c:v>-0.0153842067569</c:v>
                </c:pt>
                <c:pt idx="451">
                  <c:v>-0.0126470005523</c:v>
                </c:pt>
                <c:pt idx="452">
                  <c:v>-0.0140012061104</c:v>
                </c:pt>
                <c:pt idx="453">
                  <c:v>-0.00834017564926</c:v>
                </c:pt>
                <c:pt idx="454">
                  <c:v>-0.0110370222328</c:v>
                </c:pt>
                <c:pt idx="455">
                  <c:v>-0.00687741255519</c:v>
                </c:pt>
                <c:pt idx="456">
                  <c:v>-0.00948344332488</c:v>
                </c:pt>
                <c:pt idx="457">
                  <c:v>-0.0116315127952</c:v>
                </c:pt>
                <c:pt idx="458">
                  <c:v>-0.00822018932028</c:v>
                </c:pt>
                <c:pt idx="459">
                  <c:v>0</c:v>
                </c:pt>
                <c:pt idx="460">
                  <c:v>0</c:v>
                </c:pt>
                <c:pt idx="461">
                  <c:v>-0.000171701171891</c:v>
                </c:pt>
                <c:pt idx="462">
                  <c:v>-0.00117065572273</c:v>
                </c:pt>
                <c:pt idx="463">
                  <c:v>-0.000478113959809</c:v>
                </c:pt>
                <c:pt idx="464">
                  <c:v>0</c:v>
                </c:pt>
                <c:pt idx="465">
                  <c:v>-0.00591092864096</c:v>
                </c:pt>
                <c:pt idx="466">
                  <c:v>0</c:v>
                </c:pt>
                <c:pt idx="467">
                  <c:v>0</c:v>
                </c:pt>
                <c:pt idx="468">
                  <c:v>0</c:v>
                </c:pt>
                <c:pt idx="469">
                  <c:v>-0.00174884888202</c:v>
                </c:pt>
                <c:pt idx="470">
                  <c:v>0</c:v>
                </c:pt>
                <c:pt idx="471">
                  <c:v>-0.00480852593728</c:v>
                </c:pt>
                <c:pt idx="472">
                  <c:v>0</c:v>
                </c:pt>
                <c:pt idx="473">
                  <c:v>0</c:v>
                </c:pt>
                <c:pt idx="474">
                  <c:v>-0.00641877907029</c:v>
                </c:pt>
                <c:pt idx="475">
                  <c:v>-0.0040652774735</c:v>
                </c:pt>
                <c:pt idx="476">
                  <c:v>0</c:v>
                </c:pt>
                <c:pt idx="477">
                  <c:v>0</c:v>
                </c:pt>
                <c:pt idx="478">
                  <c:v>0</c:v>
                </c:pt>
                <c:pt idx="479">
                  <c:v>-0.00786653360646</c:v>
                </c:pt>
                <c:pt idx="480">
                  <c:v>-0.00244148728307</c:v>
                </c:pt>
                <c:pt idx="481">
                  <c:v>-0.000178089253734</c:v>
                </c:pt>
                <c:pt idx="482">
                  <c:v>-0.00421914600377</c:v>
                </c:pt>
                <c:pt idx="483">
                  <c:v>-0.00339951391819</c:v>
                </c:pt>
                <c:pt idx="484">
                  <c:v>-0.00190832108738</c:v>
                </c:pt>
                <c:pt idx="485">
                  <c:v>-0.000302011274532</c:v>
                </c:pt>
                <c:pt idx="486">
                  <c:v>-0.00185540584156</c:v>
                </c:pt>
                <c:pt idx="487">
                  <c:v>-0.0026751414658</c:v>
                </c:pt>
                <c:pt idx="488">
                  <c:v>-0.0020722673802</c:v>
                </c:pt>
                <c:pt idx="489">
                  <c:v>0</c:v>
                </c:pt>
                <c:pt idx="490">
                  <c:v>0</c:v>
                </c:pt>
                <c:pt idx="491">
                  <c:v>-0.0149520184086</c:v>
                </c:pt>
                <c:pt idx="492">
                  <c:v>-0.0154102521494</c:v>
                </c:pt>
                <c:pt idx="493">
                  <c:v>-0.026640031893</c:v>
                </c:pt>
                <c:pt idx="494">
                  <c:v>-0.0297163130123</c:v>
                </c:pt>
                <c:pt idx="495">
                  <c:v>-0.0252886415355</c:v>
                </c:pt>
                <c:pt idx="496">
                  <c:v>-0.0198770829286</c:v>
                </c:pt>
                <c:pt idx="497">
                  <c:v>-0.0185651667076</c:v>
                </c:pt>
                <c:pt idx="498">
                  <c:v>-0.0142387602934</c:v>
                </c:pt>
                <c:pt idx="499">
                  <c:v>-0.0221739609786</c:v>
                </c:pt>
                <c:pt idx="500">
                  <c:v>-0.0266293725903</c:v>
                </c:pt>
                <c:pt idx="501">
                  <c:v>-0.0204256099586</c:v>
                </c:pt>
                <c:pt idx="502">
                  <c:v>-0.018228427691</c:v>
                </c:pt>
                <c:pt idx="503">
                  <c:v>-0.0202429147819</c:v>
                </c:pt>
                <c:pt idx="504">
                  <c:v>-0.0170620401921</c:v>
                </c:pt>
                <c:pt idx="505">
                  <c:v>-0.022043643308</c:v>
                </c:pt>
                <c:pt idx="506">
                  <c:v>-0.0242505349093</c:v>
                </c:pt>
                <c:pt idx="507">
                  <c:v>-0.0303040423542</c:v>
                </c:pt>
                <c:pt idx="508">
                  <c:v>-0.0222261762265</c:v>
                </c:pt>
                <c:pt idx="509">
                  <c:v>-0.0169927584619</c:v>
                </c:pt>
                <c:pt idx="510">
                  <c:v>-0.0193323759226</c:v>
                </c:pt>
                <c:pt idx="511">
                  <c:v>-0.0220324145472</c:v>
                </c:pt>
                <c:pt idx="512">
                  <c:v>-0.0141956825518</c:v>
                </c:pt>
                <c:pt idx="513">
                  <c:v>-0.0178078818391</c:v>
                </c:pt>
                <c:pt idx="514">
                  <c:v>-0.0230208877416</c:v>
                </c:pt>
                <c:pt idx="515">
                  <c:v>-0.0234797588181</c:v>
                </c:pt>
                <c:pt idx="516">
                  <c:v>-0.0233580124648</c:v>
                </c:pt>
                <c:pt idx="517">
                  <c:v>-0.0351448402957</c:v>
                </c:pt>
                <c:pt idx="518">
                  <c:v>-0.0323717978801</c:v>
                </c:pt>
                <c:pt idx="519">
                  <c:v>-0.0388581993572</c:v>
                </c:pt>
                <c:pt idx="520">
                  <c:v>-0.0366588197404</c:v>
                </c:pt>
                <c:pt idx="521">
                  <c:v>-0.0358229579303</c:v>
                </c:pt>
                <c:pt idx="522">
                  <c:v>-0.0370528666972</c:v>
                </c:pt>
                <c:pt idx="523">
                  <c:v>-0.0277486486314</c:v>
                </c:pt>
                <c:pt idx="524">
                  <c:v>-0.0296196388964</c:v>
                </c:pt>
                <c:pt idx="525">
                  <c:v>-0.0343347899074</c:v>
                </c:pt>
                <c:pt idx="526">
                  <c:v>-0.0370916815623</c:v>
                </c:pt>
                <c:pt idx="527">
                  <c:v>-0.0354499427159</c:v>
                </c:pt>
                <c:pt idx="528">
                  <c:v>-0.0421421535595</c:v>
                </c:pt>
                <c:pt idx="529">
                  <c:v>-0.0379161651379</c:v>
                </c:pt>
                <c:pt idx="530">
                  <c:v>-0.040585036798</c:v>
                </c:pt>
                <c:pt idx="531">
                  <c:v>-0.040845566765</c:v>
                </c:pt>
                <c:pt idx="532">
                  <c:v>-0.0447846775237</c:v>
                </c:pt>
                <c:pt idx="533">
                  <c:v>-0.0467875434083</c:v>
                </c:pt>
                <c:pt idx="534">
                  <c:v>-0.0524331029966</c:v>
                </c:pt>
                <c:pt idx="535">
                  <c:v>-0.0472940938011</c:v>
                </c:pt>
                <c:pt idx="536">
                  <c:v>-0.0404794642387</c:v>
                </c:pt>
                <c:pt idx="537">
                  <c:v>-0.0346703024532</c:v>
                </c:pt>
                <c:pt idx="538">
                  <c:v>-0.0360130809043</c:v>
                </c:pt>
                <c:pt idx="539">
                  <c:v>-0.0334273979893</c:v>
                </c:pt>
                <c:pt idx="540">
                  <c:v>-0.0387658644097</c:v>
                </c:pt>
                <c:pt idx="541">
                  <c:v>-0.0429710816147</c:v>
                </c:pt>
                <c:pt idx="542">
                  <c:v>-0.0374081221963</c:v>
                </c:pt>
                <c:pt idx="543">
                  <c:v>-0.0337376217544</c:v>
                </c:pt>
                <c:pt idx="544">
                  <c:v>-0.0259437770186</c:v>
                </c:pt>
                <c:pt idx="545">
                  <c:v>-0.0289250573747</c:v>
                </c:pt>
                <c:pt idx="546">
                  <c:v>-0.025846350768</c:v>
                </c:pt>
                <c:pt idx="547">
                  <c:v>-0.0263502622943</c:v>
                </c:pt>
                <c:pt idx="548">
                  <c:v>-0.0294974688986</c:v>
                </c:pt>
                <c:pt idx="549">
                  <c:v>-0.0269740125448</c:v>
                </c:pt>
                <c:pt idx="550">
                  <c:v>-0.0259172557015</c:v>
                </c:pt>
                <c:pt idx="551">
                  <c:v>-0.0264830720108</c:v>
                </c:pt>
                <c:pt idx="552">
                  <c:v>-0.0251564234727</c:v>
                </c:pt>
                <c:pt idx="553">
                  <c:v>-0.0279419520343</c:v>
                </c:pt>
                <c:pt idx="554">
                  <c:v>-0.027456905321</c:v>
                </c:pt>
                <c:pt idx="555">
                  <c:v>-0.0393536411853</c:v>
                </c:pt>
                <c:pt idx="556">
                  <c:v>-0.0378763477019</c:v>
                </c:pt>
                <c:pt idx="557">
                  <c:v>-0.0347841181654</c:v>
                </c:pt>
                <c:pt idx="558">
                  <c:v>-0.0203627944956</c:v>
                </c:pt>
                <c:pt idx="559">
                  <c:v>-0.0117769964718</c:v>
                </c:pt>
                <c:pt idx="560">
                  <c:v>-0.00142937635186</c:v>
                </c:pt>
                <c:pt idx="561">
                  <c:v>0</c:v>
                </c:pt>
                <c:pt idx="562">
                  <c:v>0</c:v>
                </c:pt>
                <c:pt idx="563">
                  <c:v>0</c:v>
                </c:pt>
                <c:pt idx="564">
                  <c:v>-0.0326137094295</c:v>
                </c:pt>
                <c:pt idx="565">
                  <c:v>-0.0352277608728</c:v>
                </c:pt>
                <c:pt idx="566">
                  <c:v>-0.0290061480868</c:v>
                </c:pt>
                <c:pt idx="567">
                  <c:v>-0.0443864588511</c:v>
                </c:pt>
                <c:pt idx="568">
                  <c:v>-0.0565153033712</c:v>
                </c:pt>
                <c:pt idx="569">
                  <c:v>-0.0496545428886</c:v>
                </c:pt>
                <c:pt idx="570">
                  <c:v>-0.030191074426</c:v>
                </c:pt>
                <c:pt idx="571">
                  <c:v>-0.0297948146561</c:v>
                </c:pt>
                <c:pt idx="572">
                  <c:v>-0.0105221612503</c:v>
                </c:pt>
                <c:pt idx="573">
                  <c:v>-0.011228645005</c:v>
                </c:pt>
                <c:pt idx="574">
                  <c:v>0</c:v>
                </c:pt>
                <c:pt idx="575">
                  <c:v>0</c:v>
                </c:pt>
                <c:pt idx="576">
                  <c:v>0</c:v>
                </c:pt>
                <c:pt idx="577">
                  <c:v>-0.0173078111649</c:v>
                </c:pt>
                <c:pt idx="578">
                  <c:v>-0.0162533423787</c:v>
                </c:pt>
                <c:pt idx="579">
                  <c:v>-0.00764416536592</c:v>
                </c:pt>
                <c:pt idx="580">
                  <c:v>-0.0195485849975</c:v>
                </c:pt>
                <c:pt idx="581">
                  <c:v>-0.0192936673307</c:v>
                </c:pt>
                <c:pt idx="582">
                  <c:v>-0.00778542831119</c:v>
                </c:pt>
                <c:pt idx="583">
                  <c:v>-0.0106382215477</c:v>
                </c:pt>
                <c:pt idx="584">
                  <c:v>-0.0145611304837</c:v>
                </c:pt>
                <c:pt idx="585">
                  <c:v>-0.0126592916295</c:v>
                </c:pt>
                <c:pt idx="586">
                  <c:v>-0.0121594835199</c:v>
                </c:pt>
                <c:pt idx="587">
                  <c:v>-0.0172048540932</c:v>
                </c:pt>
                <c:pt idx="588">
                  <c:v>-0.0137334245583</c:v>
                </c:pt>
                <c:pt idx="589">
                  <c:v>-0.00577928099801</c:v>
                </c:pt>
                <c:pt idx="590">
                  <c:v>-0.00873425364229</c:v>
                </c:pt>
                <c:pt idx="591">
                  <c:v>-0.0112350509171</c:v>
                </c:pt>
                <c:pt idx="592">
                  <c:v>-0.0145122917493</c:v>
                </c:pt>
                <c:pt idx="593">
                  <c:v>-0.0075211106942</c:v>
                </c:pt>
                <c:pt idx="594">
                  <c:v>-0.0115473285176</c:v>
                </c:pt>
                <c:pt idx="595">
                  <c:v>-0.0199658985642</c:v>
                </c:pt>
                <c:pt idx="596">
                  <c:v>-0.0240561300122</c:v>
                </c:pt>
                <c:pt idx="597">
                  <c:v>-0.026389823765</c:v>
                </c:pt>
                <c:pt idx="598">
                  <c:v>-0.0261378181008</c:v>
                </c:pt>
                <c:pt idx="599">
                  <c:v>-0.0139350213714</c:v>
                </c:pt>
                <c:pt idx="600">
                  <c:v>-0.0167761499048</c:v>
                </c:pt>
                <c:pt idx="601">
                  <c:v>-0.0181025858292</c:v>
                </c:pt>
                <c:pt idx="602">
                  <c:v>-0.0189525117811</c:v>
                </c:pt>
                <c:pt idx="603">
                  <c:v>-0.0100887355183</c:v>
                </c:pt>
                <c:pt idx="604">
                  <c:v>-0.0213337069833</c:v>
                </c:pt>
                <c:pt idx="605">
                  <c:v>-0.0200045027516</c:v>
                </c:pt>
                <c:pt idx="606">
                  <c:v>-0.0368735026858</c:v>
                </c:pt>
                <c:pt idx="607">
                  <c:v>-0.0446765160961</c:v>
                </c:pt>
                <c:pt idx="608">
                  <c:v>-0.0369572847239</c:v>
                </c:pt>
                <c:pt idx="609">
                  <c:v>-0.0477751246055</c:v>
                </c:pt>
                <c:pt idx="610">
                  <c:v>-0.0428595861021</c:v>
                </c:pt>
                <c:pt idx="611">
                  <c:v>-0.0377648123401</c:v>
                </c:pt>
                <c:pt idx="612">
                  <c:v>-0.0396984967819</c:v>
                </c:pt>
                <c:pt idx="613">
                  <c:v>-0.0438237061452</c:v>
                </c:pt>
                <c:pt idx="614">
                  <c:v>-0.0401500043872</c:v>
                </c:pt>
                <c:pt idx="615">
                  <c:v>-0.0376084438309</c:v>
                </c:pt>
                <c:pt idx="616">
                  <c:v>-0.0368902804859</c:v>
                </c:pt>
                <c:pt idx="617">
                  <c:v>-0.0390063253949</c:v>
                </c:pt>
                <c:pt idx="618">
                  <c:v>-0.0427639833755</c:v>
                </c:pt>
                <c:pt idx="619">
                  <c:v>-0.0363420741545</c:v>
                </c:pt>
                <c:pt idx="620">
                  <c:v>-0.0311116137496</c:v>
                </c:pt>
                <c:pt idx="621">
                  <c:v>-0.0309752081708</c:v>
                </c:pt>
                <c:pt idx="622">
                  <c:v>-0.0347750275031</c:v>
                </c:pt>
                <c:pt idx="623">
                  <c:v>-0.0321693457064</c:v>
                </c:pt>
                <c:pt idx="624">
                  <c:v>-0.023542689036</c:v>
                </c:pt>
                <c:pt idx="625">
                  <c:v>-0.0242024928263</c:v>
                </c:pt>
                <c:pt idx="626">
                  <c:v>-0.0220174297091</c:v>
                </c:pt>
                <c:pt idx="627">
                  <c:v>-0.019949795405</c:v>
                </c:pt>
                <c:pt idx="628">
                  <c:v>-0.0185746207312</c:v>
                </c:pt>
                <c:pt idx="629">
                  <c:v>-0.0210121144929</c:v>
                </c:pt>
                <c:pt idx="630">
                  <c:v>-0.023738939998</c:v>
                </c:pt>
                <c:pt idx="631">
                  <c:v>-0.0346408070826</c:v>
                </c:pt>
                <c:pt idx="632">
                  <c:v>-0.0420599204028</c:v>
                </c:pt>
                <c:pt idx="633">
                  <c:v>-0.0400186863355</c:v>
                </c:pt>
                <c:pt idx="634">
                  <c:v>-0.0415632871138</c:v>
                </c:pt>
                <c:pt idx="635">
                  <c:v>-0.0544874452215</c:v>
                </c:pt>
                <c:pt idx="636">
                  <c:v>-0.0514529830691</c:v>
                </c:pt>
                <c:pt idx="637">
                  <c:v>-0.050298193088</c:v>
                </c:pt>
                <c:pt idx="638">
                  <c:v>-0.0579884840684</c:v>
                </c:pt>
                <c:pt idx="639">
                  <c:v>-0.062869981947</c:v>
                </c:pt>
                <c:pt idx="640">
                  <c:v>-0.0587770129494</c:v>
                </c:pt>
                <c:pt idx="641">
                  <c:v>-0.0560069162317</c:v>
                </c:pt>
                <c:pt idx="642">
                  <c:v>-0.053600290852</c:v>
                </c:pt>
                <c:pt idx="643">
                  <c:v>-0.0572541031823</c:v>
                </c:pt>
                <c:pt idx="644">
                  <c:v>-0.0675033311476</c:v>
                </c:pt>
                <c:pt idx="645">
                  <c:v>-0.0700804346714</c:v>
                </c:pt>
                <c:pt idx="646">
                  <c:v>-0.0659712770374</c:v>
                </c:pt>
                <c:pt idx="647">
                  <c:v>-0.0890373672771</c:v>
                </c:pt>
                <c:pt idx="648">
                  <c:v>-0.0982105542355</c:v>
                </c:pt>
                <c:pt idx="649">
                  <c:v>-0.0632723756185</c:v>
                </c:pt>
                <c:pt idx="650">
                  <c:v>-0.0498581227831</c:v>
                </c:pt>
                <c:pt idx="651">
                  <c:v>-0.0486440837139</c:v>
                </c:pt>
                <c:pt idx="652">
                  <c:v>-0.0894344538306</c:v>
                </c:pt>
                <c:pt idx="653">
                  <c:v>-0.08394426586</c:v>
                </c:pt>
                <c:pt idx="654">
                  <c:v>-0.0924521953913</c:v>
                </c:pt>
                <c:pt idx="655">
                  <c:v>-0.0833996878165</c:v>
                </c:pt>
                <c:pt idx="656">
                  <c:v>-0.0692979849224</c:v>
                </c:pt>
                <c:pt idx="657">
                  <c:v>-0.0655819484376</c:v>
                </c:pt>
                <c:pt idx="658">
                  <c:v>-0.0708838724348</c:v>
                </c:pt>
                <c:pt idx="659">
                  <c:v>-0.0870011901468</c:v>
                </c:pt>
                <c:pt idx="660">
                  <c:v>-0.098454173216</c:v>
                </c:pt>
                <c:pt idx="661">
                  <c:v>-0.0837189642122</c:v>
                </c:pt>
                <c:pt idx="662">
                  <c:v>-0.0824719544778</c:v>
                </c:pt>
                <c:pt idx="663">
                  <c:v>-0.0612269431318</c:v>
                </c:pt>
                <c:pt idx="664">
                  <c:v>-0.0650954787008</c:v>
                </c:pt>
                <c:pt idx="665">
                  <c:v>-0.0631326506605</c:v>
                </c:pt>
                <c:pt idx="666">
                  <c:v>-0.0812096409848</c:v>
                </c:pt>
                <c:pt idx="667">
                  <c:v>-0.0895099234011</c:v>
                </c:pt>
                <c:pt idx="668">
                  <c:v>-0.0920165332546</c:v>
                </c:pt>
                <c:pt idx="669">
                  <c:v>-0.10350853781</c:v>
                </c:pt>
                <c:pt idx="670">
                  <c:v>-0.110752383389</c:v>
                </c:pt>
                <c:pt idx="671">
                  <c:v>-0.0951848497435</c:v>
                </c:pt>
                <c:pt idx="672">
                  <c:v>-0.0881536212013</c:v>
                </c:pt>
                <c:pt idx="673">
                  <c:v>-0.0785553389648</c:v>
                </c:pt>
                <c:pt idx="674">
                  <c:v>-0.0659078280038</c:v>
                </c:pt>
                <c:pt idx="675">
                  <c:v>-0.0685302366279</c:v>
                </c:pt>
                <c:pt idx="676">
                  <c:v>-0.0815894268018</c:v>
                </c:pt>
                <c:pt idx="677">
                  <c:v>-0.0855830253614</c:v>
                </c:pt>
                <c:pt idx="678">
                  <c:v>-0.0826067994343</c:v>
                </c:pt>
                <c:pt idx="679">
                  <c:v>-0.0668960986015</c:v>
                </c:pt>
                <c:pt idx="680">
                  <c:v>-0.0625243287378</c:v>
                </c:pt>
                <c:pt idx="681">
                  <c:v>-0.0500075621965</c:v>
                </c:pt>
                <c:pt idx="682">
                  <c:v>-0.0310440805184</c:v>
                </c:pt>
                <c:pt idx="683">
                  <c:v>-0.0243965010428</c:v>
                </c:pt>
                <c:pt idx="684">
                  <c:v>-0.0360889047552</c:v>
                </c:pt>
                <c:pt idx="685">
                  <c:v>-0.0369898225069</c:v>
                </c:pt>
                <c:pt idx="686">
                  <c:v>-0.0179349233843</c:v>
                </c:pt>
                <c:pt idx="687">
                  <c:v>-0.044099435061</c:v>
                </c:pt>
                <c:pt idx="688">
                  <c:v>-0.0640359084382</c:v>
                </c:pt>
                <c:pt idx="689">
                  <c:v>-0.0816802037473</c:v>
                </c:pt>
                <c:pt idx="690">
                  <c:v>-0.0759871037193</c:v>
                </c:pt>
                <c:pt idx="691">
                  <c:v>-0.0748267599918</c:v>
                </c:pt>
                <c:pt idx="692">
                  <c:v>-0.0804633227937</c:v>
                </c:pt>
                <c:pt idx="693">
                  <c:v>-0.0990065281677</c:v>
                </c:pt>
                <c:pt idx="694">
                  <c:v>-0.096399121323</c:v>
                </c:pt>
                <c:pt idx="695">
                  <c:v>-0.0717579033906</c:v>
                </c:pt>
                <c:pt idx="696">
                  <c:v>-0.0621512061597</c:v>
                </c:pt>
                <c:pt idx="697">
                  <c:v>-0.0693420027021</c:v>
                </c:pt>
                <c:pt idx="698">
                  <c:v>-0.0592203766242</c:v>
                </c:pt>
                <c:pt idx="699">
                  <c:v>-0.0853630011369</c:v>
                </c:pt>
                <c:pt idx="700">
                  <c:v>-0.0861498354668</c:v>
                </c:pt>
                <c:pt idx="701">
                  <c:v>-0.0852328967477</c:v>
                </c:pt>
                <c:pt idx="702">
                  <c:v>-0.0835056626367</c:v>
                </c:pt>
                <c:pt idx="703">
                  <c:v>-0.0882391562043</c:v>
                </c:pt>
                <c:pt idx="704">
                  <c:v>-0.0818241314702</c:v>
                </c:pt>
                <c:pt idx="705">
                  <c:v>-0.11328284552</c:v>
                </c:pt>
                <c:pt idx="706">
                  <c:v>-0.126091289098</c:v>
                </c:pt>
                <c:pt idx="707">
                  <c:v>-0.112347387471</c:v>
                </c:pt>
                <c:pt idx="708">
                  <c:v>-0.087000655973</c:v>
                </c:pt>
                <c:pt idx="709">
                  <c:v>-0.0928526717801</c:v>
                </c:pt>
                <c:pt idx="710">
                  <c:v>-0.10716654111</c:v>
                </c:pt>
                <c:pt idx="711">
                  <c:v>-0.0829307425092</c:v>
                </c:pt>
                <c:pt idx="712">
                  <c:v>-0.0636668094927</c:v>
                </c:pt>
                <c:pt idx="713">
                  <c:v>-0.0687523443912</c:v>
                </c:pt>
                <c:pt idx="714">
                  <c:v>-0.0688301628222</c:v>
                </c:pt>
                <c:pt idx="715">
                  <c:v>-0.0645094782616</c:v>
                </c:pt>
                <c:pt idx="716">
                  <c:v>-0.0609372877174</c:v>
                </c:pt>
                <c:pt idx="717">
                  <c:v>-0.0590975278292</c:v>
                </c:pt>
                <c:pt idx="718">
                  <c:v>-0.0581350333871</c:v>
                </c:pt>
                <c:pt idx="719">
                  <c:v>-0.0603606954889</c:v>
                </c:pt>
                <c:pt idx="720">
                  <c:v>-0.0627642855889</c:v>
                </c:pt>
                <c:pt idx="721">
                  <c:v>-0.0664646869522</c:v>
                </c:pt>
                <c:pt idx="722">
                  <c:v>-0.0694053489756</c:v>
                </c:pt>
                <c:pt idx="723">
                  <c:v>-0.0700799094388</c:v>
                </c:pt>
                <c:pt idx="724">
                  <c:v>-0.0657942789558</c:v>
                </c:pt>
                <c:pt idx="725">
                  <c:v>-0.066308413909</c:v>
                </c:pt>
                <c:pt idx="726">
                  <c:v>-0.0717501914969</c:v>
                </c:pt>
                <c:pt idx="727">
                  <c:v>-0.0688803370842</c:v>
                </c:pt>
                <c:pt idx="728">
                  <c:v>-0.0715082843639</c:v>
                </c:pt>
                <c:pt idx="729">
                  <c:v>-0.0799562738849</c:v>
                </c:pt>
                <c:pt idx="730">
                  <c:v>-0.0759662198148</c:v>
                </c:pt>
                <c:pt idx="731">
                  <c:v>-0.0745372300199</c:v>
                </c:pt>
                <c:pt idx="732">
                  <c:v>-0.0723259380383</c:v>
                </c:pt>
                <c:pt idx="733">
                  <c:v>-0.0723357680606</c:v>
                </c:pt>
                <c:pt idx="734">
                  <c:v>-0.0698664978469</c:v>
                </c:pt>
                <c:pt idx="735">
                  <c:v>-0.0670911463434</c:v>
                </c:pt>
                <c:pt idx="736">
                  <c:v>-0.0761156244785</c:v>
                </c:pt>
                <c:pt idx="737">
                  <c:v>-0.0805157173055</c:v>
                </c:pt>
                <c:pt idx="738">
                  <c:v>-0.0822516293746</c:v>
                </c:pt>
                <c:pt idx="739">
                  <c:v>-0.0798866079814</c:v>
                </c:pt>
                <c:pt idx="740">
                  <c:v>-0.0917642593374</c:v>
                </c:pt>
                <c:pt idx="741">
                  <c:v>-0.0976793369372</c:v>
                </c:pt>
                <c:pt idx="742">
                  <c:v>-0.0985330520426</c:v>
                </c:pt>
                <c:pt idx="743">
                  <c:v>-0.100174255636</c:v>
                </c:pt>
                <c:pt idx="744">
                  <c:v>-0.100030878171</c:v>
                </c:pt>
                <c:pt idx="745">
                  <c:v>-0.0966805469375</c:v>
                </c:pt>
                <c:pt idx="746">
                  <c:v>-0.0966213008414</c:v>
                </c:pt>
                <c:pt idx="747">
                  <c:v>-0.0922905449645</c:v>
                </c:pt>
                <c:pt idx="748">
                  <c:v>-0.0943008790563</c:v>
                </c:pt>
                <c:pt idx="749">
                  <c:v>-0.0953657161664</c:v>
                </c:pt>
                <c:pt idx="750">
                  <c:v>-0.0959309652353</c:v>
                </c:pt>
                <c:pt idx="751">
                  <c:v>-0.093689392474</c:v>
                </c:pt>
                <c:pt idx="752">
                  <c:v>-0.0931756139201</c:v>
                </c:pt>
                <c:pt idx="753">
                  <c:v>-0.0956152259765</c:v>
                </c:pt>
                <c:pt idx="754">
                  <c:v>-0.105967017452</c:v>
                </c:pt>
                <c:pt idx="755">
                  <c:v>-0.111660067786</c:v>
                </c:pt>
                <c:pt idx="756">
                  <c:v>-0.107097544951</c:v>
                </c:pt>
                <c:pt idx="757">
                  <c:v>-0.114880609973</c:v>
                </c:pt>
                <c:pt idx="758">
                  <c:v>-0.115417417331</c:v>
                </c:pt>
                <c:pt idx="759">
                  <c:v>-0.115685707776</c:v>
                </c:pt>
                <c:pt idx="760">
                  <c:v>-0.114343878104</c:v>
                </c:pt>
                <c:pt idx="761">
                  <c:v>-0.115954224687</c:v>
                </c:pt>
                <c:pt idx="762">
                  <c:v>-0.107634276817</c:v>
                </c:pt>
                <c:pt idx="763">
                  <c:v>-0.104145293209</c:v>
                </c:pt>
                <c:pt idx="764">
                  <c:v>-0.105487349345</c:v>
                </c:pt>
                <c:pt idx="765">
                  <c:v>-0.113538780304</c:v>
                </c:pt>
                <c:pt idx="766">
                  <c:v>-0.111660067786</c:v>
                </c:pt>
                <c:pt idx="767">
                  <c:v>-0.111928433721</c:v>
                </c:pt>
                <c:pt idx="768">
                  <c:v>-0.111391626362</c:v>
                </c:pt>
                <c:pt idx="769">
                  <c:v>-0.107366061863</c:v>
                </c:pt>
                <c:pt idx="770">
                  <c:v>-0.112733531521</c:v>
                </c:pt>
                <c:pt idx="771">
                  <c:v>-0.107634276817</c:v>
                </c:pt>
                <c:pt idx="772">
                  <c:v>-0.110318162628</c:v>
                </c:pt>
                <c:pt idx="773">
                  <c:v>-0.111660067786</c:v>
                </c:pt>
                <c:pt idx="774">
                  <c:v>-0.111660067786</c:v>
                </c:pt>
                <c:pt idx="775">
                  <c:v>-0.115149051397</c:v>
                </c:pt>
                <c:pt idx="776">
                  <c:v>-0.11502175606</c:v>
                </c:pt>
                <c:pt idx="777">
                  <c:v>-0.110106138261</c:v>
                </c:pt>
                <c:pt idx="778">
                  <c:v>-0.107122631319</c:v>
                </c:pt>
                <c:pt idx="779">
                  <c:v>-0.102030568393</c:v>
                </c:pt>
                <c:pt idx="780">
                  <c:v>-0.110398472693</c:v>
                </c:pt>
                <c:pt idx="781">
                  <c:v>-0.10656703293</c:v>
                </c:pt>
                <c:pt idx="782">
                  <c:v>-0.107902341805</c:v>
                </c:pt>
                <c:pt idx="783">
                  <c:v>-0.10149430026</c:v>
                </c:pt>
                <c:pt idx="784">
                  <c:v>-0.103550077848</c:v>
                </c:pt>
                <c:pt idx="785">
                  <c:v>-0.106805092097</c:v>
                </c:pt>
                <c:pt idx="786">
                  <c:v>-0.106597871366</c:v>
                </c:pt>
                <c:pt idx="787">
                  <c:v>-0.111973220333</c:v>
                </c:pt>
                <c:pt idx="788">
                  <c:v>-0.103907225674</c:v>
                </c:pt>
                <c:pt idx="789">
                  <c:v>-0.101807901866</c:v>
                </c:pt>
                <c:pt idx="790">
                  <c:v>-0.102089731191</c:v>
                </c:pt>
                <c:pt idx="791">
                  <c:v>-0.0900223438275</c:v>
                </c:pt>
                <c:pt idx="792">
                  <c:v>-0.0801344666113</c:v>
                </c:pt>
                <c:pt idx="793">
                  <c:v>-0.0787290620029</c:v>
                </c:pt>
                <c:pt idx="794">
                  <c:v>-0.086992741949</c:v>
                </c:pt>
                <c:pt idx="795">
                  <c:v>-0.0856512555219</c:v>
                </c:pt>
                <c:pt idx="796">
                  <c:v>-0.0795317037807</c:v>
                </c:pt>
                <c:pt idx="797">
                  <c:v>-0.0799497019903</c:v>
                </c:pt>
                <c:pt idx="798">
                  <c:v>-0.0866370133436</c:v>
                </c:pt>
                <c:pt idx="799">
                  <c:v>-0.0819323599379</c:v>
                </c:pt>
                <c:pt idx="800">
                  <c:v>-0.0808892312922</c:v>
                </c:pt>
                <c:pt idx="801">
                  <c:v>-0.0797322659226</c:v>
                </c:pt>
                <c:pt idx="802">
                  <c:v>-0.0843668056117</c:v>
                </c:pt>
                <c:pt idx="803">
                  <c:v>-0.0845510206509</c:v>
                </c:pt>
                <c:pt idx="804">
                  <c:v>-0.0889752892915</c:v>
                </c:pt>
                <c:pt idx="805">
                  <c:v>-0.0902653296059</c:v>
                </c:pt>
                <c:pt idx="806">
                  <c:v>-0.0996906011309</c:v>
                </c:pt>
                <c:pt idx="807">
                  <c:v>-0.0938390209573</c:v>
                </c:pt>
                <c:pt idx="808">
                  <c:v>-0.0925938347804</c:v>
                </c:pt>
                <c:pt idx="809">
                  <c:v>-0.0933231512674</c:v>
                </c:pt>
                <c:pt idx="810">
                  <c:v>-0.0973116963973</c:v>
                </c:pt>
                <c:pt idx="811">
                  <c:v>-0.0995373815576</c:v>
                </c:pt>
                <c:pt idx="812">
                  <c:v>-0.0999169361081</c:v>
                </c:pt>
                <c:pt idx="813">
                  <c:v>-0.103549961187</c:v>
                </c:pt>
                <c:pt idx="814">
                  <c:v>-0.103287235945</c:v>
                </c:pt>
                <c:pt idx="815">
                  <c:v>-0.103643083132</c:v>
                </c:pt>
                <c:pt idx="816">
                  <c:v>-0.099371722833</c:v>
                </c:pt>
                <c:pt idx="817">
                  <c:v>-0.106011711181</c:v>
                </c:pt>
                <c:pt idx="818">
                  <c:v>-0.099164283909</c:v>
                </c:pt>
                <c:pt idx="819">
                  <c:v>-0.100206052166</c:v>
                </c:pt>
                <c:pt idx="820">
                  <c:v>-0.108177504238</c:v>
                </c:pt>
                <c:pt idx="821">
                  <c:v>-0.107847088194</c:v>
                </c:pt>
                <c:pt idx="822">
                  <c:v>-0.105435835098</c:v>
                </c:pt>
                <c:pt idx="823">
                  <c:v>-0.101649347239</c:v>
                </c:pt>
                <c:pt idx="824">
                  <c:v>-0.0984866410992</c:v>
                </c:pt>
                <c:pt idx="825">
                  <c:v>-0.101514812306</c:v>
                </c:pt>
                <c:pt idx="826">
                  <c:v>-0.0936338402544</c:v>
                </c:pt>
                <c:pt idx="827">
                  <c:v>-0.0918955998094</c:v>
                </c:pt>
                <c:pt idx="828">
                  <c:v>-0.0765928790386</c:v>
                </c:pt>
                <c:pt idx="829">
                  <c:v>-0.0838172188625</c:v>
                </c:pt>
                <c:pt idx="830">
                  <c:v>-0.0895042866356</c:v>
                </c:pt>
                <c:pt idx="831">
                  <c:v>-0.0743179006995</c:v>
                </c:pt>
                <c:pt idx="832">
                  <c:v>-0.0719140165589</c:v>
                </c:pt>
                <c:pt idx="833">
                  <c:v>-0.0787478694701</c:v>
                </c:pt>
                <c:pt idx="834">
                  <c:v>-0.0787422339086</c:v>
                </c:pt>
                <c:pt idx="835">
                  <c:v>-0.0717714925531</c:v>
                </c:pt>
                <c:pt idx="836">
                  <c:v>-0.0748438069335</c:v>
                </c:pt>
                <c:pt idx="837">
                  <c:v>-0.0709195186592</c:v>
                </c:pt>
                <c:pt idx="838">
                  <c:v>-0.0745507584978</c:v>
                </c:pt>
                <c:pt idx="839">
                  <c:v>-0.0648375926264</c:v>
                </c:pt>
                <c:pt idx="840">
                  <c:v>-0.0557542232619</c:v>
                </c:pt>
                <c:pt idx="841">
                  <c:v>-0.05730830927</c:v>
                </c:pt>
                <c:pt idx="842">
                  <c:v>-0.056532934816</c:v>
                </c:pt>
                <c:pt idx="843">
                  <c:v>-0.0569635748029</c:v>
                </c:pt>
                <c:pt idx="844">
                  <c:v>-0.0538735749809</c:v>
                </c:pt>
                <c:pt idx="845">
                  <c:v>-0.055252130018</c:v>
                </c:pt>
                <c:pt idx="846">
                  <c:v>-0.0495170282976</c:v>
                </c:pt>
                <c:pt idx="847">
                  <c:v>-0.0588720519525</c:v>
                </c:pt>
                <c:pt idx="848">
                  <c:v>-0.0525197950928</c:v>
                </c:pt>
                <c:pt idx="849">
                  <c:v>-0.050475113897</c:v>
                </c:pt>
                <c:pt idx="850">
                  <c:v>-0.0536965222269</c:v>
                </c:pt>
                <c:pt idx="851">
                  <c:v>-0.0531138200774</c:v>
                </c:pt>
                <c:pt idx="852">
                  <c:v>-0.0577341596235</c:v>
                </c:pt>
                <c:pt idx="853">
                  <c:v>-0.0549799937167</c:v>
                </c:pt>
                <c:pt idx="854">
                  <c:v>-0.0616442443045</c:v>
                </c:pt>
                <c:pt idx="855">
                  <c:v>-0.0609349168977</c:v>
                </c:pt>
                <c:pt idx="856">
                  <c:v>-0.0576242059855</c:v>
                </c:pt>
                <c:pt idx="857">
                  <c:v>-0.0534194397894</c:v>
                </c:pt>
                <c:pt idx="858">
                  <c:v>-0.0571359092731</c:v>
                </c:pt>
                <c:pt idx="859">
                  <c:v>-0.0528800040569</c:v>
                </c:pt>
                <c:pt idx="860">
                  <c:v>-0.055895587971</c:v>
                </c:pt>
                <c:pt idx="861">
                  <c:v>-0.055845795868</c:v>
                </c:pt>
                <c:pt idx="862">
                  <c:v>-0.0566384596605</c:v>
                </c:pt>
                <c:pt idx="863">
                  <c:v>-0.0577034516034</c:v>
                </c:pt>
                <c:pt idx="864">
                  <c:v>-0.0588424376263</c:v>
                </c:pt>
                <c:pt idx="865">
                  <c:v>-0.0572792629763</c:v>
                </c:pt>
                <c:pt idx="866">
                  <c:v>-0.0621856736584</c:v>
                </c:pt>
                <c:pt idx="867">
                  <c:v>-0.0635136219284</c:v>
                </c:pt>
                <c:pt idx="868">
                  <c:v>-0.0571639295776</c:v>
                </c:pt>
                <c:pt idx="869">
                  <c:v>-0.0636825220223</c:v>
                </c:pt>
                <c:pt idx="870">
                  <c:v>-0.0647200570917</c:v>
                </c:pt>
                <c:pt idx="871">
                  <c:v>-0.0661594138316</c:v>
                </c:pt>
                <c:pt idx="872">
                  <c:v>-0.0611682958254</c:v>
                </c:pt>
                <c:pt idx="873">
                  <c:v>-0.0616589301038</c:v>
                </c:pt>
                <c:pt idx="874">
                  <c:v>-0.0619353952698</c:v>
                </c:pt>
                <c:pt idx="875">
                  <c:v>-0.0667170010784</c:v>
                </c:pt>
                <c:pt idx="876">
                  <c:v>-0.0675364559298</c:v>
                </c:pt>
                <c:pt idx="877">
                  <c:v>-0.0598480579318</c:v>
                </c:pt>
                <c:pt idx="878">
                  <c:v>-0.0611894599971</c:v>
                </c:pt>
                <c:pt idx="879">
                  <c:v>-0.0604692851157</c:v>
                </c:pt>
                <c:pt idx="880">
                  <c:v>-0.0659707020465</c:v>
                </c:pt>
                <c:pt idx="881">
                  <c:v>-0.0598105562334</c:v>
                </c:pt>
                <c:pt idx="882">
                  <c:v>-0.0620340673253</c:v>
                </c:pt>
                <c:pt idx="883">
                  <c:v>-0.0583771395751</c:v>
                </c:pt>
                <c:pt idx="884">
                  <c:v>-0.0579298871299</c:v>
                </c:pt>
                <c:pt idx="885">
                  <c:v>-0.0671063021603</c:v>
                </c:pt>
                <c:pt idx="886">
                  <c:v>-0.056938123057</c:v>
                </c:pt>
                <c:pt idx="887">
                  <c:v>-0.0619833537368</c:v>
                </c:pt>
                <c:pt idx="888">
                  <c:v>-0.0583439714783</c:v>
                </c:pt>
                <c:pt idx="889">
                  <c:v>-0.0599154102305</c:v>
                </c:pt>
                <c:pt idx="890">
                  <c:v>-0.0599740669813</c:v>
                </c:pt>
                <c:pt idx="891">
                  <c:v>-0.052328591254</c:v>
                </c:pt>
                <c:pt idx="892">
                  <c:v>-0.0574677777278</c:v>
                </c:pt>
                <c:pt idx="893">
                  <c:v>-0.0569670573444</c:v>
                </c:pt>
                <c:pt idx="894">
                  <c:v>-0.0622383953226</c:v>
                </c:pt>
                <c:pt idx="895">
                  <c:v>-0.0633588258687</c:v>
                </c:pt>
                <c:pt idx="896">
                  <c:v>-0.0697559383275</c:v>
                </c:pt>
                <c:pt idx="897">
                  <c:v>-0.0677436624103</c:v>
                </c:pt>
                <c:pt idx="898">
                  <c:v>-0.0635456390041</c:v>
                </c:pt>
                <c:pt idx="899">
                  <c:v>-0.0606174401689</c:v>
                </c:pt>
                <c:pt idx="900">
                  <c:v>-0.0643037609089</c:v>
                </c:pt>
                <c:pt idx="901">
                  <c:v>-0.0612785618663</c:v>
                </c:pt>
                <c:pt idx="902">
                  <c:v>-0.0505172851986</c:v>
                </c:pt>
                <c:pt idx="903">
                  <c:v>-0.0520200558233</c:v>
                </c:pt>
                <c:pt idx="904">
                  <c:v>-0.0532746328292</c:v>
                </c:pt>
                <c:pt idx="905">
                  <c:v>-0.0575789853507</c:v>
                </c:pt>
                <c:pt idx="906">
                  <c:v>-0.0643826352275</c:v>
                </c:pt>
                <c:pt idx="907">
                  <c:v>-0.0618887088426</c:v>
                </c:pt>
                <c:pt idx="908">
                  <c:v>-0.0655799308456</c:v>
                </c:pt>
                <c:pt idx="909">
                  <c:v>-0.0604992796392</c:v>
                </c:pt>
                <c:pt idx="910">
                  <c:v>-0.0513930013393</c:v>
                </c:pt>
                <c:pt idx="911">
                  <c:v>-0.0521998695723</c:v>
                </c:pt>
                <c:pt idx="912">
                  <c:v>-0.0600765806914</c:v>
                </c:pt>
                <c:pt idx="913">
                  <c:v>-0.0589169922826</c:v>
                </c:pt>
                <c:pt idx="914">
                  <c:v>-0.0540536265895</c:v>
                </c:pt>
                <c:pt idx="915">
                  <c:v>-0.051580294488</c:v>
                </c:pt>
                <c:pt idx="916">
                  <c:v>-0.0570263478666</c:v>
                </c:pt>
                <c:pt idx="917">
                  <c:v>-0.0567166188922</c:v>
                </c:pt>
                <c:pt idx="918">
                  <c:v>-0.0500950345411</c:v>
                </c:pt>
                <c:pt idx="919">
                  <c:v>-0.0456906127521</c:v>
                </c:pt>
                <c:pt idx="920">
                  <c:v>-0.0460934287004</c:v>
                </c:pt>
                <c:pt idx="921">
                  <c:v>-0.0588511507878</c:v>
                </c:pt>
                <c:pt idx="922">
                  <c:v>-0.0438440503326</c:v>
                </c:pt>
                <c:pt idx="923">
                  <c:v>-0.04164621699</c:v>
                </c:pt>
                <c:pt idx="924">
                  <c:v>-0.0510828055515</c:v>
                </c:pt>
                <c:pt idx="925">
                  <c:v>-0.0611936576855</c:v>
                </c:pt>
                <c:pt idx="926">
                  <c:v>-0.0576247549609</c:v>
                </c:pt>
                <c:pt idx="927">
                  <c:v>-0.0614692705705</c:v>
                </c:pt>
                <c:pt idx="928">
                  <c:v>-0.0564604847749</c:v>
                </c:pt>
                <c:pt idx="929">
                  <c:v>-0.0615335320175</c:v>
                </c:pt>
                <c:pt idx="930">
                  <c:v>-0.0604621076072</c:v>
                </c:pt>
                <c:pt idx="931">
                  <c:v>-0.0612592774954</c:v>
                </c:pt>
                <c:pt idx="932">
                  <c:v>-0.0624097699136</c:v>
                </c:pt>
                <c:pt idx="933">
                  <c:v>-0.0571448253163</c:v>
                </c:pt>
                <c:pt idx="934">
                  <c:v>-0.0660242752611</c:v>
                </c:pt>
                <c:pt idx="935">
                  <c:v>-0.0714339246202</c:v>
                </c:pt>
                <c:pt idx="936">
                  <c:v>-0.0747521095098</c:v>
                </c:pt>
                <c:pt idx="937">
                  <c:v>-0.077497823779</c:v>
                </c:pt>
                <c:pt idx="938">
                  <c:v>-0.0730177839091</c:v>
                </c:pt>
                <c:pt idx="939">
                  <c:v>-0.0749771595434</c:v>
                </c:pt>
                <c:pt idx="940">
                  <c:v>-0.0635872328029</c:v>
                </c:pt>
                <c:pt idx="941">
                  <c:v>-0.0781661024489</c:v>
                </c:pt>
                <c:pt idx="942">
                  <c:v>-0.0695152192052</c:v>
                </c:pt>
                <c:pt idx="943">
                  <c:v>-0.0639152846646</c:v>
                </c:pt>
                <c:pt idx="944">
                  <c:v>-0.0509145133171</c:v>
                </c:pt>
                <c:pt idx="945">
                  <c:v>-0.0526162757937</c:v>
                </c:pt>
                <c:pt idx="946">
                  <c:v>-0.0562134574013</c:v>
                </c:pt>
                <c:pt idx="947">
                  <c:v>-0.0519009255851</c:v>
                </c:pt>
                <c:pt idx="948">
                  <c:v>-0.04935916021</c:v>
                </c:pt>
                <c:pt idx="949">
                  <c:v>-0.0532802859411</c:v>
                </c:pt>
                <c:pt idx="950">
                  <c:v>-0.0565042338434</c:v>
                </c:pt>
                <c:pt idx="951">
                  <c:v>-0.0561954401403</c:v>
                </c:pt>
                <c:pt idx="952">
                  <c:v>-0.0547612743213</c:v>
                </c:pt>
                <c:pt idx="953">
                  <c:v>-0.0516104385777</c:v>
                </c:pt>
                <c:pt idx="954">
                  <c:v>-0.0559190095343</c:v>
                </c:pt>
                <c:pt idx="955">
                  <c:v>-0.0555638051786</c:v>
                </c:pt>
                <c:pt idx="956">
                  <c:v>-0.0496015080956</c:v>
                </c:pt>
                <c:pt idx="957">
                  <c:v>-0.0487261703064</c:v>
                </c:pt>
                <c:pt idx="958">
                  <c:v>-0.048036528706</c:v>
                </c:pt>
                <c:pt idx="959">
                  <c:v>-0.0508841266301</c:v>
                </c:pt>
                <c:pt idx="960">
                  <c:v>-0.0531987789995</c:v>
                </c:pt>
                <c:pt idx="961">
                  <c:v>-0.0625825124069</c:v>
                </c:pt>
                <c:pt idx="962">
                  <c:v>-0.0609376438079</c:v>
                </c:pt>
                <c:pt idx="963">
                  <c:v>-0.0623789030808</c:v>
                </c:pt>
                <c:pt idx="964">
                  <c:v>-0.0695586737372</c:v>
                </c:pt>
                <c:pt idx="965">
                  <c:v>-0.0714048236296</c:v>
                </c:pt>
                <c:pt idx="966">
                  <c:v>-0.0686323561505</c:v>
                </c:pt>
                <c:pt idx="967">
                  <c:v>-0.0767304646846</c:v>
                </c:pt>
                <c:pt idx="968">
                  <c:v>-0.0811793200348</c:v>
                </c:pt>
                <c:pt idx="969">
                  <c:v>-0.0856713427305</c:v>
                </c:pt>
                <c:pt idx="970">
                  <c:v>-0.0925236441203</c:v>
                </c:pt>
                <c:pt idx="971">
                  <c:v>-0.0956153867428</c:v>
                </c:pt>
                <c:pt idx="972">
                  <c:v>-0.0913978423764</c:v>
                </c:pt>
                <c:pt idx="973">
                  <c:v>-0.0814211597779</c:v>
                </c:pt>
                <c:pt idx="974">
                  <c:v>-0.0796191567272</c:v>
                </c:pt>
                <c:pt idx="975">
                  <c:v>-0.0805837837222</c:v>
                </c:pt>
                <c:pt idx="976">
                  <c:v>-0.0848075330429</c:v>
                </c:pt>
                <c:pt idx="977">
                  <c:v>-0.0734278351115</c:v>
                </c:pt>
                <c:pt idx="978">
                  <c:v>-0.0684922705179</c:v>
                </c:pt>
                <c:pt idx="979">
                  <c:v>-0.0679069806201</c:v>
                </c:pt>
                <c:pt idx="980">
                  <c:v>-0.0718677368935</c:v>
                </c:pt>
                <c:pt idx="981">
                  <c:v>-0.0697967891563</c:v>
                </c:pt>
                <c:pt idx="982">
                  <c:v>-0.0797066134207</c:v>
                </c:pt>
                <c:pt idx="983">
                  <c:v>-0.082992303002</c:v>
                </c:pt>
                <c:pt idx="984">
                  <c:v>-0.0864694956439</c:v>
                </c:pt>
                <c:pt idx="985">
                  <c:v>-0.090506032709</c:v>
                </c:pt>
                <c:pt idx="986">
                  <c:v>-0.0977863123054</c:v>
                </c:pt>
                <c:pt idx="987">
                  <c:v>-0.0971482626077</c:v>
                </c:pt>
                <c:pt idx="988">
                  <c:v>-0.0962005227869</c:v>
                </c:pt>
                <c:pt idx="989">
                  <c:v>-0.0981881869996</c:v>
                </c:pt>
                <c:pt idx="990">
                  <c:v>-0.0892551305006</c:v>
                </c:pt>
                <c:pt idx="991">
                  <c:v>-0.0778187747631</c:v>
                </c:pt>
                <c:pt idx="992">
                  <c:v>-0.0831033467309</c:v>
                </c:pt>
                <c:pt idx="993">
                  <c:v>-0.0864310120841</c:v>
                </c:pt>
                <c:pt idx="994">
                  <c:v>-0.108672341847</c:v>
                </c:pt>
                <c:pt idx="995">
                  <c:v>-0.11658980939</c:v>
                </c:pt>
                <c:pt idx="996">
                  <c:v>-0.116259779535</c:v>
                </c:pt>
                <c:pt idx="997">
                  <c:v>-0.110100084958</c:v>
                </c:pt>
                <c:pt idx="998">
                  <c:v>-0.0981580712759</c:v>
                </c:pt>
                <c:pt idx="999">
                  <c:v>-0.100188097352</c:v>
                </c:pt>
                <c:pt idx="1000">
                  <c:v>-0.111395268587</c:v>
                </c:pt>
                <c:pt idx="1001">
                  <c:v>-0.132368679493</c:v>
                </c:pt>
                <c:pt idx="1002">
                  <c:v>-0.120797930144</c:v>
                </c:pt>
                <c:pt idx="1003">
                  <c:v>-0.113643242722</c:v>
                </c:pt>
                <c:pt idx="1004">
                  <c:v>-0.113018811504</c:v>
                </c:pt>
                <c:pt idx="1005">
                  <c:v>-0.120203898719</c:v>
                </c:pt>
                <c:pt idx="1006">
                  <c:v>-0.117349618458</c:v>
                </c:pt>
                <c:pt idx="1007">
                  <c:v>-0.123187518026</c:v>
                </c:pt>
                <c:pt idx="1008">
                  <c:v>-0.129711571854</c:v>
                </c:pt>
                <c:pt idx="1009">
                  <c:v>-0.122958612247</c:v>
                </c:pt>
                <c:pt idx="1010">
                  <c:v>-0.119121034691</c:v>
                </c:pt>
                <c:pt idx="1011">
                  <c:v>-0.132162154422</c:v>
                </c:pt>
                <c:pt idx="1012">
                  <c:v>-0.134689834556</c:v>
                </c:pt>
                <c:pt idx="1013">
                  <c:v>-0.143669867489</c:v>
                </c:pt>
                <c:pt idx="1014">
                  <c:v>-0.143657747638</c:v>
                </c:pt>
                <c:pt idx="1015">
                  <c:v>-0.148167265244</c:v>
                </c:pt>
                <c:pt idx="1016">
                  <c:v>-0.143498332582</c:v>
                </c:pt>
                <c:pt idx="1017">
                  <c:v>-0.144817128386</c:v>
                </c:pt>
                <c:pt idx="1018">
                  <c:v>-0.144326247178</c:v>
                </c:pt>
                <c:pt idx="1019">
                  <c:v>-0.14469284662</c:v>
                </c:pt>
                <c:pt idx="1020">
                  <c:v>-0.13393107281</c:v>
                </c:pt>
                <c:pt idx="1021">
                  <c:v>-0.131724390397</c:v>
                </c:pt>
                <c:pt idx="1022">
                  <c:v>-0.137347454206</c:v>
                </c:pt>
                <c:pt idx="1023">
                  <c:v>-0.130373629027</c:v>
                </c:pt>
                <c:pt idx="1024">
                  <c:v>-0.124656194314</c:v>
                </c:pt>
                <c:pt idx="1025">
                  <c:v>-0.138033520967</c:v>
                </c:pt>
                <c:pt idx="1026">
                  <c:v>-0.128416610371</c:v>
                </c:pt>
                <c:pt idx="1027">
                  <c:v>-0.131582020494</c:v>
                </c:pt>
                <c:pt idx="1028">
                  <c:v>-0.126956227461</c:v>
                </c:pt>
                <c:pt idx="1029">
                  <c:v>-0.126408165525</c:v>
                </c:pt>
                <c:pt idx="1030">
                  <c:v>-0.130286593892</c:v>
                </c:pt>
                <c:pt idx="1031">
                  <c:v>-0.132704966652</c:v>
                </c:pt>
                <c:pt idx="1032">
                  <c:v>-0.138867989658</c:v>
                </c:pt>
                <c:pt idx="1033">
                  <c:v>-0.136999826542</c:v>
                </c:pt>
                <c:pt idx="1034">
                  <c:v>-0.139354587731</c:v>
                </c:pt>
                <c:pt idx="1035">
                  <c:v>-0.137040102573</c:v>
                </c:pt>
                <c:pt idx="1036">
                  <c:v>-0.13410490932</c:v>
                </c:pt>
                <c:pt idx="1037">
                  <c:v>-0.134264392711</c:v>
                </c:pt>
                <c:pt idx="1038">
                  <c:v>-0.134673771124</c:v>
                </c:pt>
                <c:pt idx="1039">
                  <c:v>-0.131719066885</c:v>
                </c:pt>
                <c:pt idx="1040">
                  <c:v>-0.131047459354</c:v>
                </c:pt>
                <c:pt idx="1041">
                  <c:v>-0.130035615475</c:v>
                </c:pt>
                <c:pt idx="1042">
                  <c:v>-0.133279886487</c:v>
                </c:pt>
                <c:pt idx="1043">
                  <c:v>-0.139168971423</c:v>
                </c:pt>
                <c:pt idx="1044">
                  <c:v>-0.133687328602</c:v>
                </c:pt>
                <c:pt idx="1045">
                  <c:v>-0.127753484791</c:v>
                </c:pt>
                <c:pt idx="1046">
                  <c:v>-0.129786602232</c:v>
                </c:pt>
                <c:pt idx="1047">
                  <c:v>-0.128154815456</c:v>
                </c:pt>
                <c:pt idx="1048">
                  <c:v>-0.127961770358</c:v>
                </c:pt>
                <c:pt idx="1049">
                  <c:v>-0.126707269868</c:v>
                </c:pt>
                <c:pt idx="1050">
                  <c:v>-0.125943236746</c:v>
                </c:pt>
                <c:pt idx="1051">
                  <c:v>-0.123017331134</c:v>
                </c:pt>
                <c:pt idx="1052">
                  <c:v>-0.123442075244</c:v>
                </c:pt>
                <c:pt idx="1053">
                  <c:v>-0.128620479142</c:v>
                </c:pt>
                <c:pt idx="1054">
                  <c:v>-0.122270413943</c:v>
                </c:pt>
                <c:pt idx="1055">
                  <c:v>-0.120208525252</c:v>
                </c:pt>
                <c:pt idx="1056">
                  <c:v>-0.119557588236</c:v>
                </c:pt>
                <c:pt idx="1057">
                  <c:v>-0.113850595682</c:v>
                </c:pt>
                <c:pt idx="1058">
                  <c:v>-0.111794438314</c:v>
                </c:pt>
                <c:pt idx="1059">
                  <c:v>-0.112152260782</c:v>
                </c:pt>
                <c:pt idx="1060">
                  <c:v>-0.108157386838</c:v>
                </c:pt>
                <c:pt idx="1061">
                  <c:v>-0.110410516686</c:v>
                </c:pt>
                <c:pt idx="1062">
                  <c:v>-0.122942506358</c:v>
                </c:pt>
                <c:pt idx="1063">
                  <c:v>-0.114272393108</c:v>
                </c:pt>
                <c:pt idx="1064">
                  <c:v>-0.110401884381</c:v>
                </c:pt>
                <c:pt idx="1065">
                  <c:v>-0.113194770872</c:v>
                </c:pt>
                <c:pt idx="1066">
                  <c:v>-0.113352924467</c:v>
                </c:pt>
                <c:pt idx="1067">
                  <c:v>-0.113435260708</c:v>
                </c:pt>
                <c:pt idx="1068">
                  <c:v>-0.114685355997</c:v>
                </c:pt>
                <c:pt idx="1069">
                  <c:v>-0.103492424361</c:v>
                </c:pt>
                <c:pt idx="1070">
                  <c:v>-0.102165448773</c:v>
                </c:pt>
                <c:pt idx="1071">
                  <c:v>-0.104248036142</c:v>
                </c:pt>
                <c:pt idx="1072">
                  <c:v>-0.10300405057</c:v>
                </c:pt>
                <c:pt idx="1073">
                  <c:v>-0.103300489029</c:v>
                </c:pt>
                <c:pt idx="1074">
                  <c:v>-0.0981480358757</c:v>
                </c:pt>
                <c:pt idx="1075">
                  <c:v>-0.0862445283958</c:v>
                </c:pt>
                <c:pt idx="1076">
                  <c:v>-0.0825765902113</c:v>
                </c:pt>
                <c:pt idx="1077">
                  <c:v>-0.0852463942747</c:v>
                </c:pt>
                <c:pt idx="1078">
                  <c:v>-0.078529648153</c:v>
                </c:pt>
                <c:pt idx="1079">
                  <c:v>-0.0747467166597</c:v>
                </c:pt>
                <c:pt idx="1080">
                  <c:v>-0.0775886924607</c:v>
                </c:pt>
                <c:pt idx="1081">
                  <c:v>-0.0780492186159</c:v>
                </c:pt>
                <c:pt idx="1082">
                  <c:v>-0.0780176674125</c:v>
                </c:pt>
                <c:pt idx="1083">
                  <c:v>-0.0748260717032</c:v>
                </c:pt>
                <c:pt idx="1084">
                  <c:v>-0.0782957708106</c:v>
                </c:pt>
                <c:pt idx="1085">
                  <c:v>-0.0799126405774</c:v>
                </c:pt>
                <c:pt idx="1086">
                  <c:v>-0.0754653537275</c:v>
                </c:pt>
                <c:pt idx="1087">
                  <c:v>-0.0735251489339</c:v>
                </c:pt>
                <c:pt idx="1088">
                  <c:v>-0.061396073527</c:v>
                </c:pt>
                <c:pt idx="1089">
                  <c:v>-0.0627945193186</c:v>
                </c:pt>
                <c:pt idx="1090">
                  <c:v>-0.0647936303142</c:v>
                </c:pt>
                <c:pt idx="1091">
                  <c:v>-0.0599782507437</c:v>
                </c:pt>
                <c:pt idx="1092">
                  <c:v>-0.062176527004</c:v>
                </c:pt>
                <c:pt idx="1093">
                  <c:v>-0.0559002246123</c:v>
                </c:pt>
                <c:pt idx="1094">
                  <c:v>-0.0476368953887</c:v>
                </c:pt>
                <c:pt idx="1095">
                  <c:v>-0.0444698817881</c:v>
                </c:pt>
                <c:pt idx="1096">
                  <c:v>-0.0371746163647</c:v>
                </c:pt>
                <c:pt idx="1097">
                  <c:v>-0.0349655876636</c:v>
                </c:pt>
                <c:pt idx="1098">
                  <c:v>-0.043362070982</c:v>
                </c:pt>
                <c:pt idx="1099">
                  <c:v>-0.0358401018396</c:v>
                </c:pt>
                <c:pt idx="1100">
                  <c:v>-0.0325505199067</c:v>
                </c:pt>
                <c:pt idx="1101">
                  <c:v>-0.029229616775</c:v>
                </c:pt>
                <c:pt idx="1102">
                  <c:v>-0.042887628893</c:v>
                </c:pt>
                <c:pt idx="1103">
                  <c:v>-0.0275745115417</c:v>
                </c:pt>
                <c:pt idx="1104">
                  <c:v>-0.0405483124073</c:v>
                </c:pt>
                <c:pt idx="1105">
                  <c:v>-0.0382910025641</c:v>
                </c:pt>
                <c:pt idx="1106">
                  <c:v>-0.0394090555463</c:v>
                </c:pt>
                <c:pt idx="1107">
                  <c:v>-0.0412026430969</c:v>
                </c:pt>
                <c:pt idx="1108">
                  <c:v>-0.0438762721074</c:v>
                </c:pt>
                <c:pt idx="1109">
                  <c:v>-0.0453459896271</c:v>
                </c:pt>
                <c:pt idx="1110">
                  <c:v>-0.0480368010313</c:v>
                </c:pt>
                <c:pt idx="1111">
                  <c:v>-0.042322444212</c:v>
                </c:pt>
                <c:pt idx="1112">
                  <c:v>-0.0445098730097</c:v>
                </c:pt>
                <c:pt idx="1113">
                  <c:v>-0.0442725520498</c:v>
                </c:pt>
                <c:pt idx="1114">
                  <c:v>-0.0387412707863</c:v>
                </c:pt>
                <c:pt idx="1115">
                  <c:v>-0.0334425036868</c:v>
                </c:pt>
                <c:pt idx="1116">
                  <c:v>-0.0493905759908</c:v>
                </c:pt>
                <c:pt idx="1117">
                  <c:v>-0.0434181778342</c:v>
                </c:pt>
                <c:pt idx="1118">
                  <c:v>-0.0395984177658</c:v>
                </c:pt>
                <c:pt idx="1119">
                  <c:v>-0.0373067960319</c:v>
                </c:pt>
                <c:pt idx="1120">
                  <c:v>-0.0341641337599</c:v>
                </c:pt>
                <c:pt idx="1121">
                  <c:v>-0.0352033173962</c:v>
                </c:pt>
                <c:pt idx="1122">
                  <c:v>-0.0362072400839</c:v>
                </c:pt>
                <c:pt idx="1123">
                  <c:v>-0.0305517954747</c:v>
                </c:pt>
                <c:pt idx="1124">
                  <c:v>-0.0280156233282</c:v>
                </c:pt>
                <c:pt idx="1125">
                  <c:v>-0.0263092411608</c:v>
                </c:pt>
                <c:pt idx="1126">
                  <c:v>-0.0225371947541</c:v>
                </c:pt>
                <c:pt idx="1127">
                  <c:v>-0.0154295050771</c:v>
                </c:pt>
                <c:pt idx="1128">
                  <c:v>-0.0198283926804</c:v>
                </c:pt>
                <c:pt idx="1129">
                  <c:v>-0.014481956324</c:v>
                </c:pt>
                <c:pt idx="1130">
                  <c:v>-0.0145462546828</c:v>
                </c:pt>
                <c:pt idx="1131">
                  <c:v>-0.014600334461</c:v>
                </c:pt>
                <c:pt idx="1132">
                  <c:v>-0.0195890830624</c:v>
                </c:pt>
                <c:pt idx="1133">
                  <c:v>-0.0240345095832</c:v>
                </c:pt>
                <c:pt idx="1134">
                  <c:v>-0.0205733411701</c:v>
                </c:pt>
                <c:pt idx="1135">
                  <c:v>-0.0216496563228</c:v>
                </c:pt>
                <c:pt idx="1136">
                  <c:v>-0.0198104895974</c:v>
                </c:pt>
                <c:pt idx="1137">
                  <c:v>-0.0279718443215</c:v>
                </c:pt>
                <c:pt idx="1138">
                  <c:v>-0.0266288998202</c:v>
                </c:pt>
                <c:pt idx="1139">
                  <c:v>-0.0275387172423</c:v>
                </c:pt>
                <c:pt idx="1140">
                  <c:v>-0.0197918540879</c:v>
                </c:pt>
                <c:pt idx="1141">
                  <c:v>-0.0252286142311</c:v>
                </c:pt>
                <c:pt idx="1142">
                  <c:v>-0.0180081985707</c:v>
                </c:pt>
                <c:pt idx="1143">
                  <c:v>-0.01619140468</c:v>
                </c:pt>
                <c:pt idx="1144">
                  <c:v>-0.0258956230186</c:v>
                </c:pt>
                <c:pt idx="1145">
                  <c:v>-0.0202946620855</c:v>
                </c:pt>
                <c:pt idx="1146">
                  <c:v>-0.0199993484499</c:v>
                </c:pt>
                <c:pt idx="1147">
                  <c:v>-0.0164638906028</c:v>
                </c:pt>
                <c:pt idx="1148">
                  <c:v>-0.0177436105683</c:v>
                </c:pt>
                <c:pt idx="1149">
                  <c:v>-0.0163054624662</c:v>
                </c:pt>
                <c:pt idx="1150">
                  <c:v>-0.0131157372018</c:v>
                </c:pt>
                <c:pt idx="1151">
                  <c:v>-0.0125674241672</c:v>
                </c:pt>
                <c:pt idx="1152">
                  <c:v>-0.0107581792061</c:v>
                </c:pt>
                <c:pt idx="1153">
                  <c:v>-0.0118244165084</c:v>
                </c:pt>
                <c:pt idx="1154">
                  <c:v>-0.0125853682462</c:v>
                </c:pt>
                <c:pt idx="1155">
                  <c:v>-0.0115937685548</c:v>
                </c:pt>
                <c:pt idx="1156">
                  <c:v>-0.0112732535464</c:v>
                </c:pt>
                <c:pt idx="1157">
                  <c:v>-0.0125850381497</c:v>
                </c:pt>
                <c:pt idx="1158">
                  <c:v>-0.00861669491768</c:v>
                </c:pt>
                <c:pt idx="1159">
                  <c:v>-0.00826771671666</c:v>
                </c:pt>
                <c:pt idx="1160">
                  <c:v>-0.00839019336714</c:v>
                </c:pt>
                <c:pt idx="1161">
                  <c:v>-0.00247204604476</c:v>
                </c:pt>
                <c:pt idx="1162">
                  <c:v>0</c:v>
                </c:pt>
                <c:pt idx="1163">
                  <c:v>-0.00202069753383</c:v>
                </c:pt>
                <c:pt idx="1164">
                  <c:v>0</c:v>
                </c:pt>
                <c:pt idx="1165">
                  <c:v>-0.0051438048632</c:v>
                </c:pt>
                <c:pt idx="1166">
                  <c:v>-0.00394361311294</c:v>
                </c:pt>
                <c:pt idx="1167">
                  <c:v>0</c:v>
                </c:pt>
                <c:pt idx="1168">
                  <c:v>-0.00118369755758</c:v>
                </c:pt>
                <c:pt idx="1169">
                  <c:v>-0.00252105865989</c:v>
                </c:pt>
                <c:pt idx="1170">
                  <c:v>-0.00221183035536</c:v>
                </c:pt>
                <c:pt idx="1171">
                  <c:v>0</c:v>
                </c:pt>
                <c:pt idx="1172">
                  <c:v>-0.0106005529561</c:v>
                </c:pt>
                <c:pt idx="1173">
                  <c:v>-0.0214976058441</c:v>
                </c:pt>
                <c:pt idx="1174">
                  <c:v>-0.0283303721705</c:v>
                </c:pt>
                <c:pt idx="1175">
                  <c:v>-0.0212876075658</c:v>
                </c:pt>
                <c:pt idx="1176">
                  <c:v>-0.0227139592067</c:v>
                </c:pt>
                <c:pt idx="1177">
                  <c:v>-0.0372650936803</c:v>
                </c:pt>
                <c:pt idx="1178">
                  <c:v>-0.0448651101836</c:v>
                </c:pt>
                <c:pt idx="1179">
                  <c:v>-0.0369314758271</c:v>
                </c:pt>
                <c:pt idx="1180">
                  <c:v>-0.0381730050159</c:v>
                </c:pt>
                <c:pt idx="1181">
                  <c:v>-0.0397349007264</c:v>
                </c:pt>
                <c:pt idx="1182">
                  <c:v>-0.0232344256772</c:v>
                </c:pt>
                <c:pt idx="1183">
                  <c:v>-0.0394715495696</c:v>
                </c:pt>
                <c:pt idx="1184">
                  <c:v>-0.053173681252</c:v>
                </c:pt>
                <c:pt idx="1185">
                  <c:v>-0.0850375697959</c:v>
                </c:pt>
                <c:pt idx="1186">
                  <c:v>-0.0863759685713</c:v>
                </c:pt>
                <c:pt idx="1187">
                  <c:v>-0.0833583366874</c:v>
                </c:pt>
                <c:pt idx="1188">
                  <c:v>-0.0682759338461</c:v>
                </c:pt>
                <c:pt idx="1189">
                  <c:v>-0.0658243221339</c:v>
                </c:pt>
                <c:pt idx="1190">
                  <c:v>-0.0614471297686</c:v>
                </c:pt>
                <c:pt idx="1191">
                  <c:v>-0.0540211105959</c:v>
                </c:pt>
                <c:pt idx="1192">
                  <c:v>-0.0585598218217</c:v>
                </c:pt>
                <c:pt idx="1193">
                  <c:v>-0.0484947519945</c:v>
                </c:pt>
                <c:pt idx="1194">
                  <c:v>-0.0344273454958</c:v>
                </c:pt>
                <c:pt idx="1195">
                  <c:v>-0.0338682519833</c:v>
                </c:pt>
                <c:pt idx="1196">
                  <c:v>-0.0376801565656</c:v>
                </c:pt>
                <c:pt idx="1197">
                  <c:v>-0.0381858201022</c:v>
                </c:pt>
                <c:pt idx="1198">
                  <c:v>-0.0441463402131</c:v>
                </c:pt>
                <c:pt idx="1199">
                  <c:v>-0.0328235792701</c:v>
                </c:pt>
                <c:pt idx="1200">
                  <c:v>-0.038191797474</c:v>
                </c:pt>
                <c:pt idx="1201">
                  <c:v>-0.0350215137049</c:v>
                </c:pt>
                <c:pt idx="1202">
                  <c:v>-0.0417905759897</c:v>
                </c:pt>
                <c:pt idx="1203">
                  <c:v>-0.0376085996968</c:v>
                </c:pt>
                <c:pt idx="1204">
                  <c:v>-0.0350503629709</c:v>
                </c:pt>
                <c:pt idx="1205">
                  <c:v>-0.0318311727584</c:v>
                </c:pt>
                <c:pt idx="1206">
                  <c:v>-0.0398445501707</c:v>
                </c:pt>
                <c:pt idx="1207">
                  <c:v>-0.0437807414941</c:v>
                </c:pt>
                <c:pt idx="1208">
                  <c:v>-0.0408425491575</c:v>
                </c:pt>
                <c:pt idx="1209">
                  <c:v>-0.0495835942995</c:v>
                </c:pt>
                <c:pt idx="1210">
                  <c:v>-0.0393426870268</c:v>
                </c:pt>
                <c:pt idx="1211">
                  <c:v>-0.033389376397</c:v>
                </c:pt>
                <c:pt idx="1212">
                  <c:v>-0.0310597137056</c:v>
                </c:pt>
                <c:pt idx="1213">
                  <c:v>-0.0229674344882</c:v>
                </c:pt>
                <c:pt idx="1214">
                  <c:v>-0.0202493578749</c:v>
                </c:pt>
                <c:pt idx="1215">
                  <c:v>-0.019382849626</c:v>
                </c:pt>
                <c:pt idx="1216">
                  <c:v>-0.0200541130412</c:v>
                </c:pt>
                <c:pt idx="1217">
                  <c:v>-0.0249433883202</c:v>
                </c:pt>
                <c:pt idx="1218">
                  <c:v>-0.013101365149</c:v>
                </c:pt>
                <c:pt idx="1219">
                  <c:v>-0.0138362069561</c:v>
                </c:pt>
                <c:pt idx="1220">
                  <c:v>-0.0121851406145</c:v>
                </c:pt>
                <c:pt idx="1221">
                  <c:v>-0.00411298599159</c:v>
                </c:pt>
                <c:pt idx="1222">
                  <c:v>-0.0173726547339</c:v>
                </c:pt>
                <c:pt idx="1223">
                  <c:v>-0.00666871089992</c:v>
                </c:pt>
                <c:pt idx="1224">
                  <c:v>-0.0133682385432</c:v>
                </c:pt>
                <c:pt idx="1225">
                  <c:v>-0.017427778848</c:v>
                </c:pt>
                <c:pt idx="1226">
                  <c:v>-0.0124023948545</c:v>
                </c:pt>
                <c:pt idx="1227">
                  <c:v>-0.00912467179455</c:v>
                </c:pt>
                <c:pt idx="1228">
                  <c:v>-0.0118939374557</c:v>
                </c:pt>
                <c:pt idx="1229">
                  <c:v>-0.00998284186677</c:v>
                </c:pt>
                <c:pt idx="1230">
                  <c:v>-0.00807631030355</c:v>
                </c:pt>
                <c:pt idx="1231">
                  <c:v>-0.0123393161558</c:v>
                </c:pt>
                <c:pt idx="1232">
                  <c:v>-0.0117536892474</c:v>
                </c:pt>
                <c:pt idx="1233">
                  <c:v>-0.00865751982869</c:v>
                </c:pt>
                <c:pt idx="1234">
                  <c:v>-0.00751781019528</c:v>
                </c:pt>
                <c:pt idx="1235">
                  <c:v>-0.00487184724912</c:v>
                </c:pt>
                <c:pt idx="1236">
                  <c:v>-0.0054218044617</c:v>
                </c:pt>
                <c:pt idx="1237">
                  <c:v>-0.000787356455879</c:v>
                </c:pt>
                <c:pt idx="1238">
                  <c:v>0</c:v>
                </c:pt>
                <c:pt idx="1239">
                  <c:v>0</c:v>
                </c:pt>
                <c:pt idx="1240">
                  <c:v>-0.00743787067759</c:v>
                </c:pt>
                <c:pt idx="1241">
                  <c:v>-0.00353928581479</c:v>
                </c:pt>
                <c:pt idx="1242">
                  <c:v>-0.00891436184506</c:v>
                </c:pt>
                <c:pt idx="1243">
                  <c:v>-0.00158901331983</c:v>
                </c:pt>
                <c:pt idx="1244">
                  <c:v>-0.0055457105688</c:v>
                </c:pt>
                <c:pt idx="1245">
                  <c:v>-0.00317195723917</c:v>
                </c:pt>
                <c:pt idx="1246">
                  <c:v>-0.00193523539612</c:v>
                </c:pt>
                <c:pt idx="1247">
                  <c:v>-0.00371905332907</c:v>
                </c:pt>
                <c:pt idx="1248">
                  <c:v>-0.0112353851973</c:v>
                </c:pt>
                <c:pt idx="1249">
                  <c:v>-0.0145323784626</c:v>
                </c:pt>
                <c:pt idx="1250">
                  <c:v>-0.00929599904998</c:v>
                </c:pt>
                <c:pt idx="1251">
                  <c:v>-0.00504959406811</c:v>
                </c:pt>
                <c:pt idx="1252">
                  <c:v>-0.0116475476837</c:v>
                </c:pt>
                <c:pt idx="1253">
                  <c:v>0</c:v>
                </c:pt>
                <c:pt idx="1254">
                  <c:v>-0.00240362022457</c:v>
                </c:pt>
                <c:pt idx="1255">
                  <c:v>-0.004732158601</c:v>
                </c:pt>
                <c:pt idx="1256">
                  <c:v>-0.0111478062753</c:v>
                </c:pt>
                <c:pt idx="1257">
                  <c:v>-0.0095992356194</c:v>
                </c:pt>
                <c:pt idx="1258">
                  <c:v>-0.00841832622271</c:v>
                </c:pt>
                <c:pt idx="1259">
                  <c:v>-0.00940989734084</c:v>
                </c:pt>
                <c:pt idx="1260">
                  <c:v>-0.00496540039522</c:v>
                </c:pt>
                <c:pt idx="1261">
                  <c:v>-0.000191524753667</c:v>
                </c:pt>
                <c:pt idx="1262">
                  <c:v>-3.3264799695e-5</c:v>
                </c:pt>
                <c:pt idx="1263">
                  <c:v>0</c:v>
                </c:pt>
                <c:pt idx="1264">
                  <c:v>0</c:v>
                </c:pt>
                <c:pt idx="1265">
                  <c:v>-0.00500247506301</c:v>
                </c:pt>
                <c:pt idx="1266">
                  <c:v>-0.00533900465332</c:v>
                </c:pt>
                <c:pt idx="1267">
                  <c:v>-0.00606236237254</c:v>
                </c:pt>
                <c:pt idx="1268">
                  <c:v>-0.00664900890568</c:v>
                </c:pt>
                <c:pt idx="1269">
                  <c:v>-0.000600621839451</c:v>
                </c:pt>
                <c:pt idx="1270">
                  <c:v>0</c:v>
                </c:pt>
                <c:pt idx="1271">
                  <c:v>0</c:v>
                </c:pt>
                <c:pt idx="1272">
                  <c:v>0</c:v>
                </c:pt>
                <c:pt idx="1273">
                  <c:v>0</c:v>
                </c:pt>
                <c:pt idx="1274">
                  <c:v>-0.00341611861123</c:v>
                </c:pt>
                <c:pt idx="1275">
                  <c:v>-0.00354458461183</c:v>
                </c:pt>
                <c:pt idx="1276">
                  <c:v>-0.00192604794172</c:v>
                </c:pt>
                <c:pt idx="1277">
                  <c:v>-0.00224323914572</c:v>
                </c:pt>
                <c:pt idx="1278">
                  <c:v>-0.00513475426363</c:v>
                </c:pt>
                <c:pt idx="1279">
                  <c:v>-0.00532442096584</c:v>
                </c:pt>
                <c:pt idx="1280">
                  <c:v>-0.00237969135008</c:v>
                </c:pt>
                <c:pt idx="1281">
                  <c:v>-0.00508069203222</c:v>
                </c:pt>
                <c:pt idx="1282">
                  <c:v>-0.0201181215198</c:v>
                </c:pt>
                <c:pt idx="1283">
                  <c:v>-0.0184731322714</c:v>
                </c:pt>
                <c:pt idx="1284">
                  <c:v>-0.0178775636051</c:v>
                </c:pt>
                <c:pt idx="1285">
                  <c:v>-0.0172912840103</c:v>
                </c:pt>
                <c:pt idx="1286">
                  <c:v>-0.0110595964452</c:v>
                </c:pt>
                <c:pt idx="1287">
                  <c:v>-0.0100828440946</c:v>
                </c:pt>
                <c:pt idx="1288">
                  <c:v>-0.0142776330421</c:v>
                </c:pt>
                <c:pt idx="1289">
                  <c:v>-0.0162393034408</c:v>
                </c:pt>
                <c:pt idx="1290">
                  <c:v>-0.0185448310303</c:v>
                </c:pt>
                <c:pt idx="1291">
                  <c:v>-0.0112560460283</c:v>
                </c:pt>
                <c:pt idx="1292">
                  <c:v>-0.00706424341485</c:v>
                </c:pt>
                <c:pt idx="1293">
                  <c:v>-0.00601536384313</c:v>
                </c:pt>
                <c:pt idx="1294">
                  <c:v>-0.00649035325963</c:v>
                </c:pt>
                <c:pt idx="1295">
                  <c:v>0</c:v>
                </c:pt>
                <c:pt idx="1296">
                  <c:v>-0.00696575980735</c:v>
                </c:pt>
                <c:pt idx="1297">
                  <c:v>-0.0133493696001</c:v>
                </c:pt>
                <c:pt idx="1298">
                  <c:v>-0.0188547574015</c:v>
                </c:pt>
                <c:pt idx="1299">
                  <c:v>-0.0161701554691</c:v>
                </c:pt>
                <c:pt idx="1300">
                  <c:v>-0.015162158672</c:v>
                </c:pt>
                <c:pt idx="1301">
                  <c:v>-0.00879714554622</c:v>
                </c:pt>
                <c:pt idx="1302">
                  <c:v>-0.00836191594218</c:v>
                </c:pt>
                <c:pt idx="1303">
                  <c:v>-0.00855387741796</c:v>
                </c:pt>
                <c:pt idx="1304">
                  <c:v>-0.00880334904048</c:v>
                </c:pt>
                <c:pt idx="1305">
                  <c:v>-0.0073734388568</c:v>
                </c:pt>
                <c:pt idx="1306">
                  <c:v>-0.00468806826442</c:v>
                </c:pt>
                <c:pt idx="1307">
                  <c:v>-0.00296054126928</c:v>
                </c:pt>
                <c:pt idx="1308">
                  <c:v>-0.0106959092924</c:v>
                </c:pt>
                <c:pt idx="1309">
                  <c:v>-0.00685256407121</c:v>
                </c:pt>
                <c:pt idx="1310">
                  <c:v>-0.00776690571995</c:v>
                </c:pt>
                <c:pt idx="1311">
                  <c:v>-0.00411445217901</c:v>
                </c:pt>
                <c:pt idx="1312">
                  <c:v>0</c:v>
                </c:pt>
                <c:pt idx="1313">
                  <c:v>0</c:v>
                </c:pt>
                <c:pt idx="1314">
                  <c:v>0</c:v>
                </c:pt>
                <c:pt idx="1315">
                  <c:v>-0.000703302481237</c:v>
                </c:pt>
                <c:pt idx="1316">
                  <c:v>-0.000431791052198</c:v>
                </c:pt>
                <c:pt idx="1317">
                  <c:v>0</c:v>
                </c:pt>
                <c:pt idx="1318">
                  <c:v>0</c:v>
                </c:pt>
                <c:pt idx="1319">
                  <c:v>-0.002962151832</c:v>
                </c:pt>
                <c:pt idx="1320">
                  <c:v>-0.00413042772167</c:v>
                </c:pt>
                <c:pt idx="1321">
                  <c:v>0</c:v>
                </c:pt>
                <c:pt idx="1322">
                  <c:v>-0.0085041135016</c:v>
                </c:pt>
                <c:pt idx="1323">
                  <c:v>-0.00753293520517</c:v>
                </c:pt>
                <c:pt idx="1324">
                  <c:v>0</c:v>
                </c:pt>
                <c:pt idx="1325">
                  <c:v>0</c:v>
                </c:pt>
                <c:pt idx="1326">
                  <c:v>0</c:v>
                </c:pt>
                <c:pt idx="1327">
                  <c:v>-0.0079526814512</c:v>
                </c:pt>
                <c:pt idx="1328">
                  <c:v>-0.00498675466863</c:v>
                </c:pt>
                <c:pt idx="1329">
                  <c:v>-0.0114810953296</c:v>
                </c:pt>
                <c:pt idx="1330">
                  <c:v>-0.0123855972411</c:v>
                </c:pt>
                <c:pt idx="1331">
                  <c:v>-0.0193641763681</c:v>
                </c:pt>
                <c:pt idx="1332">
                  <c:v>-0.0182652447717</c:v>
                </c:pt>
                <c:pt idx="1333">
                  <c:v>-0.0136215986111</c:v>
                </c:pt>
                <c:pt idx="1334">
                  <c:v>-0.015468041779</c:v>
                </c:pt>
                <c:pt idx="1335">
                  <c:v>-0.0145919077109</c:v>
                </c:pt>
                <c:pt idx="1336">
                  <c:v>-0.0189255991708</c:v>
                </c:pt>
                <c:pt idx="1337">
                  <c:v>-0.0183440533551</c:v>
                </c:pt>
                <c:pt idx="1338">
                  <c:v>-0.0283116735049</c:v>
                </c:pt>
                <c:pt idx="1339">
                  <c:v>-0.034529578323</c:v>
                </c:pt>
                <c:pt idx="1340">
                  <c:v>-0.0323991030812</c:v>
                </c:pt>
                <c:pt idx="1341">
                  <c:v>-0.0297784051572</c:v>
                </c:pt>
                <c:pt idx="1342">
                  <c:v>-0.0253058885486</c:v>
                </c:pt>
                <c:pt idx="1343">
                  <c:v>-0.0191411641503</c:v>
                </c:pt>
                <c:pt idx="1344">
                  <c:v>-0.0144372224515</c:v>
                </c:pt>
                <c:pt idx="1345">
                  <c:v>-0.00968188433941</c:v>
                </c:pt>
                <c:pt idx="1346">
                  <c:v>-0.00714471949746</c:v>
                </c:pt>
                <c:pt idx="1347">
                  <c:v>-0.00902906075324</c:v>
                </c:pt>
                <c:pt idx="1348">
                  <c:v>-0.00472344213548</c:v>
                </c:pt>
                <c:pt idx="1349">
                  <c:v>0</c:v>
                </c:pt>
                <c:pt idx="1350">
                  <c:v>-0.00153151768499</c:v>
                </c:pt>
                <c:pt idx="1351">
                  <c:v>0</c:v>
                </c:pt>
                <c:pt idx="1352">
                  <c:v>-0.00188652420036</c:v>
                </c:pt>
                <c:pt idx="1353">
                  <c:v>0</c:v>
                </c:pt>
                <c:pt idx="1354">
                  <c:v>-0.00166986531353</c:v>
                </c:pt>
                <c:pt idx="1355">
                  <c:v>-0.00108613394123</c:v>
                </c:pt>
                <c:pt idx="1356">
                  <c:v>-0.0113537857275</c:v>
                </c:pt>
                <c:pt idx="1357">
                  <c:v>-0.0428863179838</c:v>
                </c:pt>
                <c:pt idx="1358">
                  <c:v>-0.0852926619226</c:v>
                </c:pt>
                <c:pt idx="1359">
                  <c:v>-0.0915136664456</c:v>
                </c:pt>
                <c:pt idx="1360">
                  <c:v>-0.0869074704062</c:v>
                </c:pt>
                <c:pt idx="1361">
                  <c:v>-0.0620284129107</c:v>
                </c:pt>
                <c:pt idx="1362">
                  <c:v>-0.0664667022534</c:v>
                </c:pt>
                <c:pt idx="1363">
                  <c:v>-0.066036037893</c:v>
                </c:pt>
                <c:pt idx="1364">
                  <c:v>-0.0582849738606</c:v>
                </c:pt>
                <c:pt idx="1365">
                  <c:v>-0.0416747744858</c:v>
                </c:pt>
                <c:pt idx="1366">
                  <c:v>-0.0345726362542</c:v>
                </c:pt>
                <c:pt idx="1367">
                  <c:v>-0.0206137813335</c:v>
                </c:pt>
                <c:pt idx="1368">
                  <c:v>-0.0216373606049</c:v>
                </c:pt>
                <c:pt idx="1369">
                  <c:v>-0.023696288769</c:v>
                </c:pt>
                <c:pt idx="1370">
                  <c:v>-0.0172149731695</c:v>
                </c:pt>
                <c:pt idx="1371">
                  <c:v>-0.0190656657469</c:v>
                </c:pt>
                <c:pt idx="1372">
                  <c:v>-0.0152403404806</c:v>
                </c:pt>
                <c:pt idx="1373">
                  <c:v>-0.0220992091604</c:v>
                </c:pt>
                <c:pt idx="1374">
                  <c:v>-0.0251194069176</c:v>
                </c:pt>
                <c:pt idx="1375">
                  <c:v>-0.0319869447166</c:v>
                </c:pt>
                <c:pt idx="1376">
                  <c:v>-0.0260330306948</c:v>
                </c:pt>
                <c:pt idx="1377">
                  <c:v>-0.0225667472849</c:v>
                </c:pt>
                <c:pt idx="1378">
                  <c:v>-0.00888694598968</c:v>
                </c:pt>
                <c:pt idx="1379">
                  <c:v>-0.0175822530695</c:v>
                </c:pt>
                <c:pt idx="1380">
                  <c:v>-0.028801545833</c:v>
                </c:pt>
                <c:pt idx="1381">
                  <c:v>-0.0170064261523</c:v>
                </c:pt>
                <c:pt idx="1382">
                  <c:v>-0.0349727481749</c:v>
                </c:pt>
                <c:pt idx="1383">
                  <c:v>-0.0301721337931</c:v>
                </c:pt>
                <c:pt idx="1384">
                  <c:v>-0.0445615734618</c:v>
                </c:pt>
                <c:pt idx="1385">
                  <c:v>-0.0341174116249</c:v>
                </c:pt>
                <c:pt idx="1386">
                  <c:v>-0.0397895343004</c:v>
                </c:pt>
                <c:pt idx="1387">
                  <c:v>-0.0333629458671</c:v>
                </c:pt>
                <c:pt idx="1388">
                  <c:v>-0.0240906655874</c:v>
                </c:pt>
                <c:pt idx="1389">
                  <c:v>-0.0202678378224</c:v>
                </c:pt>
                <c:pt idx="1390">
                  <c:v>-0.0282827678434</c:v>
                </c:pt>
                <c:pt idx="1391">
                  <c:v>-0.0132015580124</c:v>
                </c:pt>
                <c:pt idx="1392">
                  <c:v>-0.0172687283621</c:v>
                </c:pt>
                <c:pt idx="1393">
                  <c:v>-0.0255612080568</c:v>
                </c:pt>
                <c:pt idx="1394">
                  <c:v>-0.0232517164878</c:v>
                </c:pt>
                <c:pt idx="1395">
                  <c:v>-0.0171373489328</c:v>
                </c:pt>
                <c:pt idx="1396">
                  <c:v>-0.025046682989</c:v>
                </c:pt>
                <c:pt idx="1397">
                  <c:v>-0.0103017935672</c:v>
                </c:pt>
                <c:pt idx="1398">
                  <c:v>-0.0185586539547</c:v>
                </c:pt>
                <c:pt idx="1399">
                  <c:v>-0.00997061912929</c:v>
                </c:pt>
                <c:pt idx="1400">
                  <c:v>-0.0106630738064</c:v>
                </c:pt>
                <c:pt idx="1401">
                  <c:v>-0.0125570936738</c:v>
                </c:pt>
                <c:pt idx="1402">
                  <c:v>-0.00637885976041</c:v>
                </c:pt>
                <c:pt idx="1403">
                  <c:v>-0.00694150332717</c:v>
                </c:pt>
                <c:pt idx="1404">
                  <c:v>-0.00621016240565</c:v>
                </c:pt>
                <c:pt idx="1405">
                  <c:v>-0.00286552440473</c:v>
                </c:pt>
                <c:pt idx="1406">
                  <c:v>-0.00627174941025</c:v>
                </c:pt>
                <c:pt idx="1407">
                  <c:v>-0.00632507297145</c:v>
                </c:pt>
                <c:pt idx="1408">
                  <c:v>-0.00680798535672</c:v>
                </c:pt>
                <c:pt idx="1409">
                  <c:v>-0.00727994646499</c:v>
                </c:pt>
                <c:pt idx="1410">
                  <c:v>-0.0109533252487</c:v>
                </c:pt>
                <c:pt idx="1411">
                  <c:v>-0.0108054286954</c:v>
                </c:pt>
                <c:pt idx="1412">
                  <c:v>-0.00913601330788</c:v>
                </c:pt>
                <c:pt idx="1413">
                  <c:v>-0.0087391658381</c:v>
                </c:pt>
                <c:pt idx="1414">
                  <c:v>-0.00550555817261</c:v>
                </c:pt>
                <c:pt idx="1415">
                  <c:v>-0.00464178867216</c:v>
                </c:pt>
                <c:pt idx="1416">
                  <c:v>-0.0099570224363</c:v>
                </c:pt>
                <c:pt idx="1417">
                  <c:v>-0.00490741542672</c:v>
                </c:pt>
                <c:pt idx="1418">
                  <c:v>-0.000528262805556</c:v>
                </c:pt>
                <c:pt idx="1419">
                  <c:v>0</c:v>
                </c:pt>
                <c:pt idx="1420">
                  <c:v>0</c:v>
                </c:pt>
                <c:pt idx="1421">
                  <c:v>0</c:v>
                </c:pt>
                <c:pt idx="1422">
                  <c:v>-0.002380071412</c:v>
                </c:pt>
                <c:pt idx="1423">
                  <c:v>0</c:v>
                </c:pt>
                <c:pt idx="1424">
                  <c:v>0</c:v>
                </c:pt>
                <c:pt idx="1425">
                  <c:v>0</c:v>
                </c:pt>
                <c:pt idx="1426">
                  <c:v>0</c:v>
                </c:pt>
                <c:pt idx="1427">
                  <c:v>0</c:v>
                </c:pt>
                <c:pt idx="1428">
                  <c:v>0</c:v>
                </c:pt>
                <c:pt idx="1429">
                  <c:v>0</c:v>
                </c:pt>
                <c:pt idx="1430">
                  <c:v>0</c:v>
                </c:pt>
                <c:pt idx="1431">
                  <c:v>0</c:v>
                </c:pt>
                <c:pt idx="1432">
                  <c:v>0</c:v>
                </c:pt>
                <c:pt idx="1433">
                  <c:v>-0.000485815605835</c:v>
                </c:pt>
                <c:pt idx="1434">
                  <c:v>0</c:v>
                </c:pt>
                <c:pt idx="1435">
                  <c:v>0</c:v>
                </c:pt>
                <c:pt idx="1436">
                  <c:v>-0.00530952159559</c:v>
                </c:pt>
                <c:pt idx="1437">
                  <c:v>-0.00578789982602</c:v>
                </c:pt>
                <c:pt idx="1438">
                  <c:v>-0.00391504271086</c:v>
                </c:pt>
                <c:pt idx="1439">
                  <c:v>-0.0113041084217</c:v>
                </c:pt>
                <c:pt idx="1440">
                  <c:v>-0.00981805959933</c:v>
                </c:pt>
                <c:pt idx="1441">
                  <c:v>-0.00807795497922</c:v>
                </c:pt>
                <c:pt idx="1442">
                  <c:v>-0.00396541066973</c:v>
                </c:pt>
                <c:pt idx="1443">
                  <c:v>-0.00407243268718</c:v>
                </c:pt>
                <c:pt idx="1444">
                  <c:v>-0.000509359710596</c:v>
                </c:pt>
                <c:pt idx="1445">
                  <c:v>0</c:v>
                </c:pt>
                <c:pt idx="1446">
                  <c:v>-0.00042005228027</c:v>
                </c:pt>
                <c:pt idx="1447">
                  <c:v>-0.00502647013722</c:v>
                </c:pt>
                <c:pt idx="1448">
                  <c:v>0</c:v>
                </c:pt>
                <c:pt idx="1449">
                  <c:v>0</c:v>
                </c:pt>
                <c:pt idx="1450">
                  <c:v>-0.00560932214198</c:v>
                </c:pt>
                <c:pt idx="1451">
                  <c:v>-0.00618968300487</c:v>
                </c:pt>
                <c:pt idx="1452">
                  <c:v>-0.0080924205879</c:v>
                </c:pt>
                <c:pt idx="1453">
                  <c:v>-0.0092653234692</c:v>
                </c:pt>
                <c:pt idx="1454">
                  <c:v>-0.00767427314097</c:v>
                </c:pt>
                <c:pt idx="1455">
                  <c:v>-0.00835108483236</c:v>
                </c:pt>
                <c:pt idx="1456">
                  <c:v>0</c:v>
                </c:pt>
                <c:pt idx="1457">
                  <c:v>-0.00399276505408</c:v>
                </c:pt>
                <c:pt idx="1458">
                  <c:v>-0.00144428882306</c:v>
                </c:pt>
                <c:pt idx="1459">
                  <c:v>-0.00181401701508</c:v>
                </c:pt>
                <c:pt idx="1460">
                  <c:v>0</c:v>
                </c:pt>
                <c:pt idx="1461">
                  <c:v>0</c:v>
                </c:pt>
                <c:pt idx="1462">
                  <c:v>0</c:v>
                </c:pt>
                <c:pt idx="1463">
                  <c:v>0</c:v>
                </c:pt>
                <c:pt idx="1464">
                  <c:v>0</c:v>
                </c:pt>
                <c:pt idx="1465">
                  <c:v>-0.000359210484373</c:v>
                </c:pt>
                <c:pt idx="1466">
                  <c:v>0</c:v>
                </c:pt>
                <c:pt idx="1467">
                  <c:v>0</c:v>
                </c:pt>
                <c:pt idx="1468">
                  <c:v>-0.00309152325394</c:v>
                </c:pt>
                <c:pt idx="1469">
                  <c:v>0</c:v>
                </c:pt>
                <c:pt idx="1470">
                  <c:v>0</c:v>
                </c:pt>
                <c:pt idx="1471">
                  <c:v>0</c:v>
                </c:pt>
                <c:pt idx="1472">
                  <c:v>0</c:v>
                </c:pt>
                <c:pt idx="1473">
                  <c:v>-0.000494338525119</c:v>
                </c:pt>
                <c:pt idx="1474">
                  <c:v>-0.00573020929828</c:v>
                </c:pt>
                <c:pt idx="1475">
                  <c:v>-0.00617757834699</c:v>
                </c:pt>
                <c:pt idx="1476">
                  <c:v>-0.00185840431325</c:v>
                </c:pt>
                <c:pt idx="1477">
                  <c:v>0</c:v>
                </c:pt>
                <c:pt idx="1478">
                  <c:v>-0.000837318342006</c:v>
                </c:pt>
                <c:pt idx="1479">
                  <c:v>-0.0050748619846</c:v>
                </c:pt>
                <c:pt idx="1480">
                  <c:v>-0.00444418288676</c:v>
                </c:pt>
                <c:pt idx="1481">
                  <c:v>0</c:v>
                </c:pt>
                <c:pt idx="1482">
                  <c:v>0</c:v>
                </c:pt>
                <c:pt idx="1483">
                  <c:v>0</c:v>
                </c:pt>
                <c:pt idx="1484">
                  <c:v>0</c:v>
                </c:pt>
                <c:pt idx="1485">
                  <c:v>0</c:v>
                </c:pt>
                <c:pt idx="1486">
                  <c:v>0</c:v>
                </c:pt>
                <c:pt idx="1487">
                  <c:v>0</c:v>
                </c:pt>
                <c:pt idx="1488">
                  <c:v>-4.3091498575e-5</c:v>
                </c:pt>
                <c:pt idx="1489">
                  <c:v>0</c:v>
                </c:pt>
                <c:pt idx="1490">
                  <c:v>-0.00659564759652</c:v>
                </c:pt>
                <c:pt idx="1491">
                  <c:v>-0.0211849811135</c:v>
                </c:pt>
                <c:pt idx="1492">
                  <c:v>-0.00761374191969</c:v>
                </c:pt>
                <c:pt idx="1493">
                  <c:v>-0.0111814137274</c:v>
                </c:pt>
                <c:pt idx="1494">
                  <c:v>-8.52801378084e-5</c:v>
                </c:pt>
                <c:pt idx="1495">
                  <c:v>0</c:v>
                </c:pt>
                <c:pt idx="1496">
                  <c:v>-0.00578213167425</c:v>
                </c:pt>
                <c:pt idx="1497">
                  <c:v>0</c:v>
                </c:pt>
                <c:pt idx="1498">
                  <c:v>-0.0137654519475</c:v>
                </c:pt>
                <c:pt idx="1499">
                  <c:v>-0.0113173221437</c:v>
                </c:pt>
                <c:pt idx="1500">
                  <c:v>-0.00612675696931</c:v>
                </c:pt>
                <c:pt idx="1501">
                  <c:v>-0.00250722718931</c:v>
                </c:pt>
                <c:pt idx="1502">
                  <c:v>0</c:v>
                </c:pt>
                <c:pt idx="1503">
                  <c:v>-0.000795617312657</c:v>
                </c:pt>
                <c:pt idx="1504">
                  <c:v>-0.00222773163292</c:v>
                </c:pt>
                <c:pt idx="1505">
                  <c:v>-0.00349188135659</c:v>
                </c:pt>
                <c:pt idx="1506">
                  <c:v>-0.00303255263496</c:v>
                </c:pt>
                <c:pt idx="1507">
                  <c:v>0</c:v>
                </c:pt>
                <c:pt idx="1508">
                  <c:v>-0.0133047263928</c:v>
                </c:pt>
                <c:pt idx="1509">
                  <c:v>-0.0112023442583</c:v>
                </c:pt>
                <c:pt idx="1510">
                  <c:v>-0.00864854052519</c:v>
                </c:pt>
                <c:pt idx="1511">
                  <c:v>-0.010221894712</c:v>
                </c:pt>
                <c:pt idx="1512">
                  <c:v>-0.00116720842007</c:v>
                </c:pt>
                <c:pt idx="1513">
                  <c:v>0</c:v>
                </c:pt>
                <c:pt idx="1514">
                  <c:v>0</c:v>
                </c:pt>
                <c:pt idx="1515">
                  <c:v>-0.00385760614821</c:v>
                </c:pt>
                <c:pt idx="1516">
                  <c:v>-0.0104409236885</c:v>
                </c:pt>
                <c:pt idx="1517">
                  <c:v>-0.0147654353377</c:v>
                </c:pt>
                <c:pt idx="1518">
                  <c:v>-0.016148159181</c:v>
                </c:pt>
                <c:pt idx="1519">
                  <c:v>-0.0180520963307</c:v>
                </c:pt>
                <c:pt idx="1520">
                  <c:v>-0.0188256288246</c:v>
                </c:pt>
                <c:pt idx="1521">
                  <c:v>-0.0197390254851</c:v>
                </c:pt>
                <c:pt idx="1522">
                  <c:v>-0.0106848531205</c:v>
                </c:pt>
                <c:pt idx="1523">
                  <c:v>-0.0102474372108</c:v>
                </c:pt>
                <c:pt idx="1524">
                  <c:v>-0.00613903786575</c:v>
                </c:pt>
                <c:pt idx="1525">
                  <c:v>-0.00772619838847</c:v>
                </c:pt>
                <c:pt idx="1526">
                  <c:v>-0.0036056223999</c:v>
                </c:pt>
                <c:pt idx="1527">
                  <c:v>-0.00721569710622</c:v>
                </c:pt>
                <c:pt idx="1528">
                  <c:v>-0.00753164979795</c:v>
                </c:pt>
                <c:pt idx="1529">
                  <c:v>-0.00540687835363</c:v>
                </c:pt>
                <c:pt idx="1530">
                  <c:v>-0.00778187530086</c:v>
                </c:pt>
                <c:pt idx="1531">
                  <c:v>-0.00664079717673</c:v>
                </c:pt>
                <c:pt idx="1532">
                  <c:v>-0.0109934617234</c:v>
                </c:pt>
                <c:pt idx="1533">
                  <c:v>-0.00947169710372</c:v>
                </c:pt>
                <c:pt idx="1534">
                  <c:v>-0.00542069046218</c:v>
                </c:pt>
                <c:pt idx="1535">
                  <c:v>-0.00627878642613</c:v>
                </c:pt>
                <c:pt idx="1536">
                  <c:v>-0.00806523931365</c:v>
                </c:pt>
                <c:pt idx="1537">
                  <c:v>-0.00928553126593</c:v>
                </c:pt>
                <c:pt idx="1538">
                  <c:v>-0.0116878488663</c:v>
                </c:pt>
                <c:pt idx="1539">
                  <c:v>-0.0125661361165</c:v>
                </c:pt>
                <c:pt idx="1540">
                  <c:v>-0.00927745763771</c:v>
                </c:pt>
                <c:pt idx="1541">
                  <c:v>-0.00678909863936</c:v>
                </c:pt>
                <c:pt idx="1542">
                  <c:v>0</c:v>
                </c:pt>
                <c:pt idx="1543">
                  <c:v>0</c:v>
                </c:pt>
                <c:pt idx="1544">
                  <c:v>0</c:v>
                </c:pt>
                <c:pt idx="1545">
                  <c:v>-0.000882582096143</c:v>
                </c:pt>
                <c:pt idx="1546">
                  <c:v>-0.00708089089982</c:v>
                </c:pt>
                <c:pt idx="1547">
                  <c:v>-0.00481092725837</c:v>
                </c:pt>
                <c:pt idx="1548">
                  <c:v>-0.0115946113006</c:v>
                </c:pt>
                <c:pt idx="1549">
                  <c:v>-0.00438049239572</c:v>
                </c:pt>
                <c:pt idx="1550">
                  <c:v>0</c:v>
                </c:pt>
                <c:pt idx="1551">
                  <c:v>0</c:v>
                </c:pt>
                <c:pt idx="1552">
                  <c:v>-0.00323596160137</c:v>
                </c:pt>
                <c:pt idx="1553">
                  <c:v>-0.00173011572984</c:v>
                </c:pt>
                <c:pt idx="1554">
                  <c:v>0</c:v>
                </c:pt>
                <c:pt idx="1555">
                  <c:v>0</c:v>
                </c:pt>
                <c:pt idx="1556">
                  <c:v>0</c:v>
                </c:pt>
                <c:pt idx="1557">
                  <c:v>0</c:v>
                </c:pt>
                <c:pt idx="1558">
                  <c:v>-0.000473017548007</c:v>
                </c:pt>
                <c:pt idx="1559">
                  <c:v>0</c:v>
                </c:pt>
                <c:pt idx="1560">
                  <c:v>-0.0023965369468</c:v>
                </c:pt>
                <c:pt idx="1561">
                  <c:v>-0.00138048551539</c:v>
                </c:pt>
                <c:pt idx="1562">
                  <c:v>0</c:v>
                </c:pt>
                <c:pt idx="1563">
                  <c:v>0</c:v>
                </c:pt>
                <c:pt idx="1564">
                  <c:v>0</c:v>
                </c:pt>
                <c:pt idx="1565">
                  <c:v>-0.00248394647023</c:v>
                </c:pt>
                <c:pt idx="1566">
                  <c:v>0</c:v>
                </c:pt>
                <c:pt idx="1567">
                  <c:v>0</c:v>
                </c:pt>
                <c:pt idx="1568">
                  <c:v>0</c:v>
                </c:pt>
                <c:pt idx="1569">
                  <c:v>-0.0254173288174</c:v>
                </c:pt>
                <c:pt idx="1570">
                  <c:v>-0.0307823104968</c:v>
                </c:pt>
                <c:pt idx="1571">
                  <c:v>-0.0157989713174</c:v>
                </c:pt>
                <c:pt idx="1572">
                  <c:v>-0.0189365280236</c:v>
                </c:pt>
                <c:pt idx="1573">
                  <c:v>-0.0211969665062</c:v>
                </c:pt>
                <c:pt idx="1574">
                  <c:v>-0.0121645429812</c:v>
                </c:pt>
                <c:pt idx="1575">
                  <c:v>-0.00867625526808</c:v>
                </c:pt>
                <c:pt idx="1576">
                  <c:v>-0.0105417448887</c:v>
                </c:pt>
                <c:pt idx="1577">
                  <c:v>-0.0062691956643</c:v>
                </c:pt>
                <c:pt idx="1578">
                  <c:v>-0.0120473717914</c:v>
                </c:pt>
                <c:pt idx="1579">
                  <c:v>-0.0135197144912</c:v>
                </c:pt>
                <c:pt idx="1580">
                  <c:v>-0.0134251939947</c:v>
                </c:pt>
                <c:pt idx="1581">
                  <c:v>-0.0165432594197</c:v>
                </c:pt>
                <c:pt idx="1582">
                  <c:v>-0.0115596049777</c:v>
                </c:pt>
                <c:pt idx="1583">
                  <c:v>-0.00486046761223</c:v>
                </c:pt>
                <c:pt idx="1584">
                  <c:v>0</c:v>
                </c:pt>
                <c:pt idx="1585">
                  <c:v>-0.000625044057161</c:v>
                </c:pt>
                <c:pt idx="1586">
                  <c:v>0</c:v>
                </c:pt>
                <c:pt idx="1587">
                  <c:v>0</c:v>
                </c:pt>
                <c:pt idx="1588">
                  <c:v>-0.00640368515687</c:v>
                </c:pt>
                <c:pt idx="1589">
                  <c:v>-0.00171133963577</c:v>
                </c:pt>
                <c:pt idx="1590">
                  <c:v>-0.00638393594446</c:v>
                </c:pt>
                <c:pt idx="1591">
                  <c:v>-0.0164218700422</c:v>
                </c:pt>
                <c:pt idx="1592">
                  <c:v>-0.0168806629896</c:v>
                </c:pt>
                <c:pt idx="1593">
                  <c:v>-0.0208355093879</c:v>
                </c:pt>
                <c:pt idx="1594">
                  <c:v>-0.0169134898186</c:v>
                </c:pt>
                <c:pt idx="1595">
                  <c:v>-0.0149897892096</c:v>
                </c:pt>
                <c:pt idx="1596">
                  <c:v>-0.014274079114</c:v>
                </c:pt>
                <c:pt idx="1597">
                  <c:v>-0.0193912139025</c:v>
                </c:pt>
                <c:pt idx="1598">
                  <c:v>-0.0236396232022</c:v>
                </c:pt>
                <c:pt idx="1599">
                  <c:v>-0.0270161890958</c:v>
                </c:pt>
                <c:pt idx="1600">
                  <c:v>-0.0175404931014</c:v>
                </c:pt>
                <c:pt idx="1601">
                  <c:v>-0.0131362248088</c:v>
                </c:pt>
                <c:pt idx="1602">
                  <c:v>-0.0167393330367</c:v>
                </c:pt>
                <c:pt idx="1603">
                  <c:v>-0.0168373372937</c:v>
                </c:pt>
                <c:pt idx="1604">
                  <c:v>-0.0347233443651</c:v>
                </c:pt>
                <c:pt idx="1605">
                  <c:v>-0.0367700935511</c:v>
                </c:pt>
                <c:pt idx="1606">
                  <c:v>-0.0403887841707</c:v>
                </c:pt>
                <c:pt idx="1607">
                  <c:v>-0.0303998531975</c:v>
                </c:pt>
                <c:pt idx="1608">
                  <c:v>-0.0390242527202</c:v>
                </c:pt>
                <c:pt idx="1609">
                  <c:v>-0.0360106413969</c:v>
                </c:pt>
                <c:pt idx="1610">
                  <c:v>-0.0304886345274</c:v>
                </c:pt>
                <c:pt idx="1611">
                  <c:v>-0.0217509262335</c:v>
                </c:pt>
                <c:pt idx="1612">
                  <c:v>-0.0181977381391</c:v>
                </c:pt>
                <c:pt idx="1613">
                  <c:v>-0.0213883624844</c:v>
                </c:pt>
                <c:pt idx="1614">
                  <c:v>-0.0144784913445</c:v>
                </c:pt>
                <c:pt idx="1615">
                  <c:v>-0.0164019057535</c:v>
                </c:pt>
                <c:pt idx="1616">
                  <c:v>-0.0138513254192</c:v>
                </c:pt>
                <c:pt idx="1617">
                  <c:v>-0.0146229869221</c:v>
                </c:pt>
                <c:pt idx="1618">
                  <c:v>-0.0154378998388</c:v>
                </c:pt>
                <c:pt idx="1619">
                  <c:v>-0.00881982452385</c:v>
                </c:pt>
                <c:pt idx="1620">
                  <c:v>-0.00425595528835</c:v>
                </c:pt>
                <c:pt idx="1621">
                  <c:v>-0.00512233720442</c:v>
                </c:pt>
                <c:pt idx="1622">
                  <c:v>-0.00262960829121</c:v>
                </c:pt>
                <c:pt idx="1623">
                  <c:v>-0.00593168052909</c:v>
                </c:pt>
                <c:pt idx="1624">
                  <c:v>-0.00456240905446</c:v>
                </c:pt>
                <c:pt idx="1625">
                  <c:v>-0.00604081313977</c:v>
                </c:pt>
                <c:pt idx="1626">
                  <c:v>0</c:v>
                </c:pt>
                <c:pt idx="1627">
                  <c:v>-0.000226769364308</c:v>
                </c:pt>
                <c:pt idx="1628">
                  <c:v>0</c:v>
                </c:pt>
                <c:pt idx="1629">
                  <c:v>-0.000231517771556</c:v>
                </c:pt>
                <c:pt idx="1630">
                  <c:v>-0.00473149252205</c:v>
                </c:pt>
                <c:pt idx="1631">
                  <c:v>0</c:v>
                </c:pt>
                <c:pt idx="1632">
                  <c:v>0</c:v>
                </c:pt>
                <c:pt idx="1633">
                  <c:v>-0.00635361761324</c:v>
                </c:pt>
                <c:pt idx="1634">
                  <c:v>-0.00280325118514</c:v>
                </c:pt>
                <c:pt idx="1635">
                  <c:v>0</c:v>
                </c:pt>
                <c:pt idx="1636">
                  <c:v>0</c:v>
                </c:pt>
                <c:pt idx="1637">
                  <c:v>-0.00474813334443</c:v>
                </c:pt>
                <c:pt idx="1638">
                  <c:v>-0.000204305798271</c:v>
                </c:pt>
                <c:pt idx="1639">
                  <c:v>0</c:v>
                </c:pt>
                <c:pt idx="1640">
                  <c:v>0</c:v>
                </c:pt>
                <c:pt idx="1641">
                  <c:v>0</c:v>
                </c:pt>
                <c:pt idx="1642">
                  <c:v>-0.00209243103881</c:v>
                </c:pt>
                <c:pt idx="1643">
                  <c:v>-0.0100419712164</c:v>
                </c:pt>
                <c:pt idx="1644">
                  <c:v>-0.00444498163226</c:v>
                </c:pt>
                <c:pt idx="1645">
                  <c:v>-0.00450217839433</c:v>
                </c:pt>
                <c:pt idx="1646">
                  <c:v>-0.00535107988983</c:v>
                </c:pt>
                <c:pt idx="1647">
                  <c:v>-0.00768501304159</c:v>
                </c:pt>
                <c:pt idx="1648">
                  <c:v>-0.00849065493106</c:v>
                </c:pt>
                <c:pt idx="1649">
                  <c:v>-0.00749981724748</c:v>
                </c:pt>
                <c:pt idx="1650">
                  <c:v>-0.00820022235637</c:v>
                </c:pt>
                <c:pt idx="1651">
                  <c:v>-0.0154037257017</c:v>
                </c:pt>
                <c:pt idx="1652">
                  <c:v>-0.0127889443359</c:v>
                </c:pt>
                <c:pt idx="1653">
                  <c:v>-0.0131033578005</c:v>
                </c:pt>
                <c:pt idx="1654">
                  <c:v>-0.00561169692333</c:v>
                </c:pt>
                <c:pt idx="1655">
                  <c:v>0</c:v>
                </c:pt>
                <c:pt idx="1656">
                  <c:v>0</c:v>
                </c:pt>
                <c:pt idx="1657">
                  <c:v>-0.00582019443494</c:v>
                </c:pt>
                <c:pt idx="1658">
                  <c:v>-0.0299677590484</c:v>
                </c:pt>
                <c:pt idx="1659">
                  <c:v>-0.0261229787592</c:v>
                </c:pt>
                <c:pt idx="1660">
                  <c:v>-0.028225266449</c:v>
                </c:pt>
                <c:pt idx="1661">
                  <c:v>-0.0394431104664</c:v>
                </c:pt>
                <c:pt idx="1662">
                  <c:v>-0.0287801287239</c:v>
                </c:pt>
                <c:pt idx="1663">
                  <c:v>-0.0294755089246</c:v>
                </c:pt>
                <c:pt idx="1664">
                  <c:v>-0.0207427689407</c:v>
                </c:pt>
                <c:pt idx="1665">
                  <c:v>-0.0246739125551</c:v>
                </c:pt>
                <c:pt idx="1666">
                  <c:v>-0.025642703267</c:v>
                </c:pt>
                <c:pt idx="1667">
                  <c:v>-0.0141437887533</c:v>
                </c:pt>
                <c:pt idx="1668">
                  <c:v>-0.0149849463717</c:v>
                </c:pt>
                <c:pt idx="1669">
                  <c:v>-0.0164199349885</c:v>
                </c:pt>
                <c:pt idx="1670">
                  <c:v>-0.0294206725189</c:v>
                </c:pt>
                <c:pt idx="1671">
                  <c:v>-0.0343506910787</c:v>
                </c:pt>
                <c:pt idx="1672">
                  <c:v>-0.0266432344107</c:v>
                </c:pt>
                <c:pt idx="1673">
                  <c:v>-0.0366734860583</c:v>
                </c:pt>
                <c:pt idx="1674">
                  <c:v>-0.0332644326156</c:v>
                </c:pt>
                <c:pt idx="1675">
                  <c:v>-0.0312197720921</c:v>
                </c:pt>
                <c:pt idx="1676">
                  <c:v>-0.0378022150851</c:v>
                </c:pt>
                <c:pt idx="1677">
                  <c:v>-0.0325496590855</c:v>
                </c:pt>
                <c:pt idx="1678">
                  <c:v>-0.0325154749704</c:v>
                </c:pt>
                <c:pt idx="1679">
                  <c:v>-0.0212340030988</c:v>
                </c:pt>
                <c:pt idx="1680">
                  <c:v>-0.0174157081639</c:v>
                </c:pt>
                <c:pt idx="1681">
                  <c:v>-0.00831760064612</c:v>
                </c:pt>
                <c:pt idx="1682">
                  <c:v>-0.00476884285505</c:v>
                </c:pt>
                <c:pt idx="1683">
                  <c:v>0</c:v>
                </c:pt>
                <c:pt idx="1684">
                  <c:v>0</c:v>
                </c:pt>
                <c:pt idx="1685">
                  <c:v>0</c:v>
                </c:pt>
                <c:pt idx="1686">
                  <c:v>0</c:v>
                </c:pt>
                <c:pt idx="1687">
                  <c:v>-0.0108567649311</c:v>
                </c:pt>
                <c:pt idx="1688">
                  <c:v>-0.0104463690512</c:v>
                </c:pt>
                <c:pt idx="1689">
                  <c:v>-0.00761915926431</c:v>
                </c:pt>
                <c:pt idx="1690">
                  <c:v>0</c:v>
                </c:pt>
                <c:pt idx="1691">
                  <c:v>0</c:v>
                </c:pt>
                <c:pt idx="1692">
                  <c:v>0</c:v>
                </c:pt>
                <c:pt idx="1693">
                  <c:v>-0.00444725821614</c:v>
                </c:pt>
                <c:pt idx="1694">
                  <c:v>-0.0133304303904</c:v>
                </c:pt>
                <c:pt idx="1695">
                  <c:v>-0.0191819692631</c:v>
                </c:pt>
                <c:pt idx="1696">
                  <c:v>-0.00853325515727</c:v>
                </c:pt>
                <c:pt idx="1697">
                  <c:v>-0.00604844203085</c:v>
                </c:pt>
                <c:pt idx="1698">
                  <c:v>-0.00746563796123</c:v>
                </c:pt>
                <c:pt idx="1699">
                  <c:v>-0.0139370673543</c:v>
                </c:pt>
                <c:pt idx="1700">
                  <c:v>-0.0132576976316</c:v>
                </c:pt>
                <c:pt idx="1701">
                  <c:v>-0.015773112197</c:v>
                </c:pt>
                <c:pt idx="1702">
                  <c:v>-0.00928523095947</c:v>
                </c:pt>
                <c:pt idx="1703">
                  <c:v>-0.00267672262393</c:v>
                </c:pt>
                <c:pt idx="1704">
                  <c:v>0</c:v>
                </c:pt>
                <c:pt idx="1705">
                  <c:v>0</c:v>
                </c:pt>
                <c:pt idx="1706">
                  <c:v>0</c:v>
                </c:pt>
                <c:pt idx="1707">
                  <c:v>0</c:v>
                </c:pt>
                <c:pt idx="1708">
                  <c:v>0</c:v>
                </c:pt>
                <c:pt idx="1709">
                  <c:v>0</c:v>
                </c:pt>
                <c:pt idx="1710">
                  <c:v>-0.0086231806113</c:v>
                </c:pt>
                <c:pt idx="1711">
                  <c:v>-0.00588491411121</c:v>
                </c:pt>
                <c:pt idx="1712">
                  <c:v>-0.00866511127424</c:v>
                </c:pt>
                <c:pt idx="1713">
                  <c:v>-0.00566705255803</c:v>
                </c:pt>
                <c:pt idx="1714">
                  <c:v>-0.0114061966059</c:v>
                </c:pt>
                <c:pt idx="1715">
                  <c:v>-0.00940894973264</c:v>
                </c:pt>
                <c:pt idx="1716">
                  <c:v>-0.00999019246293</c:v>
                </c:pt>
                <c:pt idx="1717">
                  <c:v>-0.00514069097773</c:v>
                </c:pt>
                <c:pt idx="1718">
                  <c:v>-0.00735776013334</c:v>
                </c:pt>
                <c:pt idx="1719">
                  <c:v>-0.000163168479365</c:v>
                </c:pt>
                <c:pt idx="1720">
                  <c:v>-0.00184385242952</c:v>
                </c:pt>
                <c:pt idx="1721">
                  <c:v>0</c:v>
                </c:pt>
                <c:pt idx="1722">
                  <c:v>0</c:v>
                </c:pt>
                <c:pt idx="1723">
                  <c:v>0</c:v>
                </c:pt>
                <c:pt idx="1724">
                  <c:v>-0.000497034576113</c:v>
                </c:pt>
                <c:pt idx="1725">
                  <c:v>-0.00152247720853</c:v>
                </c:pt>
                <c:pt idx="1726">
                  <c:v>-0.00193614554352</c:v>
                </c:pt>
                <c:pt idx="1727">
                  <c:v>-0.00278552340342</c:v>
                </c:pt>
                <c:pt idx="1728">
                  <c:v>0</c:v>
                </c:pt>
                <c:pt idx="1729">
                  <c:v>-0.0029937568012</c:v>
                </c:pt>
                <c:pt idx="1730">
                  <c:v>-0.00358180724377</c:v>
                </c:pt>
                <c:pt idx="1731">
                  <c:v>-0.00777661459508</c:v>
                </c:pt>
                <c:pt idx="1732">
                  <c:v>-0.000780891730974</c:v>
                </c:pt>
                <c:pt idx="1733">
                  <c:v>-0.00181256455516</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bc51e8e1-88ea-469f-ba14-0b41d96ac7bc}"/>
      </c:ext>
    </c:extLst>
  </c:chart>
  <c:spPr>
    <a:solidFill>
      <a:srgbClr val="F5F7F9"/>
    </a:solidFill>
  </c:spPr>
  <c:txPr>
    <a:bodyPr/>
    <a:lstStyle/>
    <a:p>
      <a:pPr>
        <a:defRPr lang="zh-CN"/>
      </a:pPr>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SPY</c:f>
              <c:strCache>
                <c:ptCount val="1"/>
                <c:pt idx="0">
                  <c:v>SPY</c:v>
                </c:pt>
              </c:strCache>
            </c:strRef>
          </c:tx>
          <c:spPr>
            <a:solidFill>
              <a:srgbClr val="8196B0"/>
            </a:solidFill>
            <a:ln w="0">
              <a:noFill/>
            </a:ln>
          </c:spPr>
          <c:dLbls>
            <c:delete val="1"/>
          </c:dLbls>
          <c:cat>
            <c:strRef>
              <c:f>'Chart Data'!$A$2:$A$1734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Data'!$B$2:$B$1734</c:f>
              <c:numCache>
                <c:formatCode>0%</c:formatCode>
                <c:ptCount val="1733"/>
                <c:pt idx="0">
                  <c:v>0.5</c:v>
                </c:pt>
                <c:pt idx="1">
                  <c:v>0.498343242846</c:v>
                </c:pt>
                <c:pt idx="2">
                  <c:v>0.496657476024</c:v>
                </c:pt>
                <c:pt idx="3">
                  <c:v>0.499868751961</c:v>
                </c:pt>
                <c:pt idx="4">
                  <c:v>0.502975059721</c:v>
                </c:pt>
                <c:pt idx="5">
                  <c:v>0.500752631415</c:v>
                </c:pt>
                <c:pt idx="6">
                  <c:v>0.504327794865</c:v>
                </c:pt>
                <c:pt idx="7">
                  <c:v>0.504169302616</c:v>
                </c:pt>
                <c:pt idx="8">
                  <c:v>0.503279388131</c:v>
                </c:pt>
                <c:pt idx="9">
                  <c:v>0.505742791253</c:v>
                </c:pt>
                <c:pt idx="10">
                  <c:v>0.506058778636</c:v>
                </c:pt>
                <c:pt idx="11">
                  <c:v>0.506058778636</c:v>
                </c:pt>
                <c:pt idx="12">
                  <c:v>0.505296108132</c:v>
                </c:pt>
                <c:pt idx="13">
                  <c:v>0.505241177869</c:v>
                </c:pt>
                <c:pt idx="14">
                  <c:v>0.50496638288</c:v>
                </c:pt>
                <c:pt idx="15">
                  <c:v>0.50127615687</c:v>
                </c:pt>
                <c:pt idx="16">
                  <c:v>0.495535945764</c:v>
                </c:pt>
                <c:pt idx="17">
                  <c:v>0.500383696931</c:v>
                </c:pt>
                <c:pt idx="18">
                  <c:v>0.49882624767</c:v>
                </c:pt>
                <c:pt idx="19">
                  <c:v>0.499619510238</c:v>
                </c:pt>
                <c:pt idx="20">
                  <c:v>0.493594681454</c:v>
                </c:pt>
                <c:pt idx="21">
                  <c:v>0.497073859799</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0.5</c:v>
                </c:pt>
                <c:pt idx="172">
                  <c:v>0.493279604209</c:v>
                </c:pt>
                <c:pt idx="173">
                  <c:v>0.490541630637</c:v>
                </c:pt>
                <c:pt idx="174">
                  <c:v>0.490541630637</c:v>
                </c:pt>
                <c:pt idx="175">
                  <c:v>0.484102296813</c:v>
                </c:pt>
                <c:pt idx="176">
                  <c:v>0.486573530307</c:v>
                </c:pt>
                <c:pt idx="177">
                  <c:v>0.483004878372</c:v>
                </c:pt>
                <c:pt idx="178">
                  <c:v>0.483145679829</c:v>
                </c:pt>
                <c:pt idx="179">
                  <c:v>0.484450213287</c:v>
                </c:pt>
                <c:pt idx="180">
                  <c:v>0.486307443515</c:v>
                </c:pt>
                <c:pt idx="181">
                  <c:v>0.484607174843</c:v>
                </c:pt>
                <c:pt idx="182">
                  <c:v>0.483775685781</c:v>
                </c:pt>
                <c:pt idx="183">
                  <c:v>0.480557268487</c:v>
                </c:pt>
                <c:pt idx="184">
                  <c:v>0.482829112431</c:v>
                </c:pt>
                <c:pt idx="185">
                  <c:v>0.486573359302</c:v>
                </c:pt>
                <c:pt idx="186">
                  <c:v>0.4861684622</c:v>
                </c:pt>
                <c:pt idx="187">
                  <c:v>0.485906178231</c:v>
                </c:pt>
                <c:pt idx="188">
                  <c:v>0.490626450481</c:v>
                </c:pt>
                <c:pt idx="189">
                  <c:v>0.492241675386</c:v>
                </c:pt>
                <c:pt idx="190">
                  <c:v>0.488778366889</c:v>
                </c:pt>
                <c:pt idx="191">
                  <c:v>0.492171314122</c:v>
                </c:pt>
                <c:pt idx="192">
                  <c:v>0.49155109054</c:v>
                </c:pt>
                <c:pt idx="193">
                  <c:v>0.5</c:v>
                </c:pt>
                <c:pt idx="194">
                  <c:v>0.501092507187</c:v>
                </c:pt>
                <c:pt idx="195">
                  <c:v>0.497138457341</c:v>
                </c:pt>
                <c:pt idx="196">
                  <c:v>0.498707146971</c:v>
                </c:pt>
                <c:pt idx="197">
                  <c:v>0.498976828365</c:v>
                </c:pt>
                <c:pt idx="198">
                  <c:v>0.4992780435</c:v>
                </c:pt>
                <c:pt idx="199">
                  <c:v>0.50145182653</c:v>
                </c:pt>
                <c:pt idx="200">
                  <c:v>0.500948427762</c:v>
                </c:pt>
                <c:pt idx="201">
                  <c:v>0.500922627703</c:v>
                </c:pt>
                <c:pt idx="202">
                  <c:v>0.502587622745</c:v>
                </c:pt>
                <c:pt idx="203">
                  <c:v>0.501378595069</c:v>
                </c:pt>
                <c:pt idx="204">
                  <c:v>0.498053933175</c:v>
                </c:pt>
                <c:pt idx="205">
                  <c:v>0.496218235649</c:v>
                </c:pt>
                <c:pt idx="206">
                  <c:v>0.494791592629</c:v>
                </c:pt>
                <c:pt idx="207">
                  <c:v>0.496430979065</c:v>
                </c:pt>
                <c:pt idx="208">
                  <c:v>0.495966737193</c:v>
                </c:pt>
                <c:pt idx="209">
                  <c:v>0.494481476603</c:v>
                </c:pt>
                <c:pt idx="210">
                  <c:v>0.492524365405</c:v>
                </c:pt>
                <c:pt idx="211">
                  <c:v>0.489908666167</c:v>
                </c:pt>
                <c:pt idx="212">
                  <c:v>0.490255608888</c:v>
                </c:pt>
                <c:pt idx="213">
                  <c:v>0.490610126806</c:v>
                </c:pt>
                <c:pt idx="214">
                  <c:v>0.490006798598</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0.5</c:v>
                </c:pt>
                <c:pt idx="259">
                  <c:v>0.503336127933</c:v>
                </c:pt>
                <c:pt idx="260">
                  <c:v>0.505059770732</c:v>
                </c:pt>
                <c:pt idx="261">
                  <c:v>0.500223187114</c:v>
                </c:pt>
                <c:pt idx="262">
                  <c:v>0.50187312247</c:v>
                </c:pt>
                <c:pt idx="263">
                  <c:v>0.499617161587</c:v>
                </c:pt>
                <c:pt idx="264">
                  <c:v>0.499792083253</c:v>
                </c:pt>
                <c:pt idx="265">
                  <c:v>0.496594074978</c:v>
                </c:pt>
                <c:pt idx="266">
                  <c:v>0.498119417571</c:v>
                </c:pt>
                <c:pt idx="267">
                  <c:v>0.498119417571</c:v>
                </c:pt>
                <c:pt idx="268">
                  <c:v>0.496492445412</c:v>
                </c:pt>
                <c:pt idx="269">
                  <c:v>0.495577197131</c:v>
                </c:pt>
                <c:pt idx="270">
                  <c:v>0.494951289185</c:v>
                </c:pt>
                <c:pt idx="271">
                  <c:v>0.496335641224</c:v>
                </c:pt>
                <c:pt idx="272">
                  <c:v>0.495494018657</c:v>
                </c:pt>
                <c:pt idx="273">
                  <c:v>0.496891629269</c:v>
                </c:pt>
                <c:pt idx="274">
                  <c:v>0.49749000153</c:v>
                </c:pt>
                <c:pt idx="275">
                  <c:v>0.497869686116</c:v>
                </c:pt>
                <c:pt idx="276">
                  <c:v>0.499385192103</c:v>
                </c:pt>
                <c:pt idx="277">
                  <c:v>0.496598048124</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0.5</c:v>
                </c:pt>
                <c:pt idx="364">
                  <c:v>0.500971564052</c:v>
                </c:pt>
                <c:pt idx="365">
                  <c:v>0.500464181019</c:v>
                </c:pt>
                <c:pt idx="366">
                  <c:v>0.499718824373</c:v>
                </c:pt>
                <c:pt idx="367">
                  <c:v>0.497397676398</c:v>
                </c:pt>
                <c:pt idx="368">
                  <c:v>0.498396356605</c:v>
                </c:pt>
                <c:pt idx="369">
                  <c:v>0.498557201586</c:v>
                </c:pt>
                <c:pt idx="370">
                  <c:v>0.499843449299</c:v>
                </c:pt>
                <c:pt idx="371">
                  <c:v>0.501404578169</c:v>
                </c:pt>
                <c:pt idx="372">
                  <c:v>0.501951692444</c:v>
                </c:pt>
                <c:pt idx="373">
                  <c:v>0.502322215182</c:v>
                </c:pt>
                <c:pt idx="374">
                  <c:v>0.508405347639</c:v>
                </c:pt>
                <c:pt idx="375">
                  <c:v>0.502293869185</c:v>
                </c:pt>
                <c:pt idx="376">
                  <c:v>0.502651367545</c:v>
                </c:pt>
                <c:pt idx="377">
                  <c:v>0.503730241758</c:v>
                </c:pt>
                <c:pt idx="378">
                  <c:v>0.501910659967</c:v>
                </c:pt>
                <c:pt idx="379">
                  <c:v>0.502378195893</c:v>
                </c:pt>
                <c:pt idx="380">
                  <c:v>0.504145516972</c:v>
                </c:pt>
                <c:pt idx="381">
                  <c:v>0.504775004817</c:v>
                </c:pt>
                <c:pt idx="382">
                  <c:v>0.504028122444</c:v>
                </c:pt>
                <c:pt idx="383">
                  <c:v>0.501737313408</c:v>
                </c:pt>
                <c:pt idx="384">
                  <c:v>0.501505151303</c:v>
                </c:pt>
                <c:pt idx="385">
                  <c:v>0.5</c:v>
                </c:pt>
                <c:pt idx="386">
                  <c:v>0.5</c:v>
                </c:pt>
                <c:pt idx="387">
                  <c:v>0.50626404037</c:v>
                </c:pt>
                <c:pt idx="388">
                  <c:v>0.510190621239</c:v>
                </c:pt>
                <c:pt idx="389">
                  <c:v>0.506111727909</c:v>
                </c:pt>
                <c:pt idx="390">
                  <c:v>0.506120708342</c:v>
                </c:pt>
                <c:pt idx="391">
                  <c:v>0.506513844715</c:v>
                </c:pt>
                <c:pt idx="392">
                  <c:v>0.503171613086</c:v>
                </c:pt>
                <c:pt idx="393">
                  <c:v>0.506283224148</c:v>
                </c:pt>
                <c:pt idx="394">
                  <c:v>0.506682795601</c:v>
                </c:pt>
                <c:pt idx="395">
                  <c:v>0.505344306283</c:v>
                </c:pt>
                <c:pt idx="396">
                  <c:v>0.511266874556</c:v>
                </c:pt>
                <c:pt idx="397">
                  <c:v>0.511567739227</c:v>
                </c:pt>
                <c:pt idx="398">
                  <c:v>0.507955337468</c:v>
                </c:pt>
                <c:pt idx="399">
                  <c:v>0.506211684278</c:v>
                </c:pt>
                <c:pt idx="400">
                  <c:v>0.50801902514</c:v>
                </c:pt>
                <c:pt idx="401">
                  <c:v>0.506516316608</c:v>
                </c:pt>
                <c:pt idx="402">
                  <c:v>0.506367834733</c:v>
                </c:pt>
                <c:pt idx="403">
                  <c:v>0.505024182184</c:v>
                </c:pt>
                <c:pt idx="404">
                  <c:v>0.50237166513</c:v>
                </c:pt>
                <c:pt idx="405">
                  <c:v>0.502623027161</c:v>
                </c:pt>
                <c:pt idx="406">
                  <c:v>0.505557986289</c:v>
                </c:pt>
                <c:pt idx="407">
                  <c:v>0.5</c:v>
                </c:pt>
                <c:pt idx="408">
                  <c:v>0.502913999321</c:v>
                </c:pt>
                <c:pt idx="409">
                  <c:v>0.501344437906</c:v>
                </c:pt>
                <c:pt idx="410">
                  <c:v>0.50313730429</c:v>
                </c:pt>
                <c:pt idx="411">
                  <c:v>0.506609093886</c:v>
                </c:pt>
                <c:pt idx="412">
                  <c:v>0.5028674852</c:v>
                </c:pt>
                <c:pt idx="413">
                  <c:v>0.50123679726</c:v>
                </c:pt>
                <c:pt idx="414">
                  <c:v>0.502857964827</c:v>
                </c:pt>
                <c:pt idx="415">
                  <c:v>0.504439419081</c:v>
                </c:pt>
                <c:pt idx="416">
                  <c:v>0.505907244399</c:v>
                </c:pt>
                <c:pt idx="417">
                  <c:v>0.506921797241</c:v>
                </c:pt>
                <c:pt idx="418">
                  <c:v>0.507244249114</c:v>
                </c:pt>
                <c:pt idx="419">
                  <c:v>0.511133526248</c:v>
                </c:pt>
                <c:pt idx="420">
                  <c:v>0.519058563663</c:v>
                </c:pt>
                <c:pt idx="421">
                  <c:v>0.513350448424</c:v>
                </c:pt>
                <c:pt idx="422">
                  <c:v>0.50766496168</c:v>
                </c:pt>
                <c:pt idx="423">
                  <c:v>0.505608547817</c:v>
                </c:pt>
                <c:pt idx="424">
                  <c:v>0.505761893246</c:v>
                </c:pt>
                <c:pt idx="425">
                  <c:v>0.505228957702</c:v>
                </c:pt>
                <c:pt idx="426">
                  <c:v>0.505578890618</c:v>
                </c:pt>
                <c:pt idx="427">
                  <c:v>0.506204558336</c:v>
                </c:pt>
                <c:pt idx="428">
                  <c:v>0.507588452389</c:v>
                </c:pt>
                <c:pt idx="429">
                  <c:v>0.5</c:v>
                </c:pt>
                <c:pt idx="430">
                  <c:v>0.499939320954</c:v>
                </c:pt>
                <c:pt idx="431">
                  <c:v>0.499939320954</c:v>
                </c:pt>
                <c:pt idx="432">
                  <c:v>0.50190665297</c:v>
                </c:pt>
                <c:pt idx="433">
                  <c:v>0.499855398112</c:v>
                </c:pt>
                <c:pt idx="434">
                  <c:v>0.500780067059</c:v>
                </c:pt>
                <c:pt idx="435">
                  <c:v>0.495687851636</c:v>
                </c:pt>
                <c:pt idx="436">
                  <c:v>0.494477378372</c:v>
                </c:pt>
                <c:pt idx="437">
                  <c:v>0.493247685501</c:v>
                </c:pt>
                <c:pt idx="438">
                  <c:v>0.491062401988</c:v>
                </c:pt>
                <c:pt idx="439">
                  <c:v>0.49199825314</c:v>
                </c:pt>
                <c:pt idx="440">
                  <c:v>0.491869843144</c:v>
                </c:pt>
                <c:pt idx="441">
                  <c:v>0.490626610138</c:v>
                </c:pt>
                <c:pt idx="442">
                  <c:v>0.49063861023</c:v>
                </c:pt>
                <c:pt idx="443">
                  <c:v>0.489734897644</c:v>
                </c:pt>
                <c:pt idx="444">
                  <c:v>0.489225448633</c:v>
                </c:pt>
                <c:pt idx="445">
                  <c:v>0.488191619995</c:v>
                </c:pt>
                <c:pt idx="446">
                  <c:v>0.484018791218</c:v>
                </c:pt>
                <c:pt idx="447">
                  <c:v>0.481194185602</c:v>
                </c:pt>
                <c:pt idx="448">
                  <c:v>0.481256032523</c:v>
                </c:pt>
                <c:pt idx="449">
                  <c:v>0.47687964632</c:v>
                </c:pt>
                <c:pt idx="450">
                  <c:v>0.475946351663</c:v>
                </c:pt>
                <c:pt idx="451">
                  <c:v>0.5</c:v>
                </c:pt>
                <c:pt idx="452">
                  <c:v>0.498923061276</c:v>
                </c:pt>
                <c:pt idx="453">
                  <c:v>0.504780877791</c:v>
                </c:pt>
                <c:pt idx="454">
                  <c:v>0.50382314224</c:v>
                </c:pt>
                <c:pt idx="455">
                  <c:v>0.502909357398</c:v>
                </c:pt>
                <c:pt idx="456">
                  <c:v>0.498931322128</c:v>
                </c:pt>
                <c:pt idx="457">
                  <c:v>0.498995773226</c:v>
                </c:pt>
                <c:pt idx="458">
                  <c:v>0.498195553298</c:v>
                </c:pt>
                <c:pt idx="459">
                  <c:v>0.499672711424</c:v>
                </c:pt>
                <c:pt idx="460">
                  <c:v>0.499457842459</c:v>
                </c:pt>
                <c:pt idx="461">
                  <c:v>0.501973873361</c:v>
                </c:pt>
                <c:pt idx="462">
                  <c:v>0.503449700061</c:v>
                </c:pt>
                <c:pt idx="463">
                  <c:v>0.501773715859</c:v>
                </c:pt>
                <c:pt idx="464">
                  <c:v>0.506307503792</c:v>
                </c:pt>
                <c:pt idx="465">
                  <c:v>0.505267017951</c:v>
                </c:pt>
                <c:pt idx="466">
                  <c:v>0.505381126557</c:v>
                </c:pt>
                <c:pt idx="467">
                  <c:v>0.505162752072</c:v>
                </c:pt>
                <c:pt idx="468">
                  <c:v>0.508520450787</c:v>
                </c:pt>
                <c:pt idx="469">
                  <c:v>0.510020548966</c:v>
                </c:pt>
                <c:pt idx="470">
                  <c:v>0.511990685709</c:v>
                </c:pt>
                <c:pt idx="471">
                  <c:v>0.5109565978</c:v>
                </c:pt>
                <c:pt idx="472">
                  <c:v>0.5</c:v>
                </c:pt>
                <c:pt idx="473">
                  <c:v>0.507414362308</c:v>
                </c:pt>
                <c:pt idx="474">
                  <c:v>0.51031499829</c:v>
                </c:pt>
                <c:pt idx="475">
                  <c:v>0.50785521922</c:v>
                </c:pt>
                <c:pt idx="476">
                  <c:v>0.506139199353</c:v>
                </c:pt>
                <c:pt idx="477">
                  <c:v>0.503846086078</c:v>
                </c:pt>
                <c:pt idx="478">
                  <c:v>0.50442561392</c:v>
                </c:pt>
                <c:pt idx="479">
                  <c:v>0.502808552195</c:v>
                </c:pt>
                <c:pt idx="480">
                  <c:v>0.504800943111</c:v>
                </c:pt>
                <c:pt idx="481">
                  <c:v>0.504886547101</c:v>
                </c:pt>
                <c:pt idx="482">
                  <c:v>0.505986799478</c:v>
                </c:pt>
                <c:pt idx="483">
                  <c:v>0.507533124711</c:v>
                </c:pt>
                <c:pt idx="484">
                  <c:v>0.507698354644</c:v>
                </c:pt>
                <c:pt idx="485">
                  <c:v>0.511026392583</c:v>
                </c:pt>
                <c:pt idx="486">
                  <c:v>0.508713335934</c:v>
                </c:pt>
                <c:pt idx="487">
                  <c:v>0.504391399636</c:v>
                </c:pt>
                <c:pt idx="488">
                  <c:v>0.505733535297</c:v>
                </c:pt>
                <c:pt idx="489">
                  <c:v>0.505733535297</c:v>
                </c:pt>
                <c:pt idx="490">
                  <c:v>0.515197015096</c:v>
                </c:pt>
                <c:pt idx="491">
                  <c:v>0.518600728068</c:v>
                </c:pt>
                <c:pt idx="492">
                  <c:v>0.520618381125</c:v>
                </c:pt>
                <c:pt idx="493">
                  <c:v>0.520305504611</c:v>
                </c:pt>
                <c:pt idx="494">
                  <c:v>0.5</c:v>
                </c:pt>
                <c:pt idx="495">
                  <c:v>0.494850073837</c:v>
                </c:pt>
                <c:pt idx="496">
                  <c:v>0.501250861252</c:v>
                </c:pt>
                <c:pt idx="497">
                  <c:v>0.508396707649</c:v>
                </c:pt>
                <c:pt idx="498">
                  <c:v>0.513414389645</c:v>
                </c:pt>
                <c:pt idx="499">
                  <c:v>0.510328034007</c:v>
                </c:pt>
                <c:pt idx="500">
                  <c:v>0.51327270832</c:v>
                </c:pt>
                <c:pt idx="501">
                  <c:v>0.507383029161</c:v>
                </c:pt>
                <c:pt idx="502">
                  <c:v>0.50625392059</c:v>
                </c:pt>
                <c:pt idx="503">
                  <c:v>0.512544684872</c:v>
                </c:pt>
                <c:pt idx="504">
                  <c:v>0.510234198958</c:v>
                </c:pt>
                <c:pt idx="505">
                  <c:v>0.504743512949</c:v>
                </c:pt>
                <c:pt idx="506">
                  <c:v>0.50395098449</c:v>
                </c:pt>
                <c:pt idx="507">
                  <c:v>0.509304573754</c:v>
                </c:pt>
                <c:pt idx="508">
                  <c:v>0.510637127039</c:v>
                </c:pt>
                <c:pt idx="509">
                  <c:v>0.514364267946</c:v>
                </c:pt>
                <c:pt idx="510">
                  <c:v>0.514364267946</c:v>
                </c:pt>
                <c:pt idx="511">
                  <c:v>0.517269350395</c:v>
                </c:pt>
                <c:pt idx="512">
                  <c:v>0.518056802979</c:v>
                </c:pt>
                <c:pt idx="513">
                  <c:v>0.521117625266</c:v>
                </c:pt>
                <c:pt idx="514">
                  <c:v>0.5183422239</c:v>
                </c:pt>
                <c:pt idx="515">
                  <c:v>0.517223106468</c:v>
                </c:pt>
                <c:pt idx="516">
                  <c:v>0.525301740892</c:v>
                </c:pt>
                <c:pt idx="517">
                  <c:v>0.5</c:v>
                </c:pt>
                <c:pt idx="518">
                  <c:v>0.496555358954</c:v>
                </c:pt>
                <c:pt idx="519">
                  <c:v>0.494394146196</c:v>
                </c:pt>
                <c:pt idx="520">
                  <c:v>0.492707274197</c:v>
                </c:pt>
                <c:pt idx="521">
                  <c:v>0.493441819509</c:v>
                </c:pt>
                <c:pt idx="522">
                  <c:v>0.490864784012</c:v>
                </c:pt>
                <c:pt idx="523">
                  <c:v>0.48949249561</c:v>
                </c:pt>
                <c:pt idx="524">
                  <c:v>0.488586719705</c:v>
                </c:pt>
                <c:pt idx="525">
                  <c:v>0.485619218852</c:v>
                </c:pt>
                <c:pt idx="526">
                  <c:v>0.485619218852</c:v>
                </c:pt>
                <c:pt idx="527">
                  <c:v>0.478965385831</c:v>
                </c:pt>
                <c:pt idx="528">
                  <c:v>0.475356758005</c:v>
                </c:pt>
                <c:pt idx="529">
                  <c:v>0.473585634415</c:v>
                </c:pt>
                <c:pt idx="530">
                  <c:v>0.468311056382</c:v>
                </c:pt>
                <c:pt idx="531">
                  <c:v>0.470204283561</c:v>
                </c:pt>
                <c:pt idx="532">
                  <c:v>0.464808706051</c:v>
                </c:pt>
                <c:pt idx="533">
                  <c:v>0.463189826937</c:v>
                </c:pt>
                <c:pt idx="534">
                  <c:v>0.460805269094</c:v>
                </c:pt>
                <c:pt idx="535">
                  <c:v>0.466412503443</c:v>
                </c:pt>
                <c:pt idx="536">
                  <c:v>0.470528718258</c:v>
                </c:pt>
                <c:pt idx="537">
                  <c:v>0.470895166944</c:v>
                </c:pt>
                <c:pt idx="538">
                  <c:v>0.471836828358</c:v>
                </c:pt>
                <c:pt idx="539">
                  <c:v>0.466075965702</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0.5</c:v>
                </c:pt>
                <c:pt idx="776">
                  <c:v>0.493541631736</c:v>
                </c:pt>
                <c:pt idx="777">
                  <c:v>0.500794284958</c:v>
                </c:pt>
                <c:pt idx="778">
                  <c:v>0.495920869984</c:v>
                </c:pt>
                <c:pt idx="779">
                  <c:v>0.500402513979</c:v>
                </c:pt>
                <c:pt idx="780">
                  <c:v>0.503402638125</c:v>
                </c:pt>
                <c:pt idx="781">
                  <c:v>0.504704143423</c:v>
                </c:pt>
                <c:pt idx="782">
                  <c:v>0.501749061059</c:v>
                </c:pt>
                <c:pt idx="783">
                  <c:v>0.501861581842</c:v>
                </c:pt>
                <c:pt idx="784">
                  <c:v>0.502471519791</c:v>
                </c:pt>
                <c:pt idx="785">
                  <c:v>0.497200029797</c:v>
                </c:pt>
                <c:pt idx="786">
                  <c:v>0.49684175644</c:v>
                </c:pt>
                <c:pt idx="787">
                  <c:v>0.500140075779</c:v>
                </c:pt>
                <c:pt idx="788">
                  <c:v>0.502659696035</c:v>
                </c:pt>
                <c:pt idx="789">
                  <c:v>0.502322920014</c:v>
                </c:pt>
                <c:pt idx="790">
                  <c:v>0.498464781351</c:v>
                </c:pt>
                <c:pt idx="791">
                  <c:v>0.496534623609</c:v>
                </c:pt>
                <c:pt idx="792">
                  <c:v>0.496615661325</c:v>
                </c:pt>
                <c:pt idx="793">
                  <c:v>0.495686248157</c:v>
                </c:pt>
                <c:pt idx="794">
                  <c:v>0.500471518789</c:v>
                </c:pt>
                <c:pt idx="795">
                  <c:v>0.501667004504</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0.5</c:v>
                </c:pt>
                <c:pt idx="840">
                  <c:v>0.499544141781</c:v>
                </c:pt>
                <c:pt idx="841">
                  <c:v>0.502307353985</c:v>
                </c:pt>
                <c:pt idx="842">
                  <c:v>0.504420577675</c:v>
                </c:pt>
                <c:pt idx="843">
                  <c:v>0.502912638534</c:v>
                </c:pt>
                <c:pt idx="844">
                  <c:v>0.50067325814</c:v>
                </c:pt>
                <c:pt idx="845">
                  <c:v>0.500615828628</c:v>
                </c:pt>
                <c:pt idx="846">
                  <c:v>0.504471486371</c:v>
                </c:pt>
                <c:pt idx="847">
                  <c:v>0.506482650283</c:v>
                </c:pt>
                <c:pt idx="848">
                  <c:v>0.505677428424</c:v>
                </c:pt>
                <c:pt idx="849">
                  <c:v>0.506832510479</c:v>
                </c:pt>
                <c:pt idx="850">
                  <c:v>0.50448215682</c:v>
                </c:pt>
                <c:pt idx="851">
                  <c:v>0.507160169293</c:v>
                </c:pt>
                <c:pt idx="852">
                  <c:v>0.506662266342</c:v>
                </c:pt>
                <c:pt idx="853">
                  <c:v>0.501394021664</c:v>
                </c:pt>
                <c:pt idx="854">
                  <c:v>0.501695903617</c:v>
                </c:pt>
                <c:pt idx="855">
                  <c:v>0.506610089357</c:v>
                </c:pt>
                <c:pt idx="856">
                  <c:v>0.508666732118</c:v>
                </c:pt>
                <c:pt idx="857">
                  <c:v>0.509539198257</c:v>
                </c:pt>
                <c:pt idx="858">
                  <c:v>0.501936434092</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0.5</c:v>
                </c:pt>
                <c:pt idx="883">
                  <c:v>0.500269385512</c:v>
                </c:pt>
                <c:pt idx="884">
                  <c:v>0.502424244859</c:v>
                </c:pt>
                <c:pt idx="885">
                  <c:v>0.500650700908</c:v>
                </c:pt>
                <c:pt idx="886">
                  <c:v>0.501770852493</c:v>
                </c:pt>
                <c:pt idx="887">
                  <c:v>0.50424830991</c:v>
                </c:pt>
                <c:pt idx="888">
                  <c:v>0.50773932936</c:v>
                </c:pt>
                <c:pt idx="889">
                  <c:v>0.507898394593</c:v>
                </c:pt>
                <c:pt idx="890">
                  <c:v>0.509226870778</c:v>
                </c:pt>
                <c:pt idx="891">
                  <c:v>0.508759097426</c:v>
                </c:pt>
                <c:pt idx="892">
                  <c:v>0.508759097426</c:v>
                </c:pt>
                <c:pt idx="893">
                  <c:v>0.510059387495</c:v>
                </c:pt>
                <c:pt idx="894">
                  <c:v>0.509137394539</c:v>
                </c:pt>
                <c:pt idx="895">
                  <c:v>0.51252820769</c:v>
                </c:pt>
                <c:pt idx="896">
                  <c:v>0.509943975278</c:v>
                </c:pt>
                <c:pt idx="897">
                  <c:v>0.508486431383</c:v>
                </c:pt>
                <c:pt idx="898">
                  <c:v>0.512361647532</c:v>
                </c:pt>
                <c:pt idx="899">
                  <c:v>0.513064797405</c:v>
                </c:pt>
                <c:pt idx="900">
                  <c:v>0.514315353323</c:v>
                </c:pt>
                <c:pt idx="901">
                  <c:v>0.515586834961</c:v>
                </c:pt>
                <c:pt idx="902">
                  <c:v>0.515593941231</c:v>
                </c:pt>
                <c:pt idx="903">
                  <c:v>0.515593941231</c:v>
                </c:pt>
                <c:pt idx="904">
                  <c:v>0.5</c:v>
                </c:pt>
                <c:pt idx="905">
                  <c:v>0.502924699545</c:v>
                </c:pt>
                <c:pt idx="906">
                  <c:v>0.499428594269</c:v>
                </c:pt>
                <c:pt idx="907">
                  <c:v>0.500009702071</c:v>
                </c:pt>
                <c:pt idx="908">
                  <c:v>0.49901708162</c:v>
                </c:pt>
                <c:pt idx="909">
                  <c:v>0.495989063865</c:v>
                </c:pt>
                <c:pt idx="910">
                  <c:v>0.495121244942</c:v>
                </c:pt>
                <c:pt idx="911">
                  <c:v>0.496334475958</c:v>
                </c:pt>
                <c:pt idx="912">
                  <c:v>0.496711182424</c:v>
                </c:pt>
                <c:pt idx="913">
                  <c:v>0.500083480071</c:v>
                </c:pt>
                <c:pt idx="914">
                  <c:v>0.501032995773</c:v>
                </c:pt>
                <c:pt idx="915">
                  <c:v>0.501348975196</c:v>
                </c:pt>
                <c:pt idx="916">
                  <c:v>0.501448445482</c:v>
                </c:pt>
                <c:pt idx="917">
                  <c:v>0.499253449047</c:v>
                </c:pt>
                <c:pt idx="918">
                  <c:v>0.497980016714</c:v>
                </c:pt>
                <c:pt idx="919">
                  <c:v>0.496755818492</c:v>
                </c:pt>
                <c:pt idx="920">
                  <c:v>0.498212336327</c:v>
                </c:pt>
                <c:pt idx="921">
                  <c:v>0.494830596066</c:v>
                </c:pt>
                <c:pt idx="922">
                  <c:v>0.495018753379</c:v>
                </c:pt>
                <c:pt idx="923">
                  <c:v>0.497432956339</c:v>
                </c:pt>
                <c:pt idx="924">
                  <c:v>0.5</c:v>
                </c:pt>
                <c:pt idx="925">
                  <c:v>0.49834147089</c:v>
                </c:pt>
                <c:pt idx="926">
                  <c:v>0.497158832138</c:v>
                </c:pt>
                <c:pt idx="927">
                  <c:v>0.499826221997</c:v>
                </c:pt>
                <c:pt idx="928">
                  <c:v>0.501675817456</c:v>
                </c:pt>
                <c:pt idx="929">
                  <c:v>0.499198440449</c:v>
                </c:pt>
                <c:pt idx="930">
                  <c:v>0.499188301498</c:v>
                </c:pt>
                <c:pt idx="931">
                  <c:v>0.502460924348</c:v>
                </c:pt>
                <c:pt idx="932">
                  <c:v>0.50525829686</c:v>
                </c:pt>
                <c:pt idx="933">
                  <c:v>0.504784580487</c:v>
                </c:pt>
                <c:pt idx="934">
                  <c:v>0.505111771903</c:v>
                </c:pt>
                <c:pt idx="935">
                  <c:v>0.502526418131</c:v>
                </c:pt>
                <c:pt idx="936">
                  <c:v>0.504255028189</c:v>
                </c:pt>
                <c:pt idx="937">
                  <c:v>0.505096729631</c:v>
                </c:pt>
                <c:pt idx="938">
                  <c:v>0.504886113161</c:v>
                </c:pt>
                <c:pt idx="939">
                  <c:v>0.503888774323</c:v>
                </c:pt>
                <c:pt idx="940">
                  <c:v>0.501220555926</c:v>
                </c:pt>
                <c:pt idx="941">
                  <c:v>0.502668744647</c:v>
                </c:pt>
                <c:pt idx="942">
                  <c:v>0.501950532872</c:v>
                </c:pt>
                <c:pt idx="943">
                  <c:v>0.502305339844</c:v>
                </c:pt>
                <c:pt idx="944">
                  <c:v>0.50413713486</c:v>
                </c:pt>
                <c:pt idx="945">
                  <c:v>0.506759360006</c:v>
                </c:pt>
                <c:pt idx="946">
                  <c:v>0.504388025832</c:v>
                </c:pt>
                <c:pt idx="947">
                  <c:v>0.504388025832</c:v>
                </c:pt>
                <c:pt idx="948">
                  <c:v>0.505024052415</c:v>
                </c:pt>
                <c:pt idx="949">
                  <c:v>0.5</c:v>
                </c:pt>
                <c:pt idx="950">
                  <c:v>0.498964308622</c:v>
                </c:pt>
                <c:pt idx="951">
                  <c:v>0.49925628472</c:v>
                </c:pt>
                <c:pt idx="952">
                  <c:v>0.500432198431</c:v>
                </c:pt>
                <c:pt idx="953">
                  <c:v>0.500349522165</c:v>
                </c:pt>
                <c:pt idx="954">
                  <c:v>0.50121900631</c:v>
                </c:pt>
                <c:pt idx="955">
                  <c:v>0.503238320097</c:v>
                </c:pt>
                <c:pt idx="956">
                  <c:v>0.498562465506</c:v>
                </c:pt>
                <c:pt idx="957">
                  <c:v>0.49724146596</c:v>
                </c:pt>
                <c:pt idx="958">
                  <c:v>0.496959518043</c:v>
                </c:pt>
                <c:pt idx="959">
                  <c:v>0.494469453307</c:v>
                </c:pt>
                <c:pt idx="960">
                  <c:v>0.492121927792</c:v>
                </c:pt>
                <c:pt idx="961">
                  <c:v>0.490760556372</c:v>
                </c:pt>
                <c:pt idx="962">
                  <c:v>0.493099997702</c:v>
                </c:pt>
                <c:pt idx="963">
                  <c:v>0.491406093697</c:v>
                </c:pt>
                <c:pt idx="964">
                  <c:v>0.494616198943</c:v>
                </c:pt>
                <c:pt idx="965">
                  <c:v>0.497313588039</c:v>
                </c:pt>
                <c:pt idx="966">
                  <c:v>0.49928825995</c:v>
                </c:pt>
                <c:pt idx="967">
                  <c:v>0.501827312443</c:v>
                </c:pt>
                <c:pt idx="968">
                  <c:v>0.5</c:v>
                </c:pt>
                <c:pt idx="969">
                  <c:v>0.509019973642</c:v>
                </c:pt>
                <c:pt idx="970">
                  <c:v>0.510146974202</c:v>
                </c:pt>
                <c:pt idx="971">
                  <c:v>0.51257216081</c:v>
                </c:pt>
                <c:pt idx="972">
                  <c:v>0.509156949829</c:v>
                </c:pt>
                <c:pt idx="973">
                  <c:v>0.510283322913</c:v>
                </c:pt>
                <c:pt idx="974">
                  <c:v>0.512847685628</c:v>
                </c:pt>
                <c:pt idx="975">
                  <c:v>0.511836239863</c:v>
                </c:pt>
                <c:pt idx="976">
                  <c:v>0.504290745123</c:v>
                </c:pt>
                <c:pt idx="977">
                  <c:v>0.507243414945</c:v>
                </c:pt>
                <c:pt idx="978">
                  <c:v>0.506559572</c:v>
                </c:pt>
                <c:pt idx="979">
                  <c:v>0.500866698106</c:v>
                </c:pt>
                <c:pt idx="980">
                  <c:v>0.496342522741</c:v>
                </c:pt>
                <c:pt idx="981">
                  <c:v>0.495237058231</c:v>
                </c:pt>
                <c:pt idx="982">
                  <c:v>0.496302771995</c:v>
                </c:pt>
                <c:pt idx="983">
                  <c:v>0.500531117408</c:v>
                </c:pt>
                <c:pt idx="984">
                  <c:v>0.495068473701</c:v>
                </c:pt>
                <c:pt idx="985">
                  <c:v>0.494581184172</c:v>
                </c:pt>
                <c:pt idx="986">
                  <c:v>0.489919453458</c:v>
                </c:pt>
                <c:pt idx="987">
                  <c:v>0.496924447568</c:v>
                </c:pt>
                <c:pt idx="988">
                  <c:v>0.499678818106</c:v>
                </c:pt>
                <c:pt idx="989">
                  <c:v>0.501990499805</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0.5</c:v>
                </c:pt>
                <c:pt idx="1013">
                  <c:v>0.50225483042</c:v>
                </c:pt>
                <c:pt idx="1014">
                  <c:v>0.507373501693</c:v>
                </c:pt>
                <c:pt idx="1015">
                  <c:v>0.508908701156</c:v>
                </c:pt>
                <c:pt idx="1016">
                  <c:v>0.508527857367</c:v>
                </c:pt>
                <c:pt idx="1017">
                  <c:v>0.510405109797</c:v>
                </c:pt>
                <c:pt idx="1018">
                  <c:v>0.515757798663</c:v>
                </c:pt>
                <c:pt idx="1019">
                  <c:v>0.516057572169</c:v>
                </c:pt>
                <c:pt idx="1020">
                  <c:v>0.512516759506</c:v>
                </c:pt>
                <c:pt idx="1021">
                  <c:v>0.511925748728</c:v>
                </c:pt>
                <c:pt idx="1022">
                  <c:v>0.511837815011</c:v>
                </c:pt>
                <c:pt idx="1023">
                  <c:v>0.510950896197</c:v>
                </c:pt>
                <c:pt idx="1024">
                  <c:v>0.510423420383</c:v>
                </c:pt>
                <c:pt idx="1025">
                  <c:v>0.512409674115</c:v>
                </c:pt>
                <c:pt idx="1026">
                  <c:v>0.513655339419</c:v>
                </c:pt>
                <c:pt idx="1027">
                  <c:v>0.512297742029</c:v>
                </c:pt>
                <c:pt idx="1028">
                  <c:v>0.513488259088</c:v>
                </c:pt>
                <c:pt idx="1029">
                  <c:v>0.51562617432</c:v>
                </c:pt>
                <c:pt idx="1030">
                  <c:v>0.516586472587</c:v>
                </c:pt>
                <c:pt idx="1031">
                  <c:v>0.517258923196</c:v>
                </c:pt>
                <c:pt idx="1032">
                  <c:v>0.5</c:v>
                </c:pt>
                <c:pt idx="1033">
                  <c:v>0.498942406337</c:v>
                </c:pt>
                <c:pt idx="1034">
                  <c:v>0.499244951008</c:v>
                </c:pt>
                <c:pt idx="1035">
                  <c:v>0.504750318324</c:v>
                </c:pt>
                <c:pt idx="1036">
                  <c:v>0.504290980541</c:v>
                </c:pt>
                <c:pt idx="1037">
                  <c:v>0.506273293139</c:v>
                </c:pt>
                <c:pt idx="1038">
                  <c:v>0.505670353477</c:v>
                </c:pt>
                <c:pt idx="1039">
                  <c:v>0.503407025466</c:v>
                </c:pt>
                <c:pt idx="1040">
                  <c:v>0.503407025466</c:v>
                </c:pt>
                <c:pt idx="1041">
                  <c:v>0.504870830327</c:v>
                </c:pt>
                <c:pt idx="1042">
                  <c:v>0.506246394364</c:v>
                </c:pt>
                <c:pt idx="1043">
                  <c:v>0.506409948167</c:v>
                </c:pt>
                <c:pt idx="1044">
                  <c:v>0.508760591059</c:v>
                </c:pt>
                <c:pt idx="1045">
                  <c:v>0.510234364394</c:v>
                </c:pt>
                <c:pt idx="1046">
                  <c:v>0.50998965295</c:v>
                </c:pt>
                <c:pt idx="1047">
                  <c:v>0.512331882249</c:v>
                </c:pt>
                <c:pt idx="1048">
                  <c:v>0.512697147757</c:v>
                </c:pt>
                <c:pt idx="1049">
                  <c:v>0.512553190265</c:v>
                </c:pt>
                <c:pt idx="1050">
                  <c:v>0.512766661383</c:v>
                </c:pt>
                <c:pt idx="1051">
                  <c:v>0.512228689415</c:v>
                </c:pt>
                <c:pt idx="1052">
                  <c:v>0.508303023494</c:v>
                </c:pt>
                <c:pt idx="1053">
                  <c:v>0.508966902697</c:v>
                </c:pt>
                <c:pt idx="1054">
                  <c:v>0.5</c:v>
                </c:pt>
                <c:pt idx="1055">
                  <c:v>0.500470369845</c:v>
                </c:pt>
                <c:pt idx="1056">
                  <c:v>0.499892369638</c:v>
                </c:pt>
                <c:pt idx="1057">
                  <c:v>0.502035105519</c:v>
                </c:pt>
                <c:pt idx="1058">
                  <c:v>0.50237106523</c:v>
                </c:pt>
                <c:pt idx="1059">
                  <c:v>0.504782531661</c:v>
                </c:pt>
                <c:pt idx="1060">
                  <c:v>0.505326585889</c:v>
                </c:pt>
                <c:pt idx="1061">
                  <c:v>0.505330539198</c:v>
                </c:pt>
                <c:pt idx="1062">
                  <c:v>0.507740847342</c:v>
                </c:pt>
                <c:pt idx="1063">
                  <c:v>0.507784535147</c:v>
                </c:pt>
                <c:pt idx="1064">
                  <c:v>0.505622838333</c:v>
                </c:pt>
                <c:pt idx="1065">
                  <c:v>0.505622838333</c:v>
                </c:pt>
                <c:pt idx="1066">
                  <c:v>0.502731415276</c:v>
                </c:pt>
                <c:pt idx="1067">
                  <c:v>0.502944456037</c:v>
                </c:pt>
                <c:pt idx="1068">
                  <c:v>0.507958202642</c:v>
                </c:pt>
                <c:pt idx="1069">
                  <c:v>0.50672194879</c:v>
                </c:pt>
                <c:pt idx="1070">
                  <c:v>0.506361984796</c:v>
                </c:pt>
                <c:pt idx="1071">
                  <c:v>0.507091687316</c:v>
                </c:pt>
                <c:pt idx="1072">
                  <c:v>0.506309472544</c:v>
                </c:pt>
                <c:pt idx="1073">
                  <c:v>0.505922373643</c:v>
                </c:pt>
                <c:pt idx="1074">
                  <c:v>0.503575169611</c:v>
                </c:pt>
                <c:pt idx="1075">
                  <c:v>0.5</c:v>
                </c:pt>
                <c:pt idx="1076">
                  <c:v>0.495988470541</c:v>
                </c:pt>
                <c:pt idx="1077">
                  <c:v>0.495206631634</c:v>
                </c:pt>
                <c:pt idx="1078">
                  <c:v>0.496259004424</c:v>
                </c:pt>
                <c:pt idx="1079">
                  <c:v>0.492650157766</c:v>
                </c:pt>
                <c:pt idx="1080">
                  <c:v>0.491976898526</c:v>
                </c:pt>
                <c:pt idx="1081">
                  <c:v>0.497401458172</c:v>
                </c:pt>
                <c:pt idx="1082">
                  <c:v>0.495263617234</c:v>
                </c:pt>
                <c:pt idx="1083">
                  <c:v>0.495814873597</c:v>
                </c:pt>
                <c:pt idx="1084">
                  <c:v>0.494892257026</c:v>
                </c:pt>
                <c:pt idx="1085">
                  <c:v>0.495973299279</c:v>
                </c:pt>
                <c:pt idx="1086">
                  <c:v>0.497646292029</c:v>
                </c:pt>
                <c:pt idx="1087">
                  <c:v>0.496987650366</c:v>
                </c:pt>
                <c:pt idx="1088">
                  <c:v>0.498072237424</c:v>
                </c:pt>
                <c:pt idx="1089">
                  <c:v>0.499611133542</c:v>
                </c:pt>
                <c:pt idx="1090">
                  <c:v>0.498122121713</c:v>
                </c:pt>
                <c:pt idx="1091">
                  <c:v>0.496852845964</c:v>
                </c:pt>
                <c:pt idx="1092">
                  <c:v>0.497141343548</c:v>
                </c:pt>
                <c:pt idx="1093">
                  <c:v>0.493889456772</c:v>
                </c:pt>
                <c:pt idx="1094">
                  <c:v>0.490915769512</c:v>
                </c:pt>
                <c:pt idx="1095">
                  <c:v>0.5</c:v>
                </c:pt>
                <c:pt idx="1096">
                  <c:v>0.498090932566</c:v>
                </c:pt>
                <c:pt idx="1097">
                  <c:v>0.496458469719</c:v>
                </c:pt>
                <c:pt idx="1098">
                  <c:v>0.494814422786</c:v>
                </c:pt>
                <c:pt idx="1099">
                  <c:v>0.493402146212</c:v>
                </c:pt>
                <c:pt idx="1100">
                  <c:v>0.492320873858</c:v>
                </c:pt>
                <c:pt idx="1101">
                  <c:v>0.492182244789</c:v>
                </c:pt>
                <c:pt idx="1102">
                  <c:v>0.489251197668</c:v>
                </c:pt>
                <c:pt idx="1103">
                  <c:v>0.489108405592</c:v>
                </c:pt>
                <c:pt idx="1104">
                  <c:v>0.481326989023</c:v>
                </c:pt>
                <c:pt idx="1105">
                  <c:v>0.48056641914</c:v>
                </c:pt>
                <c:pt idx="1106">
                  <c:v>0.48093079788</c:v>
                </c:pt>
                <c:pt idx="1107">
                  <c:v>0.479565591911</c:v>
                </c:pt>
                <c:pt idx="1108">
                  <c:v>0.476597981974</c:v>
                </c:pt>
                <c:pt idx="1109">
                  <c:v>0.485130174271</c:v>
                </c:pt>
                <c:pt idx="1110">
                  <c:v>0.48869232951</c:v>
                </c:pt>
                <c:pt idx="1111">
                  <c:v>0.489038953518</c:v>
                </c:pt>
                <c:pt idx="1112">
                  <c:v>0.486602420953</c:v>
                </c:pt>
                <c:pt idx="1113">
                  <c:v>0.488149585879</c:v>
                </c:pt>
                <c:pt idx="1114">
                  <c:v>0.489541009851</c:v>
                </c:pt>
                <c:pt idx="1115">
                  <c:v>0.490583219652</c:v>
                </c:pt>
                <c:pt idx="1116">
                  <c:v>0.487516260923</c:v>
                </c:pt>
                <c:pt idx="1117">
                  <c:v>0.490615241938</c:v>
                </c:pt>
                <c:pt idx="1118">
                  <c:v>0.5</c:v>
                </c:pt>
                <c:pt idx="1119">
                  <c:v>0.499952576872</c:v>
                </c:pt>
                <c:pt idx="1120">
                  <c:v>0.501381043421</c:v>
                </c:pt>
                <c:pt idx="1121">
                  <c:v>0.502141531453</c:v>
                </c:pt>
                <c:pt idx="1122">
                  <c:v>0.499663999651</c:v>
                </c:pt>
                <c:pt idx="1123">
                  <c:v>0.497965944445</c:v>
                </c:pt>
                <c:pt idx="1124">
                  <c:v>0.500815784756</c:v>
                </c:pt>
                <c:pt idx="1125">
                  <c:v>0.499853620552</c:v>
                </c:pt>
                <c:pt idx="1126">
                  <c:v>0.499741076232</c:v>
                </c:pt>
                <c:pt idx="1127">
                  <c:v>0.500201399219</c:v>
                </c:pt>
                <c:pt idx="1128">
                  <c:v>0.496469825702</c:v>
                </c:pt>
                <c:pt idx="1129">
                  <c:v>0.495753754135</c:v>
                </c:pt>
                <c:pt idx="1130">
                  <c:v>0.496733732938</c:v>
                </c:pt>
                <c:pt idx="1131">
                  <c:v>0.500649090731</c:v>
                </c:pt>
                <c:pt idx="1132">
                  <c:v>0.503852737564</c:v>
                </c:pt>
                <c:pt idx="1133">
                  <c:v>0.505269628618</c:v>
                </c:pt>
                <c:pt idx="1134">
                  <c:v>0.505269628618</c:v>
                </c:pt>
                <c:pt idx="1135">
                  <c:v>0.502829894971</c:v>
                </c:pt>
                <c:pt idx="1136">
                  <c:v>0.503409864168</c:v>
                </c:pt>
                <c:pt idx="1137">
                  <c:v>0.501272226206</c:v>
                </c:pt>
                <c:pt idx="1138">
                  <c:v>0.505009184615</c:v>
                </c:pt>
                <c:pt idx="1139">
                  <c:v>0.50299350999</c:v>
                </c:pt>
                <c:pt idx="1140">
                  <c:v>0.5</c:v>
                </c:pt>
                <c:pt idx="1141">
                  <c:v>0.500009724161</c:v>
                </c:pt>
                <c:pt idx="1142">
                  <c:v>0.498164075899</c:v>
                </c:pt>
                <c:pt idx="1143">
                  <c:v>0.506943329544</c:v>
                </c:pt>
                <c:pt idx="1144">
                  <c:v>0.505433247137</c:v>
                </c:pt>
                <c:pt idx="1145">
                  <c:v>0.505321456475</c:v>
                </c:pt>
                <c:pt idx="1146">
                  <c:v>0.506701580357</c:v>
                </c:pt>
                <c:pt idx="1147">
                  <c:v>0.509249656663</c:v>
                </c:pt>
                <c:pt idx="1148">
                  <c:v>0.506183404723</c:v>
                </c:pt>
                <c:pt idx="1149">
                  <c:v>0.509465676699</c:v>
                </c:pt>
                <c:pt idx="1150">
                  <c:v>0.509100416565</c:v>
                </c:pt>
                <c:pt idx="1151">
                  <c:v>0.509100416565</c:v>
                </c:pt>
                <c:pt idx="1152">
                  <c:v>0.50531939539</c:v>
                </c:pt>
                <c:pt idx="1153">
                  <c:v>0.508886940812</c:v>
                </c:pt>
                <c:pt idx="1154">
                  <c:v>0.507085920986</c:v>
                </c:pt>
                <c:pt idx="1155">
                  <c:v>0.509289895683</c:v>
                </c:pt>
                <c:pt idx="1156">
                  <c:v>0.511918216962</c:v>
                </c:pt>
                <c:pt idx="1157">
                  <c:v>0.509494855154</c:v>
                </c:pt>
                <c:pt idx="1158">
                  <c:v>0.508486282273</c:v>
                </c:pt>
                <c:pt idx="1159">
                  <c:v>0.508349980064</c:v>
                </c:pt>
                <c:pt idx="1160">
                  <c:v>0.5</c:v>
                </c:pt>
                <c:pt idx="1161">
                  <c:v>0.498310646524</c:v>
                </c:pt>
                <c:pt idx="1162">
                  <c:v>0.498310646524</c:v>
                </c:pt>
                <c:pt idx="1163">
                  <c:v>0.496399076303</c:v>
                </c:pt>
                <c:pt idx="1164">
                  <c:v>0.499807203445</c:v>
                </c:pt>
                <c:pt idx="1165">
                  <c:v>0.499626674703</c:v>
                </c:pt>
                <c:pt idx="1166">
                  <c:v>0.501174865228</c:v>
                </c:pt>
                <c:pt idx="1167">
                  <c:v>0.494615589695</c:v>
                </c:pt>
                <c:pt idx="1168">
                  <c:v>0.496344200705</c:v>
                </c:pt>
                <c:pt idx="1169">
                  <c:v>0.496225302043</c:v>
                </c:pt>
                <c:pt idx="1170">
                  <c:v>0.492771443116</c:v>
                </c:pt>
                <c:pt idx="1171">
                  <c:v>0.490405590928</c:v>
                </c:pt>
                <c:pt idx="1172">
                  <c:v>0.490077411946</c:v>
                </c:pt>
                <c:pt idx="1173">
                  <c:v>0.49293606175</c:v>
                </c:pt>
                <c:pt idx="1174">
                  <c:v>0.495421049593</c:v>
                </c:pt>
                <c:pt idx="1175">
                  <c:v>0.494151141357</c:v>
                </c:pt>
                <c:pt idx="1176">
                  <c:v>0.489299329181</c:v>
                </c:pt>
                <c:pt idx="1177">
                  <c:v>0.491934489163</c:v>
                </c:pt>
                <c:pt idx="1178">
                  <c:v>0.492098976189</c:v>
                </c:pt>
                <c:pt idx="1179">
                  <c:v>0.492597268802</c:v>
                </c:pt>
                <c:pt idx="1180">
                  <c:v>0.488844753354</c:v>
                </c:pt>
                <c:pt idx="1181">
                  <c:v>0.488388836965</c:v>
                </c:pt>
                <c:pt idx="1182">
                  <c:v>0.485687323239</c:v>
                </c:pt>
                <c:pt idx="1183">
                  <c:v>0.5</c:v>
                </c:pt>
                <c:pt idx="1184">
                  <c:v>0.495804418523</c:v>
                </c:pt>
                <c:pt idx="1185">
                  <c:v>0.500106827515</c:v>
                </c:pt>
                <c:pt idx="1186">
                  <c:v>0.498600194302</c:v>
                </c:pt>
                <c:pt idx="1187">
                  <c:v>0.500422209172</c:v>
                </c:pt>
                <c:pt idx="1188">
                  <c:v>0.500909108641</c:v>
                </c:pt>
                <c:pt idx="1189">
                  <c:v>0.496790664233</c:v>
                </c:pt>
                <c:pt idx="1190">
                  <c:v>0.501251953455</c:v>
                </c:pt>
                <c:pt idx="1191">
                  <c:v>0.504086581665</c:v>
                </c:pt>
                <c:pt idx="1192">
                  <c:v>0.507551419104</c:v>
                </c:pt>
                <c:pt idx="1193">
                  <c:v>0.502576586523</c:v>
                </c:pt>
                <c:pt idx="1194">
                  <c:v>0.505365278703</c:v>
                </c:pt>
                <c:pt idx="1195">
                  <c:v>0.504042730758</c:v>
                </c:pt>
                <c:pt idx="1196">
                  <c:v>0.505233872023</c:v>
                </c:pt>
                <c:pt idx="1197">
                  <c:v>0.506275702665</c:v>
                </c:pt>
                <c:pt idx="1198">
                  <c:v>0.506046253038</c:v>
                </c:pt>
                <c:pt idx="1199">
                  <c:v>0.504653652756</c:v>
                </c:pt>
                <c:pt idx="1200">
                  <c:v>0.504321000645</c:v>
                </c:pt>
                <c:pt idx="1201">
                  <c:v>0.504628360654</c:v>
                </c:pt>
                <c:pt idx="1202">
                  <c:v>0.503359667854</c:v>
                </c:pt>
                <c:pt idx="1203">
                  <c:v>0.507522210834</c:v>
                </c:pt>
                <c:pt idx="1204">
                  <c:v>0.507522210834</c:v>
                </c:pt>
                <c:pt idx="1205">
                  <c:v>0.50340756302</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0.5</c:v>
                </c:pt>
                <c:pt idx="1271">
                  <c:v>0.500836857089</c:v>
                </c:pt>
                <c:pt idx="1272">
                  <c:v>0.498914497142</c:v>
                </c:pt>
                <c:pt idx="1273">
                  <c:v>0.499527976443</c:v>
                </c:pt>
                <c:pt idx="1274">
                  <c:v>0.499242902399</c:v>
                </c:pt>
                <c:pt idx="1275">
                  <c:v>0.496965850067</c:v>
                </c:pt>
                <c:pt idx="1276">
                  <c:v>0.500715729883</c:v>
                </c:pt>
                <c:pt idx="1277">
                  <c:v>0.498911077555</c:v>
                </c:pt>
                <c:pt idx="1278">
                  <c:v>0.498697157606</c:v>
                </c:pt>
                <c:pt idx="1279">
                  <c:v>0.499805826086</c:v>
                </c:pt>
                <c:pt idx="1280">
                  <c:v>0.499923065048</c:v>
                </c:pt>
                <c:pt idx="1281">
                  <c:v>0.493755118941</c:v>
                </c:pt>
                <c:pt idx="1282">
                  <c:v>0.49734239116</c:v>
                </c:pt>
                <c:pt idx="1283">
                  <c:v>0.502539534727</c:v>
                </c:pt>
                <c:pt idx="1284">
                  <c:v>0.501140031993</c:v>
                </c:pt>
                <c:pt idx="1285">
                  <c:v>0.503186491712</c:v>
                </c:pt>
                <c:pt idx="1286">
                  <c:v>0.503804887879</c:v>
                </c:pt>
                <c:pt idx="1287">
                  <c:v>0.500733554843</c:v>
                </c:pt>
                <c:pt idx="1288">
                  <c:v>0.497055137631</c:v>
                </c:pt>
                <c:pt idx="1289">
                  <c:v>0.497562148235</c:v>
                </c:pt>
                <c:pt idx="1290">
                  <c:v>0.496142615405</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0.5</c:v>
                </c:pt>
                <c:pt idx="1508">
                  <c:v>0.498688510908</c:v>
                </c:pt>
                <c:pt idx="1509">
                  <c:v>0.497982877604</c:v>
                </c:pt>
                <c:pt idx="1510">
                  <c:v>0.499118929457</c:v>
                </c:pt>
                <c:pt idx="1511">
                  <c:v>0.498716958956</c:v>
                </c:pt>
                <c:pt idx="1512">
                  <c:v>0.499106049186</c:v>
                </c:pt>
                <c:pt idx="1513">
                  <c:v>0.499135633639</c:v>
                </c:pt>
                <c:pt idx="1514">
                  <c:v>0.497740333559</c:v>
                </c:pt>
                <c:pt idx="1515">
                  <c:v>0.497330784789</c:v>
                </c:pt>
                <c:pt idx="1516">
                  <c:v>0.497955083244</c:v>
                </c:pt>
                <c:pt idx="1517">
                  <c:v>0.49722982574</c:v>
                </c:pt>
                <c:pt idx="1518">
                  <c:v>0.49894448244</c:v>
                </c:pt>
                <c:pt idx="1519">
                  <c:v>0.498358735532</c:v>
                </c:pt>
                <c:pt idx="1520">
                  <c:v>0.501065315866</c:v>
                </c:pt>
                <c:pt idx="1521">
                  <c:v>0.502176957588</c:v>
                </c:pt>
                <c:pt idx="1522">
                  <c:v>0.503726217312</c:v>
                </c:pt>
                <c:pt idx="1523">
                  <c:v>0.503684405937</c:v>
                </c:pt>
                <c:pt idx="1524">
                  <c:v>0.503684405937</c:v>
                </c:pt>
                <c:pt idx="1525">
                  <c:v>0.504411063209</c:v>
                </c:pt>
                <c:pt idx="1526">
                  <c:v>0.50349078284</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1"/>
          <c:order val="1"/>
          <c:tx>
            <c:strRef>
              <c:f>ES3.SI</c:f>
              <c:strCache>
                <c:ptCount val="1"/>
                <c:pt idx="0">
                  <c:v>ES3.SI</c:v>
                </c:pt>
              </c:strCache>
            </c:strRef>
          </c:tx>
          <c:spPr>
            <a:solidFill>
              <a:srgbClr val="72B5C0"/>
            </a:solidFill>
            <a:ln w="0">
              <a:noFill/>
            </a:ln>
          </c:spPr>
          <c:dLbls>
            <c:delete val="1"/>
          </c:dLbls>
          <c:cat>
            <c:strRef>
              <c:f>'Chart Data'!$C$2:$C$1734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Data'!$D$2:$D$1734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0.5</c:v>
                </c:pt>
                <c:pt idx="237">
                  <c:v>0.498286842234</c:v>
                </c:pt>
                <c:pt idx="238">
                  <c:v>0.49852077668</c:v>
                </c:pt>
                <c:pt idx="239">
                  <c:v>0.497858595372</c:v>
                </c:pt>
                <c:pt idx="240">
                  <c:v>0.496491703644</c:v>
                </c:pt>
                <c:pt idx="241">
                  <c:v>0.50006058591</c:v>
                </c:pt>
                <c:pt idx="242">
                  <c:v>0.495813334621</c:v>
                </c:pt>
                <c:pt idx="243">
                  <c:v>0.497029466407</c:v>
                </c:pt>
                <c:pt idx="244">
                  <c:v>0.501698788829</c:v>
                </c:pt>
                <c:pt idx="245">
                  <c:v>0.498775595188</c:v>
                </c:pt>
                <c:pt idx="246">
                  <c:v>0.499335439362</c:v>
                </c:pt>
                <c:pt idx="247">
                  <c:v>0.497393003825</c:v>
                </c:pt>
                <c:pt idx="248">
                  <c:v>0.498252746226</c:v>
                </c:pt>
                <c:pt idx="249">
                  <c:v>0.499724619748</c:v>
                </c:pt>
                <c:pt idx="250">
                  <c:v>0.49909302956</c:v>
                </c:pt>
                <c:pt idx="251">
                  <c:v>0.497774403685</c:v>
                </c:pt>
                <c:pt idx="252">
                  <c:v>0.49938767707</c:v>
                </c:pt>
                <c:pt idx="253">
                  <c:v>0.499521199957</c:v>
                </c:pt>
                <c:pt idx="254">
                  <c:v>0.496409794823</c:v>
                </c:pt>
                <c:pt idx="255">
                  <c:v>0.495425682657</c:v>
                </c:pt>
                <c:pt idx="256">
                  <c:v>0.496465343311</c:v>
                </c:pt>
                <c:pt idx="257">
                  <c:v>0.493768814767</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0.5</c:v>
                </c:pt>
                <c:pt idx="279">
                  <c:v>0.499665961388</c:v>
                </c:pt>
                <c:pt idx="280">
                  <c:v>0.497842708818</c:v>
                </c:pt>
                <c:pt idx="281">
                  <c:v>0.49503428143</c:v>
                </c:pt>
                <c:pt idx="282">
                  <c:v>0.500493472328</c:v>
                </c:pt>
                <c:pt idx="283">
                  <c:v>0.495692769147</c:v>
                </c:pt>
                <c:pt idx="284">
                  <c:v>0.495012524191</c:v>
                </c:pt>
                <c:pt idx="285">
                  <c:v>0.492181117497</c:v>
                </c:pt>
                <c:pt idx="286">
                  <c:v>0.492250049173</c:v>
                </c:pt>
                <c:pt idx="287">
                  <c:v>0.492778033721</c:v>
                </c:pt>
                <c:pt idx="288">
                  <c:v>0.493023216111</c:v>
                </c:pt>
                <c:pt idx="289">
                  <c:v>0.490312775882</c:v>
                </c:pt>
                <c:pt idx="290">
                  <c:v>0.492827436445</c:v>
                </c:pt>
                <c:pt idx="291">
                  <c:v>0.489051415754</c:v>
                </c:pt>
                <c:pt idx="292">
                  <c:v>0.496389874993</c:v>
                </c:pt>
                <c:pt idx="293">
                  <c:v>0.496995977773</c:v>
                </c:pt>
                <c:pt idx="294">
                  <c:v>0.501592198937</c:v>
                </c:pt>
                <c:pt idx="295">
                  <c:v>0.511124594813</c:v>
                </c:pt>
                <c:pt idx="296">
                  <c:v>0.510583275083</c:v>
                </c:pt>
                <c:pt idx="297">
                  <c:v>0.505314410741</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0.5</c:v>
                </c:pt>
                <c:pt idx="322">
                  <c:v>0.499338203609</c:v>
                </c:pt>
                <c:pt idx="323">
                  <c:v>0.49863486519</c:v>
                </c:pt>
                <c:pt idx="324">
                  <c:v>0.49651553388</c:v>
                </c:pt>
                <c:pt idx="325">
                  <c:v>0.49652478862</c:v>
                </c:pt>
                <c:pt idx="326">
                  <c:v>0.495529394776</c:v>
                </c:pt>
                <c:pt idx="327">
                  <c:v>0.495136822416</c:v>
                </c:pt>
                <c:pt idx="328">
                  <c:v>0.488178997794</c:v>
                </c:pt>
                <c:pt idx="329">
                  <c:v>0.487408167114</c:v>
                </c:pt>
                <c:pt idx="330">
                  <c:v>0.489172758737</c:v>
                </c:pt>
                <c:pt idx="331">
                  <c:v>0.489599603782</c:v>
                </c:pt>
                <c:pt idx="332">
                  <c:v>0.48908057413</c:v>
                </c:pt>
                <c:pt idx="333">
                  <c:v>0.487780285893</c:v>
                </c:pt>
                <c:pt idx="334">
                  <c:v>0.488113925729</c:v>
                </c:pt>
                <c:pt idx="335">
                  <c:v>0.487103410362</c:v>
                </c:pt>
                <c:pt idx="336">
                  <c:v>0.486639668152</c:v>
                </c:pt>
                <c:pt idx="337">
                  <c:v>0.485098544315</c:v>
                </c:pt>
                <c:pt idx="338">
                  <c:v>0.484833404922</c:v>
                </c:pt>
                <c:pt idx="339">
                  <c:v>0.484190121295</c:v>
                </c:pt>
                <c:pt idx="340">
                  <c:v>0.486517390453</c:v>
                </c:pt>
                <c:pt idx="341">
                  <c:v>0.479885626693</c:v>
                </c:pt>
                <c:pt idx="342">
                  <c:v>0.5</c:v>
                </c:pt>
                <c:pt idx="343">
                  <c:v>0.49565980186</c:v>
                </c:pt>
                <c:pt idx="344">
                  <c:v>0.496232233875</c:v>
                </c:pt>
                <c:pt idx="345">
                  <c:v>0.497293156701</c:v>
                </c:pt>
                <c:pt idx="346">
                  <c:v>0.499230509456</c:v>
                </c:pt>
                <c:pt idx="347">
                  <c:v>0.492689722743</c:v>
                </c:pt>
                <c:pt idx="348">
                  <c:v>0.491916974826</c:v>
                </c:pt>
                <c:pt idx="349">
                  <c:v>0.497298211538</c:v>
                </c:pt>
                <c:pt idx="350">
                  <c:v>0.489960706221</c:v>
                </c:pt>
                <c:pt idx="351">
                  <c:v>0.489701639309</c:v>
                </c:pt>
                <c:pt idx="352">
                  <c:v>0.494737800726</c:v>
                </c:pt>
                <c:pt idx="353">
                  <c:v>0.498473014673</c:v>
                </c:pt>
                <c:pt idx="354">
                  <c:v>0.500394207671</c:v>
                </c:pt>
                <c:pt idx="355">
                  <c:v>0.499098334283</c:v>
                </c:pt>
                <c:pt idx="356">
                  <c:v>0.496763114571</c:v>
                </c:pt>
                <c:pt idx="357">
                  <c:v>0.500176682278</c:v>
                </c:pt>
                <c:pt idx="358">
                  <c:v>0.499806668606</c:v>
                </c:pt>
                <c:pt idx="359">
                  <c:v>0.496914617334</c:v>
                </c:pt>
                <c:pt idx="360">
                  <c:v>0.500036004644</c:v>
                </c:pt>
                <c:pt idx="361">
                  <c:v>0.498818544648</c:v>
                </c:pt>
                <c:pt idx="362">
                  <c:v>0.496468180509</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0.5</c:v>
                </c:pt>
                <c:pt idx="541">
                  <c:v>0.501814542493</c:v>
                </c:pt>
                <c:pt idx="542">
                  <c:v>0.506738822616</c:v>
                </c:pt>
                <c:pt idx="543">
                  <c:v>0.505513794017</c:v>
                </c:pt>
                <c:pt idx="544">
                  <c:v>0.507906280354</c:v>
                </c:pt>
                <c:pt idx="545">
                  <c:v>0.503594124577</c:v>
                </c:pt>
                <c:pt idx="546">
                  <c:v>0.500559206643</c:v>
                </c:pt>
                <c:pt idx="547">
                  <c:v>0.50494218002</c:v>
                </c:pt>
                <c:pt idx="548">
                  <c:v>0.50650299263</c:v>
                </c:pt>
                <c:pt idx="549">
                  <c:v>0.505463835521</c:v>
                </c:pt>
                <c:pt idx="550">
                  <c:v>0.504035551836</c:v>
                </c:pt>
                <c:pt idx="551">
                  <c:v>0.503483728425</c:v>
                </c:pt>
                <c:pt idx="552">
                  <c:v>0.496923636688</c:v>
                </c:pt>
                <c:pt idx="553">
                  <c:v>0.494641797559</c:v>
                </c:pt>
                <c:pt idx="554">
                  <c:v>0.484385247273</c:v>
                </c:pt>
                <c:pt idx="555">
                  <c:v>0.488108625391</c:v>
                </c:pt>
                <c:pt idx="556">
                  <c:v>0.480480558601</c:v>
                </c:pt>
                <c:pt idx="557">
                  <c:v>0.47242381575</c:v>
                </c:pt>
                <c:pt idx="558">
                  <c:v>0.5</c:v>
                </c:pt>
                <c:pt idx="559">
                  <c:v>0.49955430421</c:v>
                </c:pt>
                <c:pt idx="560">
                  <c:v>0.485638945694</c:v>
                </c:pt>
                <c:pt idx="561">
                  <c:v>0.477465835605</c:v>
                </c:pt>
                <c:pt idx="562">
                  <c:v>0.469413510058</c:v>
                </c:pt>
                <c:pt idx="563">
                  <c:v>0.493352450109</c:v>
                </c:pt>
                <c:pt idx="564">
                  <c:v>0.501776735998</c:v>
                </c:pt>
                <c:pt idx="565">
                  <c:v>0.497311110692</c:v>
                </c:pt>
                <c:pt idx="566">
                  <c:v>0.502843413503</c:v>
                </c:pt>
                <c:pt idx="567">
                  <c:v>0.508958788865</c:v>
                </c:pt>
                <c:pt idx="568">
                  <c:v>0.516067069272</c:v>
                </c:pt>
                <c:pt idx="569">
                  <c:v>0.50816322674</c:v>
                </c:pt>
                <c:pt idx="570">
                  <c:v>0.509496809972</c:v>
                </c:pt>
                <c:pt idx="571">
                  <c:v>0.499677145387</c:v>
                </c:pt>
                <c:pt idx="572">
                  <c:v>0.501128915178</c:v>
                </c:pt>
                <c:pt idx="573">
                  <c:v>0.495804488416</c:v>
                </c:pt>
                <c:pt idx="574">
                  <c:v>0.499714084703</c:v>
                </c:pt>
                <c:pt idx="575">
                  <c:v>0.497927971826</c:v>
                </c:pt>
                <c:pt idx="576">
                  <c:v>0.510887335172</c:v>
                </c:pt>
                <c:pt idx="577">
                  <c:v>0.510583376165</c:v>
                </c:pt>
                <c:pt idx="578">
                  <c:v>0.507152196694</c:v>
                </c:pt>
                <c:pt idx="579">
                  <c:v>0.511239895531</c:v>
                </c:pt>
                <c:pt idx="580">
                  <c:v>0.509264913085</c:v>
                </c:pt>
                <c:pt idx="581">
                  <c:v>0.5</c:v>
                </c:pt>
                <c:pt idx="582">
                  <c:v>0.503320523601</c:v>
                </c:pt>
                <c:pt idx="583">
                  <c:v>0.50331892554</c:v>
                </c:pt>
                <c:pt idx="584">
                  <c:v>0.5018582765</c:v>
                </c:pt>
                <c:pt idx="585">
                  <c:v>0.496757813444</c:v>
                </c:pt>
                <c:pt idx="586">
                  <c:v>0.497158527068</c:v>
                </c:pt>
                <c:pt idx="587">
                  <c:v>0.48769187593</c:v>
                </c:pt>
                <c:pt idx="588">
                  <c:v>0.483153470943</c:v>
                </c:pt>
                <c:pt idx="589">
                  <c:v>0.480998716734</c:v>
                </c:pt>
                <c:pt idx="590">
                  <c:v>0.476414046899</c:v>
                </c:pt>
                <c:pt idx="591">
                  <c:v>0.482897984766</c:v>
                </c:pt>
                <c:pt idx="592">
                  <c:v>0.483532044528</c:v>
                </c:pt>
                <c:pt idx="593">
                  <c:v>0.485857394701</c:v>
                </c:pt>
                <c:pt idx="594">
                  <c:v>0.490739363006</c:v>
                </c:pt>
                <c:pt idx="595">
                  <c:v>0.490513976823</c:v>
                </c:pt>
                <c:pt idx="596">
                  <c:v>0.48510412334</c:v>
                </c:pt>
                <c:pt idx="597">
                  <c:v>0.481578762665</c:v>
                </c:pt>
                <c:pt idx="598">
                  <c:v>0.482123177112</c:v>
                </c:pt>
                <c:pt idx="599">
                  <c:v>0.484227182012</c:v>
                </c:pt>
                <c:pt idx="600">
                  <c:v>0.480615704281</c:v>
                </c:pt>
                <c:pt idx="601">
                  <c:v>0.484516084146</c:v>
                </c:pt>
                <c:pt idx="602">
                  <c:v>0.475085839871</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0.5</c:v>
                </c:pt>
                <c:pt idx="624">
                  <c:v>0.498708285344</c:v>
                </c:pt>
                <c:pt idx="625">
                  <c:v>0.496634134335</c:v>
                </c:pt>
                <c:pt idx="626">
                  <c:v>0.494009605156</c:v>
                </c:pt>
                <c:pt idx="627">
                  <c:v>0.49231253986</c:v>
                </c:pt>
                <c:pt idx="628">
                  <c:v>0.490182430872</c:v>
                </c:pt>
                <c:pt idx="629">
                  <c:v>0.489271354103</c:v>
                </c:pt>
                <c:pt idx="630">
                  <c:v>0.488214591442</c:v>
                </c:pt>
                <c:pt idx="631">
                  <c:v>0.488183229823</c:v>
                </c:pt>
                <c:pt idx="632">
                  <c:v>0.488902393982</c:v>
                </c:pt>
                <c:pt idx="633">
                  <c:v>0.487184668171</c:v>
                </c:pt>
                <c:pt idx="634">
                  <c:v>0.496500870667</c:v>
                </c:pt>
                <c:pt idx="635">
                  <c:v>0.496140911026</c:v>
                </c:pt>
                <c:pt idx="636">
                  <c:v>0.498482851436</c:v>
                </c:pt>
                <c:pt idx="637">
                  <c:v>0.501560627293</c:v>
                </c:pt>
                <c:pt idx="638">
                  <c:v>0.507204561864</c:v>
                </c:pt>
                <c:pt idx="639">
                  <c:v>0.505694867226</c:v>
                </c:pt>
                <c:pt idx="640">
                  <c:v>0.507968436456</c:v>
                </c:pt>
                <c:pt idx="641">
                  <c:v>0.5060528054</c:v>
                </c:pt>
                <c:pt idx="642">
                  <c:v>0.50908827732</c:v>
                </c:pt>
                <c:pt idx="643">
                  <c:v>0.514630796501</c:v>
                </c:pt>
                <c:pt idx="644">
                  <c:v>0.513067205905</c:v>
                </c:pt>
                <c:pt idx="645">
                  <c:v>0.51342127525</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0.5</c:v>
                </c:pt>
                <c:pt idx="755">
                  <c:v>0.501784227481</c:v>
                </c:pt>
                <c:pt idx="756">
                  <c:v>0.498447522745</c:v>
                </c:pt>
                <c:pt idx="757">
                  <c:v>0.49781515276</c:v>
                </c:pt>
                <c:pt idx="758">
                  <c:v>0.498227692357</c:v>
                </c:pt>
                <c:pt idx="759">
                  <c:v>0.499090131145</c:v>
                </c:pt>
                <c:pt idx="760">
                  <c:v>0.498419416355</c:v>
                </c:pt>
                <c:pt idx="761">
                  <c:v>0.500630125207</c:v>
                </c:pt>
                <c:pt idx="762">
                  <c:v>0.502937859163</c:v>
                </c:pt>
                <c:pt idx="763">
                  <c:v>0.502352568961</c:v>
                </c:pt>
                <c:pt idx="764">
                  <c:v>0.497730696461</c:v>
                </c:pt>
                <c:pt idx="765">
                  <c:v>0.49852582793</c:v>
                </c:pt>
                <c:pt idx="766">
                  <c:v>0.49888711542</c:v>
                </c:pt>
                <c:pt idx="767">
                  <c:v>0.49997292312</c:v>
                </c:pt>
                <c:pt idx="768">
                  <c:v>0.501009052614</c:v>
                </c:pt>
                <c:pt idx="769">
                  <c:v>0.499371720863</c:v>
                </c:pt>
                <c:pt idx="770">
                  <c:v>0.501656819213</c:v>
                </c:pt>
                <c:pt idx="771">
                  <c:v>0.500673374026</c:v>
                </c:pt>
                <c:pt idx="772">
                  <c:v>0.499882637627</c:v>
                </c:pt>
                <c:pt idx="773">
                  <c:v>0.500971973461</c:v>
                </c:pt>
                <c:pt idx="774">
                  <c:v>0.500392996088</c:v>
                </c:pt>
                <c:pt idx="775">
                  <c:v>0.5</c:v>
                </c:pt>
                <c:pt idx="776">
                  <c:v>0.506458368264</c:v>
                </c:pt>
                <c:pt idx="777">
                  <c:v>0.499205715042</c:v>
                </c:pt>
                <c:pt idx="778">
                  <c:v>0.504079130016</c:v>
                </c:pt>
                <c:pt idx="779">
                  <c:v>0.499597486021</c:v>
                </c:pt>
                <c:pt idx="780">
                  <c:v>0.496597361875</c:v>
                </c:pt>
                <c:pt idx="781">
                  <c:v>0.495295856577</c:v>
                </c:pt>
                <c:pt idx="782">
                  <c:v>0.498250938941</c:v>
                </c:pt>
                <c:pt idx="783">
                  <c:v>0.498138418158</c:v>
                </c:pt>
                <c:pt idx="784">
                  <c:v>0.497528480209</c:v>
                </c:pt>
                <c:pt idx="785">
                  <c:v>0.502799970203</c:v>
                </c:pt>
                <c:pt idx="786">
                  <c:v>0.50315824356</c:v>
                </c:pt>
                <c:pt idx="787">
                  <c:v>0.499859924221</c:v>
                </c:pt>
                <c:pt idx="788">
                  <c:v>0.497340303965</c:v>
                </c:pt>
                <c:pt idx="789">
                  <c:v>0.497677079986</c:v>
                </c:pt>
                <c:pt idx="790">
                  <c:v>0.501535218649</c:v>
                </c:pt>
                <c:pt idx="791">
                  <c:v>0.503465376391</c:v>
                </c:pt>
                <c:pt idx="792">
                  <c:v>0.503384338675</c:v>
                </c:pt>
                <c:pt idx="793">
                  <c:v>0.504313751843</c:v>
                </c:pt>
                <c:pt idx="794">
                  <c:v>0.499528481211</c:v>
                </c:pt>
                <c:pt idx="795">
                  <c:v>0.498332995496</c:v>
                </c:pt>
                <c:pt idx="796">
                  <c:v>0.5</c:v>
                </c:pt>
                <c:pt idx="797">
                  <c:v>0.506023678327</c:v>
                </c:pt>
                <c:pt idx="798">
                  <c:v>0.503235082519</c:v>
                </c:pt>
                <c:pt idx="799">
                  <c:v>0.502334253223</c:v>
                </c:pt>
                <c:pt idx="800">
                  <c:v>0.50341657177</c:v>
                </c:pt>
                <c:pt idx="801">
                  <c:v>0.503153235774</c:v>
                </c:pt>
                <c:pt idx="802">
                  <c:v>0.502918034994</c:v>
                </c:pt>
                <c:pt idx="803">
                  <c:v>0.500852201696</c:v>
                </c:pt>
                <c:pt idx="804">
                  <c:v>0.500583577446</c:v>
                </c:pt>
                <c:pt idx="805">
                  <c:v>0.500134565102</c:v>
                </c:pt>
                <c:pt idx="806">
                  <c:v>0.500993465952</c:v>
                </c:pt>
                <c:pt idx="807">
                  <c:v>0.500336740209</c:v>
                </c:pt>
                <c:pt idx="808">
                  <c:v>0.4999560037</c:v>
                </c:pt>
                <c:pt idx="809">
                  <c:v>0.500491455752</c:v>
                </c:pt>
                <c:pt idx="810">
                  <c:v>0.500418855641</c:v>
                </c:pt>
                <c:pt idx="811">
                  <c:v>0.5001775554</c:v>
                </c:pt>
                <c:pt idx="812">
                  <c:v>0.50149260471</c:v>
                </c:pt>
                <c:pt idx="813">
                  <c:v>0.497429238561</c:v>
                </c:pt>
                <c:pt idx="814">
                  <c:v>0.496789368331</c:v>
                </c:pt>
                <c:pt idx="815">
                  <c:v>0.494857926396</c:v>
                </c:pt>
                <c:pt idx="816">
                  <c:v>0.5</c:v>
                </c:pt>
                <c:pt idx="817">
                  <c:v>0.496482309156</c:v>
                </c:pt>
                <c:pt idx="818">
                  <c:v>0.499227087984</c:v>
                </c:pt>
                <c:pt idx="819">
                  <c:v>0.503564432292</c:v>
                </c:pt>
                <c:pt idx="820">
                  <c:v>0.500567610401</c:v>
                </c:pt>
                <c:pt idx="821">
                  <c:v>0.497497164476</c:v>
                </c:pt>
                <c:pt idx="822">
                  <c:v>0.48887853358</c:v>
                </c:pt>
                <c:pt idx="823">
                  <c:v>0.481286201517</c:v>
                </c:pt>
                <c:pt idx="824">
                  <c:v>0.482764251388</c:v>
                </c:pt>
                <c:pt idx="825">
                  <c:v>0.483911961263</c:v>
                </c:pt>
                <c:pt idx="826">
                  <c:v>0.481600307904</c:v>
                </c:pt>
                <c:pt idx="827">
                  <c:v>0.477333422827</c:v>
                </c:pt>
                <c:pt idx="828">
                  <c:v>0.475199847617</c:v>
                </c:pt>
                <c:pt idx="829">
                  <c:v>0.483077956703</c:v>
                </c:pt>
                <c:pt idx="830">
                  <c:v>0.483066924097</c:v>
                </c:pt>
                <c:pt idx="831">
                  <c:v>0.480757874813</c:v>
                </c:pt>
                <c:pt idx="832">
                  <c:v>0.483592789077</c:v>
                </c:pt>
                <c:pt idx="833">
                  <c:v>0.486762042562</c:v>
                </c:pt>
                <c:pt idx="834">
                  <c:v>0.486830124323</c:v>
                </c:pt>
                <c:pt idx="835">
                  <c:v>0.488909109757</c:v>
                </c:pt>
                <c:pt idx="836">
                  <c:v>0.485781520038</c:v>
                </c:pt>
                <c:pt idx="837">
                  <c:v>0.486948600822</c:v>
                </c:pt>
                <c:pt idx="838">
                  <c:v>0.486321181358</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0.5</c:v>
                </c:pt>
                <c:pt idx="1207">
                  <c:v>0.500458685294</c:v>
                </c:pt>
                <c:pt idx="1208">
                  <c:v>0.502081030911</c:v>
                </c:pt>
                <c:pt idx="1209">
                  <c:v>0.503835122267</c:v>
                </c:pt>
                <c:pt idx="1210">
                  <c:v>0.503845565385</c:v>
                </c:pt>
                <c:pt idx="1211">
                  <c:v>0.505839028532</c:v>
                </c:pt>
                <c:pt idx="1212">
                  <c:v>0.503001645754</c:v>
                </c:pt>
                <c:pt idx="1213">
                  <c:v>0.501618411123</c:v>
                </c:pt>
                <c:pt idx="1214">
                  <c:v>0.502679041622</c:v>
                </c:pt>
                <c:pt idx="1215">
                  <c:v>0.506193794433</c:v>
                </c:pt>
                <c:pt idx="1216">
                  <c:v>0.507813943065</c:v>
                </c:pt>
                <c:pt idx="1217">
                  <c:v>0.50678173658</c:v>
                </c:pt>
                <c:pt idx="1218">
                  <c:v>0.503446700845</c:v>
                </c:pt>
                <c:pt idx="1219">
                  <c:v>0.504547521019</c:v>
                </c:pt>
                <c:pt idx="1220">
                  <c:v>0.501483147191</c:v>
                </c:pt>
                <c:pt idx="1221">
                  <c:v>0.498990426369</c:v>
                </c:pt>
                <c:pt idx="1222">
                  <c:v>0.497377862218</c:v>
                </c:pt>
                <c:pt idx="1223">
                  <c:v>0.499142352081</c:v>
                </c:pt>
                <c:pt idx="1224">
                  <c:v>0.502595246859</c:v>
                </c:pt>
                <c:pt idx="1225">
                  <c:v>0.498997208694</c:v>
                </c:pt>
                <c:pt idx="1226">
                  <c:v>0.5</c:v>
                </c:pt>
                <c:pt idx="1227">
                  <c:v>0.498488660028</c:v>
                </c:pt>
                <c:pt idx="1228">
                  <c:v>0.498203815919</c:v>
                </c:pt>
                <c:pt idx="1229">
                  <c:v>0.497540022569</c:v>
                </c:pt>
                <c:pt idx="1230">
                  <c:v>0.498710434349</c:v>
                </c:pt>
                <c:pt idx="1231">
                  <c:v>0.501380273377</c:v>
                </c:pt>
                <c:pt idx="1232">
                  <c:v>0.499317217673</c:v>
                </c:pt>
                <c:pt idx="1233">
                  <c:v>0.495696566447</c:v>
                </c:pt>
                <c:pt idx="1234">
                  <c:v>0.496777420994</c:v>
                </c:pt>
                <c:pt idx="1235">
                  <c:v>0.495816302929</c:v>
                </c:pt>
                <c:pt idx="1236">
                  <c:v>0.494592181922</c:v>
                </c:pt>
                <c:pt idx="1237">
                  <c:v>0.49429352771</c:v>
                </c:pt>
                <c:pt idx="1238">
                  <c:v>0.491971804645</c:v>
                </c:pt>
                <c:pt idx="1239">
                  <c:v>0.491325929673</c:v>
                </c:pt>
                <c:pt idx="1240">
                  <c:v>0.48635247092</c:v>
                </c:pt>
                <c:pt idx="1241">
                  <c:v>0.489480324093</c:v>
                </c:pt>
                <c:pt idx="1242">
                  <c:v>0.487149830614</c:v>
                </c:pt>
                <c:pt idx="1243">
                  <c:v>0.486422248162</c:v>
                </c:pt>
                <c:pt idx="1244">
                  <c:v>0.485409522436</c:v>
                </c:pt>
                <c:pt idx="1245">
                  <c:v>0.482106532025</c:v>
                </c:pt>
                <c:pt idx="1246">
                  <c:v>0.47874847975</c:v>
                </c:pt>
                <c:pt idx="1247">
                  <c:v>0.482946919936</c:v>
                </c:pt>
                <c:pt idx="1248">
                  <c:v>0.484262565375</c:v>
                </c:pt>
                <c:pt idx="1249">
                  <c:v>0.5</c:v>
                </c:pt>
                <c:pt idx="1250">
                  <c:v>0.500554393849</c:v>
                </c:pt>
                <c:pt idx="1251">
                  <c:v>0.511454679543</c:v>
                </c:pt>
                <c:pt idx="1252">
                  <c:v>0.508521359515</c:v>
                </c:pt>
                <c:pt idx="1253">
                  <c:v>0.51535864453</c:v>
                </c:pt>
                <c:pt idx="1254">
                  <c:v>0.520496520791</c:v>
                </c:pt>
                <c:pt idx="1255">
                  <c:v>0.519752377024</c:v>
                </c:pt>
                <c:pt idx="1256">
                  <c:v>0.52282459659</c:v>
                </c:pt>
                <c:pt idx="1257">
                  <c:v>0.523247593116</c:v>
                </c:pt>
                <c:pt idx="1258">
                  <c:v>0.5235738914</c:v>
                </c:pt>
                <c:pt idx="1259">
                  <c:v>0.519486795966</c:v>
                </c:pt>
                <c:pt idx="1260">
                  <c:v>0.519962577876</c:v>
                </c:pt>
                <c:pt idx="1261">
                  <c:v>0.518868553991</c:v>
                </c:pt>
                <c:pt idx="1262">
                  <c:v>0.514784219243</c:v>
                </c:pt>
                <c:pt idx="1263">
                  <c:v>0.511436785116</c:v>
                </c:pt>
                <c:pt idx="1264">
                  <c:v>0.519426088035</c:v>
                </c:pt>
                <c:pt idx="1265">
                  <c:v>0.515730813456</c:v>
                </c:pt>
                <c:pt idx="1266">
                  <c:v>0.515707239392</c:v>
                </c:pt>
                <c:pt idx="1267">
                  <c:v>0.5175444202</c:v>
                </c:pt>
                <c:pt idx="1268">
                  <c:v>0.516248438999</c:v>
                </c:pt>
                <c:pt idx="1269">
                  <c:v>0.519579155725</c:v>
                </c:pt>
                <c:pt idx="1270">
                  <c:v>0.5</c:v>
                </c:pt>
                <c:pt idx="1271">
                  <c:v>0.499163142911</c:v>
                </c:pt>
                <c:pt idx="1272">
                  <c:v>0.501085502858</c:v>
                </c:pt>
                <c:pt idx="1273">
                  <c:v>0.500472023557</c:v>
                </c:pt>
                <c:pt idx="1274">
                  <c:v>0.500757097601</c:v>
                </c:pt>
                <c:pt idx="1275">
                  <c:v>0.503034149933</c:v>
                </c:pt>
                <c:pt idx="1276">
                  <c:v>0.499284270117</c:v>
                </c:pt>
                <c:pt idx="1277">
                  <c:v>0.501088922445</c:v>
                </c:pt>
                <c:pt idx="1278">
                  <c:v>0.501302842394</c:v>
                </c:pt>
                <c:pt idx="1279">
                  <c:v>0.500194173914</c:v>
                </c:pt>
                <c:pt idx="1280">
                  <c:v>0.500076934952</c:v>
                </c:pt>
                <c:pt idx="1281">
                  <c:v>0.506244881059</c:v>
                </c:pt>
                <c:pt idx="1282">
                  <c:v>0.50265760884</c:v>
                </c:pt>
                <c:pt idx="1283">
                  <c:v>0.497460465273</c:v>
                </c:pt>
                <c:pt idx="1284">
                  <c:v>0.498859968007</c:v>
                </c:pt>
                <c:pt idx="1285">
                  <c:v>0.496813508288</c:v>
                </c:pt>
                <c:pt idx="1286">
                  <c:v>0.496195112121</c:v>
                </c:pt>
                <c:pt idx="1287">
                  <c:v>0.499266445157</c:v>
                </c:pt>
                <c:pt idx="1288">
                  <c:v>0.502944862369</c:v>
                </c:pt>
                <c:pt idx="1289">
                  <c:v>0.502437851765</c:v>
                </c:pt>
                <c:pt idx="1290">
                  <c:v>0.503857384595</c:v>
                </c:pt>
                <c:pt idx="1291">
                  <c:v>0.5</c:v>
                </c:pt>
                <c:pt idx="1292">
                  <c:v>0.500232362517</c:v>
                </c:pt>
                <c:pt idx="1293">
                  <c:v>0.500676421639</c:v>
                </c:pt>
                <c:pt idx="1294">
                  <c:v>0.503751966211</c:v>
                </c:pt>
                <c:pt idx="1295">
                  <c:v>0.500026706049</c:v>
                </c:pt>
                <c:pt idx="1296">
                  <c:v>0.494983273383</c:v>
                </c:pt>
                <c:pt idx="1297">
                  <c:v>0.495191554464</c:v>
                </c:pt>
                <c:pt idx="1298">
                  <c:v>0.495295572478</c:v>
                </c:pt>
                <c:pt idx="1299">
                  <c:v>0.492525115871</c:v>
                </c:pt>
                <c:pt idx="1300">
                  <c:v>0.493012879694</c:v>
                </c:pt>
                <c:pt idx="1301">
                  <c:v>0.49436194664</c:v>
                </c:pt>
                <c:pt idx="1302">
                  <c:v>0.494145497796</c:v>
                </c:pt>
                <c:pt idx="1303">
                  <c:v>0.491876237737</c:v>
                </c:pt>
                <c:pt idx="1304">
                  <c:v>0.490433683753</c:v>
                </c:pt>
                <c:pt idx="1305">
                  <c:v>0.491625692345</c:v>
                </c:pt>
                <c:pt idx="1306">
                  <c:v>0.490035400026</c:v>
                </c:pt>
                <c:pt idx="1307">
                  <c:v>0.493557561992</c:v>
                </c:pt>
                <c:pt idx="1308">
                  <c:v>0.491465017645</c:v>
                </c:pt>
                <c:pt idx="1309">
                  <c:v>0.49202871455</c:v>
                </c:pt>
                <c:pt idx="1310">
                  <c:v>0.488753452624</c:v>
                </c:pt>
                <c:pt idx="1311">
                  <c:v>0.490551215807</c:v>
                </c:pt>
                <c:pt idx="1312">
                  <c:v>0.484602841569</c:v>
                </c:pt>
                <c:pt idx="1313">
                  <c:v>0.5</c:v>
                </c:pt>
                <c:pt idx="1314">
                  <c:v>0.499325404701</c:v>
                </c:pt>
                <c:pt idx="1315">
                  <c:v>0.501941825093</c:v>
                </c:pt>
                <c:pt idx="1316">
                  <c:v>0.502789236821</c:v>
                </c:pt>
                <c:pt idx="1317">
                  <c:v>0.498652111244</c:v>
                </c:pt>
                <c:pt idx="1318">
                  <c:v>0.49907970841</c:v>
                </c:pt>
                <c:pt idx="1319">
                  <c:v>0.499536442553</c:v>
                </c:pt>
                <c:pt idx="1320">
                  <c:v>0.49772026758</c:v>
                </c:pt>
                <c:pt idx="1321">
                  <c:v>0.503461331015</c:v>
                </c:pt>
                <c:pt idx="1322">
                  <c:v>0.50565685144</c:v>
                </c:pt>
                <c:pt idx="1323">
                  <c:v>0.50289536678</c:v>
                </c:pt>
                <c:pt idx="1324">
                  <c:v>0.502696040026</c:v>
                </c:pt>
                <c:pt idx="1325">
                  <c:v>0.502837272719</c:v>
                </c:pt>
                <c:pt idx="1326">
                  <c:v>0.504380566833</c:v>
                </c:pt>
                <c:pt idx="1327">
                  <c:v>0.50293674301</c:v>
                </c:pt>
                <c:pt idx="1328">
                  <c:v>0.504367443117</c:v>
                </c:pt>
                <c:pt idx="1329">
                  <c:v>0.504600724922</c:v>
                </c:pt>
                <c:pt idx="1330">
                  <c:v>0.508262719509</c:v>
                </c:pt>
                <c:pt idx="1331">
                  <c:v>0.506246382313</c:v>
                </c:pt>
                <c:pt idx="1332">
                  <c:v>0.503850033602</c:v>
                </c:pt>
                <c:pt idx="1333">
                  <c:v>0.5</c:v>
                </c:pt>
                <c:pt idx="1334">
                  <c:v>0.501861965598</c:v>
                </c:pt>
                <c:pt idx="1335">
                  <c:v>0.505521762333</c:v>
                </c:pt>
                <c:pt idx="1336">
                  <c:v>0.504228873455</c:v>
                </c:pt>
                <c:pt idx="1337">
                  <c:v>0.505876019187</c:v>
                </c:pt>
                <c:pt idx="1338">
                  <c:v>0.497717521577</c:v>
                </c:pt>
                <c:pt idx="1339">
                  <c:v>0.497731699578</c:v>
                </c:pt>
                <c:pt idx="1340">
                  <c:v>0.493205330468</c:v>
                </c:pt>
                <c:pt idx="1341">
                  <c:v>0.492599116476</c:v>
                </c:pt>
                <c:pt idx="1342">
                  <c:v>0.49342102287</c:v>
                </c:pt>
                <c:pt idx="1343">
                  <c:v>0.493470851762</c:v>
                </c:pt>
                <c:pt idx="1344">
                  <c:v>0.493011769294</c:v>
                </c:pt>
                <c:pt idx="1345">
                  <c:v>0.495329346111</c:v>
                </c:pt>
                <c:pt idx="1346">
                  <c:v>0.495747212979</c:v>
                </c:pt>
                <c:pt idx="1347">
                  <c:v>0.4978832523</c:v>
                </c:pt>
                <c:pt idx="1348">
                  <c:v>0.497117167266</c:v>
                </c:pt>
                <c:pt idx="1349">
                  <c:v>0.498538867167</c:v>
                </c:pt>
                <c:pt idx="1350">
                  <c:v>0.495004475394</c:v>
                </c:pt>
                <c:pt idx="1351">
                  <c:v>0.493634663818</c:v>
                </c:pt>
                <c:pt idx="1352">
                  <c:v>0.489438644842</c:v>
                </c:pt>
                <c:pt idx="1353">
                  <c:v>0.488960775505</c:v>
                </c:pt>
                <c:pt idx="1354">
                  <c:v>0.5</c:v>
                </c:pt>
                <c:pt idx="1355">
                  <c:v>0.500009258407</c:v>
                </c:pt>
                <c:pt idx="1356">
                  <c:v>0.500705202591</c:v>
                </c:pt>
                <c:pt idx="1357">
                  <c:v>0.484973504336</c:v>
                </c:pt>
                <c:pt idx="1358">
                  <c:v>0.479420663732</c:v>
                </c:pt>
                <c:pt idx="1359">
                  <c:v>0.46372014146</c:v>
                </c:pt>
                <c:pt idx="1360">
                  <c:v>0.472003937886</c:v>
                </c:pt>
                <c:pt idx="1361">
                  <c:v>0.465767602333</c:v>
                </c:pt>
                <c:pt idx="1362">
                  <c:v>0.471583334794</c:v>
                </c:pt>
                <c:pt idx="1363">
                  <c:v>0.475258183587</c:v>
                </c:pt>
                <c:pt idx="1364">
                  <c:v>0.468865220749</c:v>
                </c:pt>
                <c:pt idx="1365">
                  <c:v>0.476615157673</c:v>
                </c:pt>
                <c:pt idx="1366">
                  <c:v>0.471740174562</c:v>
                </c:pt>
                <c:pt idx="1367">
                  <c:v>0.478805349062</c:v>
                </c:pt>
                <c:pt idx="1368">
                  <c:v>0.484873347648</c:v>
                </c:pt>
                <c:pt idx="1369">
                  <c:v>0.480858386732</c:v>
                </c:pt>
                <c:pt idx="1370">
                  <c:v>0.485523385558</c:v>
                </c:pt>
                <c:pt idx="1371">
                  <c:v>0.480985570988</c:v>
                </c:pt>
                <c:pt idx="1372">
                  <c:v>0.48470640567</c:v>
                </c:pt>
                <c:pt idx="1373">
                  <c:v>0.487722580046</c:v>
                </c:pt>
                <c:pt idx="1374">
                  <c:v>0.493473239569</c:v>
                </c:pt>
                <c:pt idx="1375">
                  <c:v>0.493475302581</c:v>
                </c:pt>
                <c:pt idx="1376">
                  <c:v>0.5</c:v>
                </c:pt>
                <c:pt idx="1377">
                  <c:v>0.494281337599</c:v>
                </c:pt>
                <c:pt idx="1378">
                  <c:v>0.499062394413</c:v>
                </c:pt>
                <c:pt idx="1379">
                  <c:v>0.501585768092</c:v>
                </c:pt>
                <c:pt idx="1380">
                  <c:v>0.501665326733</c:v>
                </c:pt>
                <c:pt idx="1381">
                  <c:v>0.509355815166</c:v>
                </c:pt>
                <c:pt idx="1382">
                  <c:v>0.506215842853</c:v>
                </c:pt>
                <c:pt idx="1383">
                  <c:v>0.512163310431</c:v>
                </c:pt>
                <c:pt idx="1384">
                  <c:v>0.509197257741</c:v>
                </c:pt>
                <c:pt idx="1385">
                  <c:v>0.514978692211</c:v>
                </c:pt>
                <c:pt idx="1386">
                  <c:v>0.510464390823</c:v>
                </c:pt>
                <c:pt idx="1387">
                  <c:v>0.506465948354</c:v>
                </c:pt>
                <c:pt idx="1388">
                  <c:v>0.504519668755</c:v>
                </c:pt>
                <c:pt idx="1389">
                  <c:v>0.507418695597</c:v>
                </c:pt>
                <c:pt idx="1390">
                  <c:v>0.50226872416</c:v>
                </c:pt>
                <c:pt idx="1391">
                  <c:v>0.50324859387</c:v>
                </c:pt>
                <c:pt idx="1392">
                  <c:v>0.509207532763</c:v>
                </c:pt>
                <c:pt idx="1393">
                  <c:v>0.509794562958</c:v>
                </c:pt>
                <c:pt idx="1394">
                  <c:v>0.507390265428</c:v>
                </c:pt>
                <c:pt idx="1395">
                  <c:v>0.510040311307</c:v>
                </c:pt>
                <c:pt idx="1396">
                  <c:v>0.501366416495</c:v>
                </c:pt>
                <c:pt idx="1397">
                  <c:v>0.5</c:v>
                </c:pt>
                <c:pt idx="1398">
                  <c:v>0.49884209772</c:v>
                </c:pt>
                <c:pt idx="1399">
                  <c:v>0.501544026482</c:v>
                </c:pt>
                <c:pt idx="1400">
                  <c:v>0.50546847681</c:v>
                </c:pt>
                <c:pt idx="1401">
                  <c:v>0.505133626627</c:v>
                </c:pt>
                <c:pt idx="1402">
                  <c:v>0.505083253498</c:v>
                </c:pt>
                <c:pt idx="1403">
                  <c:v>0.502470340288</c:v>
                </c:pt>
                <c:pt idx="1404">
                  <c:v>0.499896449969</c:v>
                </c:pt>
                <c:pt idx="1405">
                  <c:v>0.496660251857</c:v>
                </c:pt>
                <c:pt idx="1406">
                  <c:v>0.500119734344</c:v>
                </c:pt>
                <c:pt idx="1407">
                  <c:v>0.501158303008</c:v>
                </c:pt>
                <c:pt idx="1408">
                  <c:v>0.501017324298</c:v>
                </c:pt>
                <c:pt idx="1409">
                  <c:v>0.499458626586</c:v>
                </c:pt>
                <c:pt idx="1410">
                  <c:v>0.500576258772</c:v>
                </c:pt>
                <c:pt idx="1411">
                  <c:v>0.497112018203</c:v>
                </c:pt>
                <c:pt idx="1412">
                  <c:v>0.504236430093</c:v>
                </c:pt>
                <c:pt idx="1413">
                  <c:v>0.505760703056</c:v>
                </c:pt>
                <c:pt idx="1414">
                  <c:v>0.507320384319</c:v>
                </c:pt>
                <c:pt idx="1415">
                  <c:v>0.513102691112</c:v>
                </c:pt>
                <c:pt idx="1416">
                  <c:v>0.510078115844</c:v>
                </c:pt>
                <c:pt idx="1417">
                  <c:v>0.510711851622</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0.5</c:v>
                </c:pt>
                <c:pt idx="1442">
                  <c:v>0.500634624127</c:v>
                </c:pt>
                <c:pt idx="1443">
                  <c:v>0.502234725448</c:v>
                </c:pt>
                <c:pt idx="1444">
                  <c:v>0.503084783603</c:v>
                </c:pt>
                <c:pt idx="1445">
                  <c:v>0.503482539127</c:v>
                </c:pt>
                <c:pt idx="1446">
                  <c:v>0.50574424756</c:v>
                </c:pt>
                <c:pt idx="1447">
                  <c:v>0.506089198866</c:v>
                </c:pt>
                <c:pt idx="1448">
                  <c:v>0.50884797869</c:v>
                </c:pt>
                <c:pt idx="1449">
                  <c:v>0.510892771071</c:v>
                </c:pt>
                <c:pt idx="1450">
                  <c:v>0.507793510937</c:v>
                </c:pt>
                <c:pt idx="1451">
                  <c:v>0.507258021415</c:v>
                </c:pt>
                <c:pt idx="1452">
                  <c:v>0.50959483569</c:v>
                </c:pt>
                <c:pt idx="1453">
                  <c:v>0.506558615494</c:v>
                </c:pt>
                <c:pt idx="1454">
                  <c:v>0.508321512174</c:v>
                </c:pt>
                <c:pt idx="1455">
                  <c:v>0.506584660766</c:v>
                </c:pt>
                <c:pt idx="1456">
                  <c:v>0.509384011652</c:v>
                </c:pt>
                <c:pt idx="1457">
                  <c:v>0.505759229761</c:v>
                </c:pt>
                <c:pt idx="1458">
                  <c:v>0.505369822002</c:v>
                </c:pt>
                <c:pt idx="1459">
                  <c:v>0.503580418269</c:v>
                </c:pt>
                <c:pt idx="1460">
                  <c:v>0.503170189831</c:v>
                </c:pt>
                <c:pt idx="1461">
                  <c:v>0.50373068081</c:v>
                </c:pt>
                <c:pt idx="1462">
                  <c:v>0.498111443686</c:v>
                </c:pt>
                <c:pt idx="1463">
                  <c:v>0.5</c:v>
                </c:pt>
                <c:pt idx="1464">
                  <c:v>0.501835260988</c:v>
                </c:pt>
                <c:pt idx="1465">
                  <c:v>0.499472933099</c:v>
                </c:pt>
                <c:pt idx="1466">
                  <c:v>0.497288755485</c:v>
                </c:pt>
                <c:pt idx="1467">
                  <c:v>0.497294818316</c:v>
                </c:pt>
                <c:pt idx="1468">
                  <c:v>0.499034250882</c:v>
                </c:pt>
                <c:pt idx="1469">
                  <c:v>0.499163783076</c:v>
                </c:pt>
                <c:pt idx="1470">
                  <c:v>0.499095919266</c:v>
                </c:pt>
                <c:pt idx="1471">
                  <c:v>0.496017676509</c:v>
                </c:pt>
                <c:pt idx="1472">
                  <c:v>0.495345534446</c:v>
                </c:pt>
                <c:pt idx="1473">
                  <c:v>0.497487097959</c:v>
                </c:pt>
                <c:pt idx="1474">
                  <c:v>0.498063026471</c:v>
                </c:pt>
                <c:pt idx="1475">
                  <c:v>0.493828258437</c:v>
                </c:pt>
                <c:pt idx="1476">
                  <c:v>0.48865357949</c:v>
                </c:pt>
                <c:pt idx="1477">
                  <c:v>0.488447985514</c:v>
                </c:pt>
                <c:pt idx="1478">
                  <c:v>0.489744345</c:v>
                </c:pt>
                <c:pt idx="1479">
                  <c:v>0.486817336208</c:v>
                </c:pt>
                <c:pt idx="1480">
                  <c:v>0.484266937651</c:v>
                </c:pt>
                <c:pt idx="1481">
                  <c:v>0.48146257823</c:v>
                </c:pt>
                <c:pt idx="1482">
                  <c:v>0.48028207791</c:v>
                </c:pt>
                <c:pt idx="1483">
                  <c:v>0.481216417523</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0.5</c:v>
                </c:pt>
                <c:pt idx="1550">
                  <c:v>0.500579201835</c:v>
                </c:pt>
                <c:pt idx="1551">
                  <c:v>0.504468482556</c:v>
                </c:pt>
                <c:pt idx="1552">
                  <c:v>0.502183492978</c:v>
                </c:pt>
                <c:pt idx="1553">
                  <c:v>0.499882966583</c:v>
                </c:pt>
                <c:pt idx="1554">
                  <c:v>0.496380842747</c:v>
                </c:pt>
                <c:pt idx="1555">
                  <c:v>0.498701012904</c:v>
                </c:pt>
                <c:pt idx="1556">
                  <c:v>0.496441545014</c:v>
                </c:pt>
                <c:pt idx="1557">
                  <c:v>0.49823817918</c:v>
                </c:pt>
                <c:pt idx="1558">
                  <c:v>0.500749673559</c:v>
                </c:pt>
                <c:pt idx="1559">
                  <c:v>0.49985227636</c:v>
                </c:pt>
                <c:pt idx="1560">
                  <c:v>0.490662340659</c:v>
                </c:pt>
                <c:pt idx="1561">
                  <c:v>0.486662755704</c:v>
                </c:pt>
                <c:pt idx="1562">
                  <c:v>0.483228381829</c:v>
                </c:pt>
                <c:pt idx="1563">
                  <c:v>0.483557789914</c:v>
                </c:pt>
                <c:pt idx="1564">
                  <c:v>0.480228416258</c:v>
                </c:pt>
                <c:pt idx="1565">
                  <c:v>0.477342877276</c:v>
                </c:pt>
                <c:pt idx="1566">
                  <c:v>0.469711475457</c:v>
                </c:pt>
                <c:pt idx="1567">
                  <c:v>0.469859773509</c:v>
                </c:pt>
                <c:pt idx="1568">
                  <c:v>0.49527317812</c:v>
                </c:pt>
                <c:pt idx="1569">
                  <c:v>0.502546622663</c:v>
                </c:pt>
                <c:pt idx="1570">
                  <c:v>0.5</c:v>
                </c:pt>
                <c:pt idx="1571">
                  <c:v>0.500743236475</c:v>
                </c:pt>
                <c:pt idx="1572">
                  <c:v>0.507685900449</c:v>
                </c:pt>
                <c:pt idx="1573">
                  <c:v>0.498080144817</c:v>
                </c:pt>
                <c:pt idx="1574">
                  <c:v>0.493478326965</c:v>
                </c:pt>
                <c:pt idx="1575">
                  <c:v>0.497200004101</c:v>
                </c:pt>
                <c:pt idx="1576">
                  <c:v>0.495648787117</c:v>
                </c:pt>
                <c:pt idx="1577">
                  <c:v>0.507014504344</c:v>
                </c:pt>
                <c:pt idx="1578">
                  <c:v>0.497276128755</c:v>
                </c:pt>
                <c:pt idx="1579">
                  <c:v>0.497238500602</c:v>
                </c:pt>
                <c:pt idx="1580">
                  <c:v>0.505178631047</c:v>
                </c:pt>
                <c:pt idx="1581">
                  <c:v>0.499567144195</c:v>
                </c:pt>
                <c:pt idx="1582">
                  <c:v>0.500841750215</c:v>
                </c:pt>
                <c:pt idx="1583">
                  <c:v>0.496118152195</c:v>
                </c:pt>
                <c:pt idx="1584">
                  <c:v>0.49154597922</c:v>
                </c:pt>
                <c:pt idx="1585">
                  <c:v>0.493385032734</c:v>
                </c:pt>
                <c:pt idx="1586">
                  <c:v>0.494240159196</c:v>
                </c:pt>
                <c:pt idx="1587">
                  <c:v>0.490303112289</c:v>
                </c:pt>
                <c:pt idx="1588">
                  <c:v>0.488559439201</c:v>
                </c:pt>
                <c:pt idx="1589">
                  <c:v>0.478798176214</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0.5</c:v>
                </c:pt>
                <c:pt idx="1700">
                  <c:v>0.497165554387</c:v>
                </c:pt>
                <c:pt idx="1701">
                  <c:v>0.49679371898</c:v>
                </c:pt>
                <c:pt idx="1702">
                  <c:v>0.497657054246</c:v>
                </c:pt>
                <c:pt idx="1703">
                  <c:v>0.490329369998</c:v>
                </c:pt>
                <c:pt idx="1704">
                  <c:v>0.491454951387</c:v>
                </c:pt>
                <c:pt idx="1705">
                  <c:v>0.490485676712</c:v>
                </c:pt>
                <c:pt idx="1706">
                  <c:v>0.493376184249</c:v>
                </c:pt>
                <c:pt idx="1707">
                  <c:v>0.49220584195</c:v>
                </c:pt>
                <c:pt idx="1708">
                  <c:v>0.490714443764</c:v>
                </c:pt>
                <c:pt idx="1709">
                  <c:v>0.488632474622</c:v>
                </c:pt>
                <c:pt idx="1710">
                  <c:v>0.486193785616</c:v>
                </c:pt>
                <c:pt idx="1711">
                  <c:v>0.484581350463</c:v>
                </c:pt>
                <c:pt idx="1712">
                  <c:v>0.483213103363</c:v>
                </c:pt>
                <c:pt idx="1713">
                  <c:v>0.485637822186</c:v>
                </c:pt>
                <c:pt idx="1714">
                  <c:v>0.491935423547</c:v>
                </c:pt>
                <c:pt idx="1715">
                  <c:v>0.491826457295</c:v>
                </c:pt>
                <c:pt idx="1716">
                  <c:v>0.486795004017</c:v>
                </c:pt>
                <c:pt idx="1717">
                  <c:v>0.487062244465</c:v>
                </c:pt>
                <c:pt idx="1718">
                  <c:v>0.484749749103</c:v>
                </c:pt>
                <c:pt idx="1719">
                  <c:v>0.478480290794</c:v>
                </c:pt>
                <c:pt idx="1720">
                  <c:v>0.5</c:v>
                </c:pt>
                <c:pt idx="1721">
                  <c:v>0.500675932999</c:v>
                </c:pt>
                <c:pt idx="1722">
                  <c:v>0.505155621821</c:v>
                </c:pt>
                <c:pt idx="1723">
                  <c:v>0.504677276755</c:v>
                </c:pt>
                <c:pt idx="1724">
                  <c:v>0.499786559417</c:v>
                </c:pt>
                <c:pt idx="1725">
                  <c:v>0.494933272856</c:v>
                </c:pt>
                <c:pt idx="1726">
                  <c:v>0.487143668721</c:v>
                </c:pt>
                <c:pt idx="1727">
                  <c:v>0.490296566756</c:v>
                </c:pt>
                <c:pt idx="1728">
                  <c:v>0.491036246007</c:v>
                </c:pt>
                <c:pt idx="1729">
                  <c:v>0.483369686243</c:v>
                </c:pt>
                <c:pt idx="1730">
                  <c:v>0.486258111483</c:v>
                </c:pt>
                <c:pt idx="1731">
                  <c:v>0.487221916477</c:v>
                </c:pt>
                <c:pt idx="1732">
                  <c:v>0.488228299279</c:v>
                </c:pt>
              </c:numCache>
            </c:numRef>
          </c:val>
        </c:ser>
        <c:ser>
          <c:idx val="2"/>
          <c:order val="2"/>
          <c:tx>
            <c:strRef>
              <c:f>TLT</c:f>
              <c:strCache>
                <c:ptCount val="1"/>
                <c:pt idx="0">
                  <c:v>TLT</c:v>
                </c:pt>
              </c:strCache>
            </c:strRef>
          </c:tx>
          <c:spPr>
            <a:solidFill>
              <a:srgbClr val="81749D"/>
            </a:solidFill>
            <a:ln w="0">
              <a:noFill/>
            </a:ln>
          </c:spPr>
          <c:dLbls>
            <c:delete val="1"/>
          </c:dLbls>
          <c:cat>
            <c:strRef>
              <c:f>'Chart Data'!$E$2:$E$1734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Data'!$F$2:$F$1734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0.5</c:v>
                </c:pt>
                <c:pt idx="23">
                  <c:v>0.496944215136</c:v>
                </c:pt>
                <c:pt idx="24">
                  <c:v>0.496724924662</c:v>
                </c:pt>
                <c:pt idx="25">
                  <c:v>0.499164453099</c:v>
                </c:pt>
                <c:pt idx="26">
                  <c:v>0.499213965332</c:v>
                </c:pt>
                <c:pt idx="27">
                  <c:v>0.498812744706</c:v>
                </c:pt>
                <c:pt idx="28">
                  <c:v>0.497746155963</c:v>
                </c:pt>
                <c:pt idx="29">
                  <c:v>0.497284188086</c:v>
                </c:pt>
                <c:pt idx="30">
                  <c:v>0.497333693689</c:v>
                </c:pt>
                <c:pt idx="31">
                  <c:v>0.497333693689</c:v>
                </c:pt>
                <c:pt idx="32">
                  <c:v>0.495855763091</c:v>
                </c:pt>
                <c:pt idx="33">
                  <c:v>0.494385186212</c:v>
                </c:pt>
                <c:pt idx="34">
                  <c:v>0.495316738428</c:v>
                </c:pt>
                <c:pt idx="35">
                  <c:v>0.493912819716</c:v>
                </c:pt>
                <c:pt idx="36">
                  <c:v>0.495380895298</c:v>
                </c:pt>
                <c:pt idx="37">
                  <c:v>0.5012174041</c:v>
                </c:pt>
                <c:pt idx="38">
                  <c:v>0.498799504777</c:v>
                </c:pt>
                <c:pt idx="39">
                  <c:v>0.501448394531</c:v>
                </c:pt>
                <c:pt idx="40">
                  <c:v>0.516319647466</c:v>
                </c:pt>
                <c:pt idx="41">
                  <c:v>0.513098493739</c:v>
                </c:pt>
                <c:pt idx="42">
                  <c:v>0.5</c:v>
                </c:pt>
                <c:pt idx="43">
                  <c:v>0.493460186708</c:v>
                </c:pt>
                <c:pt idx="44">
                  <c:v>0.504798778642</c:v>
                </c:pt>
                <c:pt idx="45">
                  <c:v>0.522405982421</c:v>
                </c:pt>
                <c:pt idx="46">
                  <c:v>0.547007410511</c:v>
                </c:pt>
                <c:pt idx="47">
                  <c:v>0.521454319815</c:v>
                </c:pt>
                <c:pt idx="48">
                  <c:v>0.523875949804</c:v>
                </c:pt>
                <c:pt idx="49">
                  <c:v>0.552636779489</c:v>
                </c:pt>
                <c:pt idx="50">
                  <c:v>0.530031380544</c:v>
                </c:pt>
                <c:pt idx="51">
                  <c:v>0.578970429245</c:v>
                </c:pt>
                <c:pt idx="52">
                  <c:v>0.545181004772</c:v>
                </c:pt>
                <c:pt idx="53">
                  <c:v>0.553377130752</c:v>
                </c:pt>
                <c:pt idx="54">
                  <c:v>0.559336692026</c:v>
                </c:pt>
                <c:pt idx="55">
                  <c:v>0.575078025465</c:v>
                </c:pt>
                <c:pt idx="56">
                  <c:v>0.591251648373</c:v>
                </c:pt>
                <c:pt idx="57">
                  <c:v>0.569672186142</c:v>
                </c:pt>
                <c:pt idx="58">
                  <c:v>0.560594359827</c:v>
                </c:pt>
                <c:pt idx="59">
                  <c:v>0.551113081426</c:v>
                </c:pt>
                <c:pt idx="60">
                  <c:v>0.572085722253</c:v>
                </c:pt>
                <c:pt idx="61">
                  <c:v>0.565821828424</c:v>
                </c:pt>
                <c:pt idx="62">
                  <c:v>0.562661100687</c:v>
                </c:pt>
                <c:pt idx="63">
                  <c:v>0.576213866288</c:v>
                </c:pt>
                <c:pt idx="64">
                  <c:v>0.5</c:v>
                </c:pt>
                <c:pt idx="65">
                  <c:v>0.499362696654</c:v>
                </c:pt>
                <c:pt idx="66">
                  <c:v>0.491876374085</c:v>
                </c:pt>
                <c:pt idx="67">
                  <c:v>0.490587092652</c:v>
                </c:pt>
                <c:pt idx="68">
                  <c:v>0.490998234084</c:v>
                </c:pt>
                <c:pt idx="69">
                  <c:v>0.485008651134</c:v>
                </c:pt>
                <c:pt idx="70">
                  <c:v>0.478475832264</c:v>
                </c:pt>
                <c:pt idx="71">
                  <c:v>0.476459532493</c:v>
                </c:pt>
                <c:pt idx="72">
                  <c:v>0.484262200316</c:v>
                </c:pt>
                <c:pt idx="73">
                  <c:v>0.487299283056</c:v>
                </c:pt>
                <c:pt idx="74">
                  <c:v>0.48882663612</c:v>
                </c:pt>
                <c:pt idx="75">
                  <c:v>0.489054434579</c:v>
                </c:pt>
                <c:pt idx="76">
                  <c:v>0.493893542184</c:v>
                </c:pt>
                <c:pt idx="77">
                  <c:v>0.486459122047</c:v>
                </c:pt>
                <c:pt idx="78">
                  <c:v>0.485307447317</c:v>
                </c:pt>
                <c:pt idx="79">
                  <c:v>0.486965757514</c:v>
                </c:pt>
                <c:pt idx="80">
                  <c:v>0.48393665635</c:v>
                </c:pt>
                <c:pt idx="81">
                  <c:v>0.487911399823</c:v>
                </c:pt>
                <c:pt idx="82">
                  <c:v>0.485233149965</c:v>
                </c:pt>
                <c:pt idx="83">
                  <c:v>0.486866313929</c:v>
                </c:pt>
                <c:pt idx="84">
                  <c:v>0.487459588241</c:v>
                </c:pt>
                <c:pt idx="85">
                  <c:v>0.485407629979</c:v>
                </c:pt>
                <c:pt idx="86">
                  <c:v>0.5</c:v>
                </c:pt>
                <c:pt idx="87">
                  <c:v>0.499168010077</c:v>
                </c:pt>
                <c:pt idx="88">
                  <c:v>0.499501574459</c:v>
                </c:pt>
                <c:pt idx="89">
                  <c:v>0.497736985551</c:v>
                </c:pt>
                <c:pt idx="90">
                  <c:v>0.49734125154</c:v>
                </c:pt>
                <c:pt idx="91">
                  <c:v>0.498923795428</c:v>
                </c:pt>
                <c:pt idx="92">
                  <c:v>0.498272640808</c:v>
                </c:pt>
                <c:pt idx="93">
                  <c:v>0.49850482586</c:v>
                </c:pt>
                <c:pt idx="94">
                  <c:v>0.496453935166</c:v>
                </c:pt>
                <c:pt idx="95">
                  <c:v>0.492802896412</c:v>
                </c:pt>
                <c:pt idx="96">
                  <c:v>0.491335753439</c:v>
                </c:pt>
                <c:pt idx="97">
                  <c:v>0.491490368965</c:v>
                </c:pt>
                <c:pt idx="98">
                  <c:v>0.495784057228</c:v>
                </c:pt>
                <c:pt idx="99">
                  <c:v>0.495808804392</c:v>
                </c:pt>
                <c:pt idx="100">
                  <c:v>0.496012775693</c:v>
                </c:pt>
                <c:pt idx="101">
                  <c:v>0.495103059039</c:v>
                </c:pt>
                <c:pt idx="102">
                  <c:v>0.493345308135</c:v>
                </c:pt>
                <c:pt idx="103">
                  <c:v>0.493291514458</c:v>
                </c:pt>
                <c:pt idx="104">
                  <c:v>0.490455132372</c:v>
                </c:pt>
                <c:pt idx="105">
                  <c:v>0.5</c:v>
                </c:pt>
                <c:pt idx="106">
                  <c:v>0.501308978816</c:v>
                </c:pt>
                <c:pt idx="107">
                  <c:v>0.495045141978</c:v>
                </c:pt>
                <c:pt idx="108">
                  <c:v>0.498378747682</c:v>
                </c:pt>
                <c:pt idx="109">
                  <c:v>0.496646768408</c:v>
                </c:pt>
                <c:pt idx="110">
                  <c:v>0.49707137396</c:v>
                </c:pt>
                <c:pt idx="111">
                  <c:v>0.497195272475</c:v>
                </c:pt>
                <c:pt idx="112">
                  <c:v>0.503686503812</c:v>
                </c:pt>
                <c:pt idx="113">
                  <c:v>0.50091057397</c:v>
                </c:pt>
                <c:pt idx="114">
                  <c:v>0.50149543921</c:v>
                </c:pt>
                <c:pt idx="115">
                  <c:v>0.497755596978</c:v>
                </c:pt>
                <c:pt idx="116">
                  <c:v>0.498308162227</c:v>
                </c:pt>
                <c:pt idx="117">
                  <c:v>0.501433820688</c:v>
                </c:pt>
                <c:pt idx="118">
                  <c:v>0.498890940768</c:v>
                </c:pt>
                <c:pt idx="119">
                  <c:v>0.497311486565</c:v>
                </c:pt>
                <c:pt idx="120">
                  <c:v>0.493501281953</c:v>
                </c:pt>
                <c:pt idx="121">
                  <c:v>0.497040444109</c:v>
                </c:pt>
                <c:pt idx="122">
                  <c:v>0.497910667337</c:v>
                </c:pt>
                <c:pt idx="123">
                  <c:v>0.49945902554</c:v>
                </c:pt>
                <c:pt idx="124">
                  <c:v>0.498535963108</c:v>
                </c:pt>
                <c:pt idx="125">
                  <c:v>0.49621119088</c:v>
                </c:pt>
                <c:pt idx="126">
                  <c:v>0.496848063088</c:v>
                </c:pt>
                <c:pt idx="127">
                  <c:v>0.5</c:v>
                </c:pt>
                <c:pt idx="128">
                  <c:v>0.5</c:v>
                </c:pt>
                <c:pt idx="129">
                  <c:v>0.497481371844</c:v>
                </c:pt>
                <c:pt idx="130">
                  <c:v>0.499398175179</c:v>
                </c:pt>
                <c:pt idx="131">
                  <c:v>0.496849499214</c:v>
                </c:pt>
                <c:pt idx="132">
                  <c:v>0.50147566118</c:v>
                </c:pt>
                <c:pt idx="133">
                  <c:v>0.500865622768</c:v>
                </c:pt>
                <c:pt idx="134">
                  <c:v>0.501380802248</c:v>
                </c:pt>
                <c:pt idx="135">
                  <c:v>0.500577007986</c:v>
                </c:pt>
                <c:pt idx="136">
                  <c:v>0.499187221545</c:v>
                </c:pt>
                <c:pt idx="137">
                  <c:v>0.50274583406</c:v>
                </c:pt>
                <c:pt idx="138">
                  <c:v>0.500170532317</c:v>
                </c:pt>
                <c:pt idx="139">
                  <c:v>0.499582346056</c:v>
                </c:pt>
                <c:pt idx="140">
                  <c:v>0.496737066884</c:v>
                </c:pt>
                <c:pt idx="141">
                  <c:v>0.493711438344</c:v>
                </c:pt>
                <c:pt idx="142">
                  <c:v>0.494418206111</c:v>
                </c:pt>
                <c:pt idx="143">
                  <c:v>0.492268238978</c:v>
                </c:pt>
                <c:pt idx="144">
                  <c:v>0.486450926377</c:v>
                </c:pt>
                <c:pt idx="145">
                  <c:v>0.486098374343</c:v>
                </c:pt>
                <c:pt idx="146">
                  <c:v>0.483803690545</c:v>
                </c:pt>
                <c:pt idx="147">
                  <c:v>0.487299533279</c:v>
                </c:pt>
                <c:pt idx="148">
                  <c:v>0.48487894115</c:v>
                </c:pt>
                <c:pt idx="149">
                  <c:v>0.4833357258</c:v>
                </c:pt>
                <c:pt idx="150">
                  <c:v>0.5</c:v>
                </c:pt>
                <c:pt idx="151">
                  <c:v>0.495494706821</c:v>
                </c:pt>
                <c:pt idx="152">
                  <c:v>0.493590821839</c:v>
                </c:pt>
                <c:pt idx="153">
                  <c:v>0.495921700667</c:v>
                </c:pt>
                <c:pt idx="154">
                  <c:v>0.495667027216</c:v>
                </c:pt>
                <c:pt idx="155">
                  <c:v>0.506474931344</c:v>
                </c:pt>
                <c:pt idx="156">
                  <c:v>0.505360519701</c:v>
                </c:pt>
                <c:pt idx="157">
                  <c:v>0.496838208311</c:v>
                </c:pt>
                <c:pt idx="158">
                  <c:v>0.496939319937</c:v>
                </c:pt>
                <c:pt idx="159">
                  <c:v>0.492201701702</c:v>
                </c:pt>
                <c:pt idx="160">
                  <c:v>0.491741535806</c:v>
                </c:pt>
                <c:pt idx="161">
                  <c:v>0.49819155203</c:v>
                </c:pt>
                <c:pt idx="162">
                  <c:v>0.498718663208</c:v>
                </c:pt>
                <c:pt idx="163">
                  <c:v>0.502223183528</c:v>
                </c:pt>
                <c:pt idx="164">
                  <c:v>0.503235236598</c:v>
                </c:pt>
                <c:pt idx="165">
                  <c:v>0.50101074555</c:v>
                </c:pt>
                <c:pt idx="166">
                  <c:v>0.497117626821</c:v>
                </c:pt>
                <c:pt idx="167">
                  <c:v>0.495736142626</c:v>
                </c:pt>
                <c:pt idx="168">
                  <c:v>0.491243128562</c:v>
                </c:pt>
                <c:pt idx="169">
                  <c:v>0.492301642388</c:v>
                </c:pt>
                <c:pt idx="170">
                  <c:v>0.494847205268</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0.5</c:v>
                </c:pt>
                <c:pt idx="495">
                  <c:v>0.505149926163</c:v>
                </c:pt>
                <c:pt idx="496">
                  <c:v>0.498749138748</c:v>
                </c:pt>
                <c:pt idx="497">
                  <c:v>0.491603292351</c:v>
                </c:pt>
                <c:pt idx="498">
                  <c:v>0.486585610355</c:v>
                </c:pt>
                <c:pt idx="499">
                  <c:v>0.489671965993</c:v>
                </c:pt>
                <c:pt idx="500">
                  <c:v>0.48672729168</c:v>
                </c:pt>
                <c:pt idx="501">
                  <c:v>0.492616970839</c:v>
                </c:pt>
                <c:pt idx="502">
                  <c:v>0.49374607941</c:v>
                </c:pt>
                <c:pt idx="503">
                  <c:v>0.487455315128</c:v>
                </c:pt>
                <c:pt idx="504">
                  <c:v>0.489765801042</c:v>
                </c:pt>
                <c:pt idx="505">
                  <c:v>0.495256487051</c:v>
                </c:pt>
                <c:pt idx="506">
                  <c:v>0.49604901551</c:v>
                </c:pt>
                <c:pt idx="507">
                  <c:v>0.490695426246</c:v>
                </c:pt>
                <c:pt idx="508">
                  <c:v>0.489362872961</c:v>
                </c:pt>
                <c:pt idx="509">
                  <c:v>0.485635732054</c:v>
                </c:pt>
                <c:pt idx="510">
                  <c:v>0.485635732054</c:v>
                </c:pt>
                <c:pt idx="511">
                  <c:v>0.482730649605</c:v>
                </c:pt>
                <c:pt idx="512">
                  <c:v>0.481943197021</c:v>
                </c:pt>
                <c:pt idx="513">
                  <c:v>0.478882374734</c:v>
                </c:pt>
                <c:pt idx="514">
                  <c:v>0.4816577761</c:v>
                </c:pt>
                <c:pt idx="515">
                  <c:v>0.482776893532</c:v>
                </c:pt>
                <c:pt idx="516">
                  <c:v>0.474698259108</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3"/>
          <c:order val="3"/>
          <c:tx>
            <c:strRef>
              <c:f>GLD</c:f>
              <c:strCache>
                <c:ptCount val="1"/>
                <c:pt idx="0">
                  <c:v>GLD</c:v>
                </c:pt>
              </c:strCache>
            </c:strRef>
          </c:tx>
          <c:spPr>
            <a:solidFill>
              <a:srgbClr val="C2A04A"/>
            </a:solidFill>
            <a:ln w="0">
              <a:noFill/>
            </a:ln>
          </c:spPr>
          <c:dLbls>
            <c:delete val="1"/>
          </c:dLbls>
          <c:cat>
            <c:strRef>
              <c:f>'Chart Data'!$G$2:$G$1734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Data'!$H$2:$H$1734</c:f>
              <c:numCache>
                <c:formatCode>0%</c:formatCode>
                <c:ptCount val="1733"/>
                <c:pt idx="0">
                  <c:v>0.5</c:v>
                </c:pt>
                <c:pt idx="1">
                  <c:v>0.501656757154</c:v>
                </c:pt>
                <c:pt idx="2">
                  <c:v>0.503342523976</c:v>
                </c:pt>
                <c:pt idx="3">
                  <c:v>0.500131248039</c:v>
                </c:pt>
                <c:pt idx="4">
                  <c:v>0.497024940279</c:v>
                </c:pt>
                <c:pt idx="5">
                  <c:v>0.499247368585</c:v>
                </c:pt>
                <c:pt idx="6">
                  <c:v>0.495672205135</c:v>
                </c:pt>
                <c:pt idx="7">
                  <c:v>0.495830697384</c:v>
                </c:pt>
                <c:pt idx="8">
                  <c:v>0.496720611869</c:v>
                </c:pt>
                <c:pt idx="9">
                  <c:v>0.494257208747</c:v>
                </c:pt>
                <c:pt idx="10">
                  <c:v>0.493941221364</c:v>
                </c:pt>
                <c:pt idx="11">
                  <c:v>0.493941221364</c:v>
                </c:pt>
                <c:pt idx="12">
                  <c:v>0.494703891868</c:v>
                </c:pt>
                <c:pt idx="13">
                  <c:v>0.494758822131</c:v>
                </c:pt>
                <c:pt idx="14">
                  <c:v>0.49503361712</c:v>
                </c:pt>
                <c:pt idx="15">
                  <c:v>0.49872384313</c:v>
                </c:pt>
                <c:pt idx="16">
                  <c:v>0.504464054236</c:v>
                </c:pt>
                <c:pt idx="17">
                  <c:v>0.499616303069</c:v>
                </c:pt>
                <c:pt idx="18">
                  <c:v>0.50117375233</c:v>
                </c:pt>
                <c:pt idx="19">
                  <c:v>0.500380489762</c:v>
                </c:pt>
                <c:pt idx="20">
                  <c:v>0.506405318546</c:v>
                </c:pt>
                <c:pt idx="21">
                  <c:v>0.502926140201</c:v>
                </c:pt>
                <c:pt idx="22">
                  <c:v>0.5</c:v>
                </c:pt>
                <c:pt idx="23">
                  <c:v>0.503055784864</c:v>
                </c:pt>
                <c:pt idx="24">
                  <c:v>0.503275075338</c:v>
                </c:pt>
                <c:pt idx="25">
                  <c:v>0.500835546901</c:v>
                </c:pt>
                <c:pt idx="26">
                  <c:v>0.500786034668</c:v>
                </c:pt>
                <c:pt idx="27">
                  <c:v>0.501187255294</c:v>
                </c:pt>
                <c:pt idx="28">
                  <c:v>0.502253844037</c:v>
                </c:pt>
                <c:pt idx="29">
                  <c:v>0.502715811914</c:v>
                </c:pt>
                <c:pt idx="30">
                  <c:v>0.502666306311</c:v>
                </c:pt>
                <c:pt idx="31">
                  <c:v>0.502666306311</c:v>
                </c:pt>
                <c:pt idx="32">
                  <c:v>0.504144236909</c:v>
                </c:pt>
                <c:pt idx="33">
                  <c:v>0.505614813788</c:v>
                </c:pt>
                <c:pt idx="34">
                  <c:v>0.504683261572</c:v>
                </c:pt>
                <c:pt idx="35">
                  <c:v>0.506087180284</c:v>
                </c:pt>
                <c:pt idx="36">
                  <c:v>0.504619104702</c:v>
                </c:pt>
                <c:pt idx="37">
                  <c:v>0.4987825959</c:v>
                </c:pt>
                <c:pt idx="38">
                  <c:v>0.501200495223</c:v>
                </c:pt>
                <c:pt idx="39">
                  <c:v>0.498551605469</c:v>
                </c:pt>
                <c:pt idx="40">
                  <c:v>0.483680352534</c:v>
                </c:pt>
                <c:pt idx="41">
                  <c:v>0.486901506261</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0.5</c:v>
                </c:pt>
                <c:pt idx="65">
                  <c:v>0.500637303346</c:v>
                </c:pt>
                <c:pt idx="66">
                  <c:v>0.508123625915</c:v>
                </c:pt>
                <c:pt idx="67">
                  <c:v>0.509412907348</c:v>
                </c:pt>
                <c:pt idx="68">
                  <c:v>0.509001765916</c:v>
                </c:pt>
                <c:pt idx="69">
                  <c:v>0.514991348866</c:v>
                </c:pt>
                <c:pt idx="70">
                  <c:v>0.521524167736</c:v>
                </c:pt>
                <c:pt idx="71">
                  <c:v>0.523540467507</c:v>
                </c:pt>
                <c:pt idx="72">
                  <c:v>0.515737799684</c:v>
                </c:pt>
                <c:pt idx="73">
                  <c:v>0.512700716944</c:v>
                </c:pt>
                <c:pt idx="74">
                  <c:v>0.51117336388</c:v>
                </c:pt>
                <c:pt idx="75">
                  <c:v>0.510945565421</c:v>
                </c:pt>
                <c:pt idx="76">
                  <c:v>0.506106457816</c:v>
                </c:pt>
                <c:pt idx="77">
                  <c:v>0.513540877953</c:v>
                </c:pt>
                <c:pt idx="78">
                  <c:v>0.514692552683</c:v>
                </c:pt>
                <c:pt idx="79">
                  <c:v>0.513034242486</c:v>
                </c:pt>
                <c:pt idx="80">
                  <c:v>0.51606334365</c:v>
                </c:pt>
                <c:pt idx="81">
                  <c:v>0.512088600177</c:v>
                </c:pt>
                <c:pt idx="82">
                  <c:v>0.514766850035</c:v>
                </c:pt>
                <c:pt idx="83">
                  <c:v>0.513133686071</c:v>
                </c:pt>
                <c:pt idx="84">
                  <c:v>0.512540411759</c:v>
                </c:pt>
                <c:pt idx="85">
                  <c:v>0.514592370021</c:v>
                </c:pt>
                <c:pt idx="86">
                  <c:v>0.5</c:v>
                </c:pt>
                <c:pt idx="87">
                  <c:v>0.500831989923</c:v>
                </c:pt>
                <c:pt idx="88">
                  <c:v>0.500498425541</c:v>
                </c:pt>
                <c:pt idx="89">
                  <c:v>0.502263014449</c:v>
                </c:pt>
                <c:pt idx="90">
                  <c:v>0.50265874846</c:v>
                </c:pt>
                <c:pt idx="91">
                  <c:v>0.501076204572</c:v>
                </c:pt>
                <c:pt idx="92">
                  <c:v>0.501727359192</c:v>
                </c:pt>
                <c:pt idx="93">
                  <c:v>0.50149517414</c:v>
                </c:pt>
                <c:pt idx="94">
                  <c:v>0.503546064834</c:v>
                </c:pt>
                <c:pt idx="95">
                  <c:v>0.507197103588</c:v>
                </c:pt>
                <c:pt idx="96">
                  <c:v>0.508664246561</c:v>
                </c:pt>
                <c:pt idx="97">
                  <c:v>0.508509631035</c:v>
                </c:pt>
                <c:pt idx="98">
                  <c:v>0.504215942772</c:v>
                </c:pt>
                <c:pt idx="99">
                  <c:v>0.504191195608</c:v>
                </c:pt>
                <c:pt idx="100">
                  <c:v>0.503987224307</c:v>
                </c:pt>
                <c:pt idx="101">
                  <c:v>0.504896940961</c:v>
                </c:pt>
                <c:pt idx="102">
                  <c:v>0.506654691865</c:v>
                </c:pt>
                <c:pt idx="103">
                  <c:v>0.506708485542</c:v>
                </c:pt>
                <c:pt idx="104">
                  <c:v>0.509544867628</c:v>
                </c:pt>
                <c:pt idx="105">
                  <c:v>0.5</c:v>
                </c:pt>
                <c:pt idx="106">
                  <c:v>0.498691021184</c:v>
                </c:pt>
                <c:pt idx="107">
                  <c:v>0.504954858022</c:v>
                </c:pt>
                <c:pt idx="108">
                  <c:v>0.501621252318</c:v>
                </c:pt>
                <c:pt idx="109">
                  <c:v>0.503353231592</c:v>
                </c:pt>
                <c:pt idx="110">
                  <c:v>0.50292862604</c:v>
                </c:pt>
                <c:pt idx="111">
                  <c:v>0.502804727525</c:v>
                </c:pt>
                <c:pt idx="112">
                  <c:v>0.496313496188</c:v>
                </c:pt>
                <c:pt idx="113">
                  <c:v>0.49908942603</c:v>
                </c:pt>
                <c:pt idx="114">
                  <c:v>0.49850456079</c:v>
                </c:pt>
                <c:pt idx="115">
                  <c:v>0.502244403022</c:v>
                </c:pt>
                <c:pt idx="116">
                  <c:v>0.501691837773</c:v>
                </c:pt>
                <c:pt idx="117">
                  <c:v>0.498566179312</c:v>
                </c:pt>
                <c:pt idx="118">
                  <c:v>0.501109059232</c:v>
                </c:pt>
                <c:pt idx="119">
                  <c:v>0.502688513435</c:v>
                </c:pt>
                <c:pt idx="120">
                  <c:v>0.506498718047</c:v>
                </c:pt>
                <c:pt idx="121">
                  <c:v>0.502959555891</c:v>
                </c:pt>
                <c:pt idx="122">
                  <c:v>0.502089332663</c:v>
                </c:pt>
                <c:pt idx="123">
                  <c:v>0.50054097446</c:v>
                </c:pt>
                <c:pt idx="124">
                  <c:v>0.501464036892</c:v>
                </c:pt>
                <c:pt idx="125">
                  <c:v>0.50378880912</c:v>
                </c:pt>
                <c:pt idx="126">
                  <c:v>0.503151936912</c:v>
                </c:pt>
                <c:pt idx="127">
                  <c:v>0.5</c:v>
                </c:pt>
                <c:pt idx="128">
                  <c:v>0.5</c:v>
                </c:pt>
                <c:pt idx="129">
                  <c:v>0.502518628156</c:v>
                </c:pt>
                <c:pt idx="130">
                  <c:v>0.500601824821</c:v>
                </c:pt>
                <c:pt idx="131">
                  <c:v>0.503150500786</c:v>
                </c:pt>
                <c:pt idx="132">
                  <c:v>0.49852433882</c:v>
                </c:pt>
                <c:pt idx="133">
                  <c:v>0.499134377232</c:v>
                </c:pt>
                <c:pt idx="134">
                  <c:v>0.498619197752</c:v>
                </c:pt>
                <c:pt idx="135">
                  <c:v>0.499422992014</c:v>
                </c:pt>
                <c:pt idx="136">
                  <c:v>0.500812778455</c:v>
                </c:pt>
                <c:pt idx="137">
                  <c:v>0.49725416594</c:v>
                </c:pt>
                <c:pt idx="138">
                  <c:v>0.499829467683</c:v>
                </c:pt>
                <c:pt idx="139">
                  <c:v>0.500417653944</c:v>
                </c:pt>
                <c:pt idx="140">
                  <c:v>0.503262933116</c:v>
                </c:pt>
                <c:pt idx="141">
                  <c:v>0.506288561656</c:v>
                </c:pt>
                <c:pt idx="142">
                  <c:v>0.505581793889</c:v>
                </c:pt>
                <c:pt idx="143">
                  <c:v>0.507731761022</c:v>
                </c:pt>
                <c:pt idx="144">
                  <c:v>0.513549073623</c:v>
                </c:pt>
                <c:pt idx="145">
                  <c:v>0.513901625657</c:v>
                </c:pt>
                <c:pt idx="146">
                  <c:v>0.516196309455</c:v>
                </c:pt>
                <c:pt idx="147">
                  <c:v>0.512700466721</c:v>
                </c:pt>
                <c:pt idx="148">
                  <c:v>0.51512105885</c:v>
                </c:pt>
                <c:pt idx="149">
                  <c:v>0.5166642742</c:v>
                </c:pt>
                <c:pt idx="150">
                  <c:v>0.5</c:v>
                </c:pt>
                <c:pt idx="151">
                  <c:v>0.504505293179</c:v>
                </c:pt>
                <c:pt idx="152">
                  <c:v>0.506409178161</c:v>
                </c:pt>
                <c:pt idx="153">
                  <c:v>0.504078299333</c:v>
                </c:pt>
                <c:pt idx="154">
                  <c:v>0.504332972784</c:v>
                </c:pt>
                <c:pt idx="155">
                  <c:v>0.493525068656</c:v>
                </c:pt>
                <c:pt idx="156">
                  <c:v>0.494639480299</c:v>
                </c:pt>
                <c:pt idx="157">
                  <c:v>0.503161791689</c:v>
                </c:pt>
                <c:pt idx="158">
                  <c:v>0.503060680063</c:v>
                </c:pt>
                <c:pt idx="159">
                  <c:v>0.507798298298</c:v>
                </c:pt>
                <c:pt idx="160">
                  <c:v>0.508258464194</c:v>
                </c:pt>
                <c:pt idx="161">
                  <c:v>0.50180844797</c:v>
                </c:pt>
                <c:pt idx="162">
                  <c:v>0.501281336792</c:v>
                </c:pt>
                <c:pt idx="163">
                  <c:v>0.497776816472</c:v>
                </c:pt>
                <c:pt idx="164">
                  <c:v>0.496764763402</c:v>
                </c:pt>
                <c:pt idx="165">
                  <c:v>0.49898925445</c:v>
                </c:pt>
                <c:pt idx="166">
                  <c:v>0.502882373179</c:v>
                </c:pt>
                <c:pt idx="167">
                  <c:v>0.504263857374</c:v>
                </c:pt>
                <c:pt idx="168">
                  <c:v>0.508756871438</c:v>
                </c:pt>
                <c:pt idx="169">
                  <c:v>0.507698357612</c:v>
                </c:pt>
                <c:pt idx="170">
                  <c:v>0.505152794732</c:v>
                </c:pt>
                <c:pt idx="171">
                  <c:v>0.5</c:v>
                </c:pt>
                <c:pt idx="172">
                  <c:v>0.506720395791</c:v>
                </c:pt>
                <c:pt idx="173">
                  <c:v>0.509458369363</c:v>
                </c:pt>
                <c:pt idx="174">
                  <c:v>0.509458369363</c:v>
                </c:pt>
                <c:pt idx="175">
                  <c:v>0.515897703187</c:v>
                </c:pt>
                <c:pt idx="176">
                  <c:v>0.513426469693</c:v>
                </c:pt>
                <c:pt idx="177">
                  <c:v>0.516995121628</c:v>
                </c:pt>
                <c:pt idx="178">
                  <c:v>0.516854320171</c:v>
                </c:pt>
                <c:pt idx="179">
                  <c:v>0.515549786713</c:v>
                </c:pt>
                <c:pt idx="180">
                  <c:v>0.513692556485</c:v>
                </c:pt>
                <c:pt idx="181">
                  <c:v>0.515392825157</c:v>
                </c:pt>
                <c:pt idx="182">
                  <c:v>0.516224314219</c:v>
                </c:pt>
                <c:pt idx="183">
                  <c:v>0.519442731513</c:v>
                </c:pt>
                <c:pt idx="184">
                  <c:v>0.517170887569</c:v>
                </c:pt>
                <c:pt idx="185">
                  <c:v>0.513426640698</c:v>
                </c:pt>
                <c:pt idx="186">
                  <c:v>0.5138315378</c:v>
                </c:pt>
                <c:pt idx="187">
                  <c:v>0.514093821769</c:v>
                </c:pt>
                <c:pt idx="188">
                  <c:v>0.509373549519</c:v>
                </c:pt>
                <c:pt idx="189">
                  <c:v>0.507758324614</c:v>
                </c:pt>
                <c:pt idx="190">
                  <c:v>0.511221633111</c:v>
                </c:pt>
                <c:pt idx="191">
                  <c:v>0.507828685878</c:v>
                </c:pt>
                <c:pt idx="192">
                  <c:v>0.50844890946</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0.5</c:v>
                </c:pt>
                <c:pt idx="604">
                  <c:v>0.499762075953</c:v>
                </c:pt>
                <c:pt idx="605">
                  <c:v>0.50729322104</c:v>
                </c:pt>
                <c:pt idx="606">
                  <c:v>0.507085616424</c:v>
                </c:pt>
                <c:pt idx="607">
                  <c:v>0.503291084889</c:v>
                </c:pt>
                <c:pt idx="608">
                  <c:v>0.498225098454</c:v>
                </c:pt>
                <c:pt idx="609">
                  <c:v>0.493273620894</c:v>
                </c:pt>
                <c:pt idx="610">
                  <c:v>0.491854312682</c:v>
                </c:pt>
                <c:pt idx="611">
                  <c:v>0.492234070688</c:v>
                </c:pt>
                <c:pt idx="612">
                  <c:v>0.498189791421</c:v>
                </c:pt>
                <c:pt idx="613">
                  <c:v>0.49877636423</c:v>
                </c:pt>
                <c:pt idx="614">
                  <c:v>0.49829030875</c:v>
                </c:pt>
                <c:pt idx="615">
                  <c:v>0.498003197613</c:v>
                </c:pt>
                <c:pt idx="616">
                  <c:v>0.499876614931</c:v>
                </c:pt>
                <c:pt idx="617">
                  <c:v>0.496795574784</c:v>
                </c:pt>
                <c:pt idx="618">
                  <c:v>0.493353172494</c:v>
                </c:pt>
                <c:pt idx="619">
                  <c:v>0.490157712594</c:v>
                </c:pt>
                <c:pt idx="620">
                  <c:v>0.490157712594</c:v>
                </c:pt>
                <c:pt idx="621">
                  <c:v>0.489714213807</c:v>
                </c:pt>
                <c:pt idx="622">
                  <c:v>0.489641150155</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0.5</c:v>
                </c:pt>
                <c:pt idx="797">
                  <c:v>0.493976321673</c:v>
                </c:pt>
                <c:pt idx="798">
                  <c:v>0.496764917481</c:v>
                </c:pt>
                <c:pt idx="799">
                  <c:v>0.497665746777</c:v>
                </c:pt>
                <c:pt idx="800">
                  <c:v>0.49658342823</c:v>
                </c:pt>
                <c:pt idx="801">
                  <c:v>0.496846764226</c:v>
                </c:pt>
                <c:pt idx="802">
                  <c:v>0.497081965006</c:v>
                </c:pt>
                <c:pt idx="803">
                  <c:v>0.499147798304</c:v>
                </c:pt>
                <c:pt idx="804">
                  <c:v>0.499416422554</c:v>
                </c:pt>
                <c:pt idx="805">
                  <c:v>0.499865434898</c:v>
                </c:pt>
                <c:pt idx="806">
                  <c:v>0.499006534048</c:v>
                </c:pt>
                <c:pt idx="807">
                  <c:v>0.499663259791</c:v>
                </c:pt>
                <c:pt idx="808">
                  <c:v>0.5000439963</c:v>
                </c:pt>
                <c:pt idx="809">
                  <c:v>0.499508544248</c:v>
                </c:pt>
                <c:pt idx="810">
                  <c:v>0.499581144359</c:v>
                </c:pt>
                <c:pt idx="811">
                  <c:v>0.4998224446</c:v>
                </c:pt>
                <c:pt idx="812">
                  <c:v>0.49850739529</c:v>
                </c:pt>
                <c:pt idx="813">
                  <c:v>0.502570761439</c:v>
                </c:pt>
                <c:pt idx="814">
                  <c:v>0.503210631669</c:v>
                </c:pt>
                <c:pt idx="815">
                  <c:v>0.505142073604</c:v>
                </c:pt>
                <c:pt idx="816">
                  <c:v>0.5</c:v>
                </c:pt>
                <c:pt idx="817">
                  <c:v>0.503517690844</c:v>
                </c:pt>
                <c:pt idx="818">
                  <c:v>0.500772912016</c:v>
                </c:pt>
                <c:pt idx="819">
                  <c:v>0.496435567708</c:v>
                </c:pt>
                <c:pt idx="820">
                  <c:v>0.499432389599</c:v>
                </c:pt>
                <c:pt idx="821">
                  <c:v>0.502502835524</c:v>
                </c:pt>
                <c:pt idx="822">
                  <c:v>0.51112146642</c:v>
                </c:pt>
                <c:pt idx="823">
                  <c:v>0.518713798483</c:v>
                </c:pt>
                <c:pt idx="824">
                  <c:v>0.517235748612</c:v>
                </c:pt>
                <c:pt idx="825">
                  <c:v>0.516088038737</c:v>
                </c:pt>
                <c:pt idx="826">
                  <c:v>0.518399692096</c:v>
                </c:pt>
                <c:pt idx="827">
                  <c:v>0.522666577173</c:v>
                </c:pt>
                <c:pt idx="828">
                  <c:v>0.524800152383</c:v>
                </c:pt>
                <c:pt idx="829">
                  <c:v>0.516922043297</c:v>
                </c:pt>
                <c:pt idx="830">
                  <c:v>0.516933075903</c:v>
                </c:pt>
                <c:pt idx="831">
                  <c:v>0.519242125187</c:v>
                </c:pt>
                <c:pt idx="832">
                  <c:v>0.516407210923</c:v>
                </c:pt>
                <c:pt idx="833">
                  <c:v>0.513237957438</c:v>
                </c:pt>
                <c:pt idx="834">
                  <c:v>0.513169875677</c:v>
                </c:pt>
                <c:pt idx="835">
                  <c:v>0.511090890243</c:v>
                </c:pt>
                <c:pt idx="836">
                  <c:v>0.514218479962</c:v>
                </c:pt>
                <c:pt idx="837">
                  <c:v>0.513051399178</c:v>
                </c:pt>
                <c:pt idx="838">
                  <c:v>0.513678818642</c:v>
                </c:pt>
                <c:pt idx="839">
                  <c:v>0.5</c:v>
                </c:pt>
                <c:pt idx="840">
                  <c:v>0.500455858219</c:v>
                </c:pt>
                <c:pt idx="841">
                  <c:v>0.497692646015</c:v>
                </c:pt>
                <c:pt idx="842">
                  <c:v>0.495579422325</c:v>
                </c:pt>
                <c:pt idx="843">
                  <c:v>0.497087361466</c:v>
                </c:pt>
                <c:pt idx="844">
                  <c:v>0.49932674186</c:v>
                </c:pt>
                <c:pt idx="845">
                  <c:v>0.499384171372</c:v>
                </c:pt>
                <c:pt idx="846">
                  <c:v>0.495528513629</c:v>
                </c:pt>
                <c:pt idx="847">
                  <c:v>0.493517349717</c:v>
                </c:pt>
                <c:pt idx="848">
                  <c:v>0.494322571576</c:v>
                </c:pt>
                <c:pt idx="849">
                  <c:v>0.493167489521</c:v>
                </c:pt>
                <c:pt idx="850">
                  <c:v>0.49551784318</c:v>
                </c:pt>
                <c:pt idx="851">
                  <c:v>0.492839830707</c:v>
                </c:pt>
                <c:pt idx="852">
                  <c:v>0.493337733658</c:v>
                </c:pt>
                <c:pt idx="853">
                  <c:v>0.498605978336</c:v>
                </c:pt>
                <c:pt idx="854">
                  <c:v>0.498304096383</c:v>
                </c:pt>
                <c:pt idx="855">
                  <c:v>0.493389910643</c:v>
                </c:pt>
                <c:pt idx="856">
                  <c:v>0.491333267882</c:v>
                </c:pt>
                <c:pt idx="857">
                  <c:v>0.490460801743</c:v>
                </c:pt>
                <c:pt idx="858">
                  <c:v>0.498063565908</c:v>
                </c:pt>
                <c:pt idx="859">
                  <c:v>0.5</c:v>
                </c:pt>
                <c:pt idx="860">
                  <c:v>0.49972611327</c:v>
                </c:pt>
                <c:pt idx="861">
                  <c:v>0.492749605921</c:v>
                </c:pt>
                <c:pt idx="862">
                  <c:v>0.493056082535</c:v>
                </c:pt>
                <c:pt idx="863">
                  <c:v>0.496410602562</c:v>
                </c:pt>
                <c:pt idx="864">
                  <c:v>0.495899002848</c:v>
                </c:pt>
                <c:pt idx="865">
                  <c:v>0.494980980391</c:v>
                </c:pt>
                <c:pt idx="866">
                  <c:v>0.497201793924</c:v>
                </c:pt>
                <c:pt idx="867">
                  <c:v>0.493491591804</c:v>
                </c:pt>
                <c:pt idx="868">
                  <c:v>0.492047125391</c:v>
                </c:pt>
                <c:pt idx="869">
                  <c:v>0.489943476379</c:v>
                </c:pt>
                <c:pt idx="870">
                  <c:v>0.487865746072</c:v>
                </c:pt>
                <c:pt idx="871">
                  <c:v>0.490172202847</c:v>
                </c:pt>
                <c:pt idx="872">
                  <c:v>0.487632659999</c:v>
                </c:pt>
                <c:pt idx="873">
                  <c:v>0.491491760944</c:v>
                </c:pt>
                <c:pt idx="874">
                  <c:v>0.490926187343</c:v>
                </c:pt>
                <c:pt idx="875">
                  <c:v>0.489034151054</c:v>
                </c:pt>
                <c:pt idx="876">
                  <c:v>0.485979654233</c:v>
                </c:pt>
                <c:pt idx="877">
                  <c:v>0.485979654233</c:v>
                </c:pt>
                <c:pt idx="878">
                  <c:v>0.490267085687</c:v>
                </c:pt>
                <c:pt idx="879">
                  <c:v>0.492691422922</c:v>
                </c:pt>
                <c:pt idx="880">
                  <c:v>0.490387061892</c:v>
                </c:pt>
                <c:pt idx="881">
                  <c:v>0.482529428276</c:v>
                </c:pt>
                <c:pt idx="882">
                  <c:v>0.5</c:v>
                </c:pt>
                <c:pt idx="883">
                  <c:v>0.499730614488</c:v>
                </c:pt>
                <c:pt idx="884">
                  <c:v>0.497575755141</c:v>
                </c:pt>
                <c:pt idx="885">
                  <c:v>0.499349299092</c:v>
                </c:pt>
                <c:pt idx="886">
                  <c:v>0.498229147507</c:v>
                </c:pt>
                <c:pt idx="887">
                  <c:v>0.49575169009</c:v>
                </c:pt>
                <c:pt idx="888">
                  <c:v>0.49226067064</c:v>
                </c:pt>
                <c:pt idx="889">
                  <c:v>0.492101605407</c:v>
                </c:pt>
                <c:pt idx="890">
                  <c:v>0.490773129222</c:v>
                </c:pt>
                <c:pt idx="891">
                  <c:v>0.491240902574</c:v>
                </c:pt>
                <c:pt idx="892">
                  <c:v>0.491240902574</c:v>
                </c:pt>
                <c:pt idx="893">
                  <c:v>0.489940612505</c:v>
                </c:pt>
                <c:pt idx="894">
                  <c:v>0.490862605461</c:v>
                </c:pt>
                <c:pt idx="895">
                  <c:v>0.48747179231</c:v>
                </c:pt>
                <c:pt idx="896">
                  <c:v>0.490056024722</c:v>
                </c:pt>
                <c:pt idx="897">
                  <c:v>0.491513568617</c:v>
                </c:pt>
                <c:pt idx="898">
                  <c:v>0.487638352468</c:v>
                </c:pt>
                <c:pt idx="899">
                  <c:v>0.486935202595</c:v>
                </c:pt>
                <c:pt idx="900">
                  <c:v>0.485684646677</c:v>
                </c:pt>
                <c:pt idx="901">
                  <c:v>0.484413165039</c:v>
                </c:pt>
                <c:pt idx="902">
                  <c:v>0.484406058769</c:v>
                </c:pt>
                <c:pt idx="903">
                  <c:v>0.484406058769</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0.5</c:v>
                </c:pt>
                <c:pt idx="950">
                  <c:v>0.501035691378</c:v>
                </c:pt>
                <c:pt idx="951">
                  <c:v>0.50074371528</c:v>
                </c:pt>
                <c:pt idx="952">
                  <c:v>0.499567801569</c:v>
                </c:pt>
                <c:pt idx="953">
                  <c:v>0.499650477835</c:v>
                </c:pt>
                <c:pt idx="954">
                  <c:v>0.49878099369</c:v>
                </c:pt>
                <c:pt idx="955">
                  <c:v>0.496761679903</c:v>
                </c:pt>
                <c:pt idx="956">
                  <c:v>0.501437534494</c:v>
                </c:pt>
                <c:pt idx="957">
                  <c:v>0.50275853404</c:v>
                </c:pt>
                <c:pt idx="958">
                  <c:v>0.503040481957</c:v>
                </c:pt>
                <c:pt idx="959">
                  <c:v>0.505530546693</c:v>
                </c:pt>
                <c:pt idx="960">
                  <c:v>0.507878072208</c:v>
                </c:pt>
                <c:pt idx="961">
                  <c:v>0.509239443628</c:v>
                </c:pt>
                <c:pt idx="962">
                  <c:v>0.506900002298</c:v>
                </c:pt>
                <c:pt idx="963">
                  <c:v>0.508593906303</c:v>
                </c:pt>
                <c:pt idx="964">
                  <c:v>0.505383801057</c:v>
                </c:pt>
                <c:pt idx="965">
                  <c:v>0.502686411961</c:v>
                </c:pt>
                <c:pt idx="966">
                  <c:v>0.50071174005</c:v>
                </c:pt>
                <c:pt idx="967">
                  <c:v>0.498172687557</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0.5</c:v>
                </c:pt>
                <c:pt idx="1033">
                  <c:v>0.501057593663</c:v>
                </c:pt>
                <c:pt idx="1034">
                  <c:v>0.500755048992</c:v>
                </c:pt>
                <c:pt idx="1035">
                  <c:v>0.495249681676</c:v>
                </c:pt>
                <c:pt idx="1036">
                  <c:v>0.495709019459</c:v>
                </c:pt>
                <c:pt idx="1037">
                  <c:v>0.493726706861</c:v>
                </c:pt>
                <c:pt idx="1038">
                  <c:v>0.494329646523</c:v>
                </c:pt>
                <c:pt idx="1039">
                  <c:v>0.496592974534</c:v>
                </c:pt>
                <c:pt idx="1040">
                  <c:v>0.496592974534</c:v>
                </c:pt>
                <c:pt idx="1041">
                  <c:v>0.495129169673</c:v>
                </c:pt>
                <c:pt idx="1042">
                  <c:v>0.493753605636</c:v>
                </c:pt>
                <c:pt idx="1043">
                  <c:v>0.493590051833</c:v>
                </c:pt>
                <c:pt idx="1044">
                  <c:v>0.491239408941</c:v>
                </c:pt>
                <c:pt idx="1045">
                  <c:v>0.489765635606</c:v>
                </c:pt>
                <c:pt idx="1046">
                  <c:v>0.49001034705</c:v>
                </c:pt>
                <c:pt idx="1047">
                  <c:v>0.487668117751</c:v>
                </c:pt>
                <c:pt idx="1048">
                  <c:v>0.487302852243</c:v>
                </c:pt>
                <c:pt idx="1049">
                  <c:v>0.487446809735</c:v>
                </c:pt>
                <c:pt idx="1050">
                  <c:v>0.487233338617</c:v>
                </c:pt>
                <c:pt idx="1051">
                  <c:v>0.487771310585</c:v>
                </c:pt>
                <c:pt idx="1052">
                  <c:v>0.491696976506</c:v>
                </c:pt>
                <c:pt idx="1053">
                  <c:v>0.491033097303</c:v>
                </c:pt>
                <c:pt idx="1054">
                  <c:v>0.5</c:v>
                </c:pt>
                <c:pt idx="1055">
                  <c:v>0.499529630155</c:v>
                </c:pt>
                <c:pt idx="1056">
                  <c:v>0.500107630362</c:v>
                </c:pt>
                <c:pt idx="1057">
                  <c:v>0.497964894481</c:v>
                </c:pt>
                <c:pt idx="1058">
                  <c:v>0.49762893477</c:v>
                </c:pt>
                <c:pt idx="1059">
                  <c:v>0.495217468339</c:v>
                </c:pt>
                <c:pt idx="1060">
                  <c:v>0.494673414111</c:v>
                </c:pt>
                <c:pt idx="1061">
                  <c:v>0.494669460802</c:v>
                </c:pt>
                <c:pt idx="1062">
                  <c:v>0.492259152658</c:v>
                </c:pt>
                <c:pt idx="1063">
                  <c:v>0.492215464853</c:v>
                </c:pt>
                <c:pt idx="1064">
                  <c:v>0.494377161667</c:v>
                </c:pt>
                <c:pt idx="1065">
                  <c:v>0.494377161667</c:v>
                </c:pt>
                <c:pt idx="1066">
                  <c:v>0.497268584724</c:v>
                </c:pt>
                <c:pt idx="1067">
                  <c:v>0.497055543963</c:v>
                </c:pt>
                <c:pt idx="1068">
                  <c:v>0.492041797358</c:v>
                </c:pt>
                <c:pt idx="1069">
                  <c:v>0.49327805121</c:v>
                </c:pt>
                <c:pt idx="1070">
                  <c:v>0.493638015204</c:v>
                </c:pt>
                <c:pt idx="1071">
                  <c:v>0.492908312684</c:v>
                </c:pt>
                <c:pt idx="1072">
                  <c:v>0.493690527456</c:v>
                </c:pt>
                <c:pt idx="1073">
                  <c:v>0.494077626357</c:v>
                </c:pt>
                <c:pt idx="1074">
                  <c:v>0.496424830389</c:v>
                </c:pt>
                <c:pt idx="1075">
                  <c:v>0.5</c:v>
                </c:pt>
                <c:pt idx="1076">
                  <c:v>0.504011529459</c:v>
                </c:pt>
                <c:pt idx="1077">
                  <c:v>0.504793368366</c:v>
                </c:pt>
                <c:pt idx="1078">
                  <c:v>0.503740995576</c:v>
                </c:pt>
                <c:pt idx="1079">
                  <c:v>0.507349842234</c:v>
                </c:pt>
                <c:pt idx="1080">
                  <c:v>0.508023101474</c:v>
                </c:pt>
                <c:pt idx="1081">
                  <c:v>0.502598541828</c:v>
                </c:pt>
                <c:pt idx="1082">
                  <c:v>0.504736382766</c:v>
                </c:pt>
                <c:pt idx="1083">
                  <c:v>0.504185126403</c:v>
                </c:pt>
                <c:pt idx="1084">
                  <c:v>0.505107742974</c:v>
                </c:pt>
                <c:pt idx="1085">
                  <c:v>0.504026700721</c:v>
                </c:pt>
                <c:pt idx="1086">
                  <c:v>0.502353707971</c:v>
                </c:pt>
                <c:pt idx="1087">
                  <c:v>0.503012349634</c:v>
                </c:pt>
                <c:pt idx="1088">
                  <c:v>0.501927762576</c:v>
                </c:pt>
                <c:pt idx="1089">
                  <c:v>0.500388866458</c:v>
                </c:pt>
                <c:pt idx="1090">
                  <c:v>0.501877878287</c:v>
                </c:pt>
                <c:pt idx="1091">
                  <c:v>0.503147154036</c:v>
                </c:pt>
                <c:pt idx="1092">
                  <c:v>0.502858656452</c:v>
                </c:pt>
                <c:pt idx="1093">
                  <c:v>0.506110543228</c:v>
                </c:pt>
                <c:pt idx="1094">
                  <c:v>0.509084230488</c:v>
                </c:pt>
                <c:pt idx="1095">
                  <c:v>0.5</c:v>
                </c:pt>
                <c:pt idx="1096">
                  <c:v>0.501909067434</c:v>
                </c:pt>
                <c:pt idx="1097">
                  <c:v>0.503541530281</c:v>
                </c:pt>
                <c:pt idx="1098">
                  <c:v>0.505185577214</c:v>
                </c:pt>
                <c:pt idx="1099">
                  <c:v>0.506597853788</c:v>
                </c:pt>
                <c:pt idx="1100">
                  <c:v>0.507679126142</c:v>
                </c:pt>
                <c:pt idx="1101">
                  <c:v>0.507817755211</c:v>
                </c:pt>
                <c:pt idx="1102">
                  <c:v>0.510748802332</c:v>
                </c:pt>
                <c:pt idx="1103">
                  <c:v>0.510891594408</c:v>
                </c:pt>
                <c:pt idx="1104">
                  <c:v>0.518673010977</c:v>
                </c:pt>
                <c:pt idx="1105">
                  <c:v>0.51943358086</c:v>
                </c:pt>
                <c:pt idx="1106">
                  <c:v>0.51906920212</c:v>
                </c:pt>
                <c:pt idx="1107">
                  <c:v>0.520434408089</c:v>
                </c:pt>
                <c:pt idx="1108">
                  <c:v>0.523402018026</c:v>
                </c:pt>
                <c:pt idx="1109">
                  <c:v>0.514869825729</c:v>
                </c:pt>
                <c:pt idx="1110">
                  <c:v>0.51130767049</c:v>
                </c:pt>
                <c:pt idx="1111">
                  <c:v>0.510961046482</c:v>
                </c:pt>
                <c:pt idx="1112">
                  <c:v>0.513397579047</c:v>
                </c:pt>
                <c:pt idx="1113">
                  <c:v>0.511850414121</c:v>
                </c:pt>
                <c:pt idx="1114">
                  <c:v>0.510458990149</c:v>
                </c:pt>
                <c:pt idx="1115">
                  <c:v>0.509416780348</c:v>
                </c:pt>
                <c:pt idx="1116">
                  <c:v>0.512483739077</c:v>
                </c:pt>
                <c:pt idx="1117">
                  <c:v>0.509384758062</c:v>
                </c:pt>
                <c:pt idx="1118">
                  <c:v>0.5</c:v>
                </c:pt>
                <c:pt idx="1119">
                  <c:v>0.500047423128</c:v>
                </c:pt>
                <c:pt idx="1120">
                  <c:v>0.498618956579</c:v>
                </c:pt>
                <c:pt idx="1121">
                  <c:v>0.497858468547</c:v>
                </c:pt>
                <c:pt idx="1122">
                  <c:v>0.500336000349</c:v>
                </c:pt>
                <c:pt idx="1123">
                  <c:v>0.502034055555</c:v>
                </c:pt>
                <c:pt idx="1124">
                  <c:v>0.499184215244</c:v>
                </c:pt>
                <c:pt idx="1125">
                  <c:v>0.500146379448</c:v>
                </c:pt>
                <c:pt idx="1126">
                  <c:v>0.500258923768</c:v>
                </c:pt>
                <c:pt idx="1127">
                  <c:v>0.499798600781</c:v>
                </c:pt>
                <c:pt idx="1128">
                  <c:v>0.503530174298</c:v>
                </c:pt>
                <c:pt idx="1129">
                  <c:v>0.504246245865</c:v>
                </c:pt>
                <c:pt idx="1130">
                  <c:v>0.503266267062</c:v>
                </c:pt>
                <c:pt idx="1131">
                  <c:v>0.499350909269</c:v>
                </c:pt>
                <c:pt idx="1132">
                  <c:v>0.496147262436</c:v>
                </c:pt>
                <c:pt idx="1133">
                  <c:v>0.494730371382</c:v>
                </c:pt>
                <c:pt idx="1134">
                  <c:v>0.494730371382</c:v>
                </c:pt>
                <c:pt idx="1135">
                  <c:v>0.497170105029</c:v>
                </c:pt>
                <c:pt idx="1136">
                  <c:v>0.496590135832</c:v>
                </c:pt>
                <c:pt idx="1137">
                  <c:v>0.498727773794</c:v>
                </c:pt>
                <c:pt idx="1138">
                  <c:v>0.494990815385</c:v>
                </c:pt>
                <c:pt idx="1139">
                  <c:v>0.49700649001</c:v>
                </c:pt>
                <c:pt idx="1140">
                  <c:v>0.5</c:v>
                </c:pt>
                <c:pt idx="1141">
                  <c:v>0.499990275839</c:v>
                </c:pt>
                <c:pt idx="1142">
                  <c:v>0.501835924101</c:v>
                </c:pt>
                <c:pt idx="1143">
                  <c:v>0.493056670456</c:v>
                </c:pt>
                <c:pt idx="1144">
                  <c:v>0.494566752863</c:v>
                </c:pt>
                <c:pt idx="1145">
                  <c:v>0.494678543525</c:v>
                </c:pt>
                <c:pt idx="1146">
                  <c:v>0.493298419643</c:v>
                </c:pt>
                <c:pt idx="1147">
                  <c:v>0.490750343337</c:v>
                </c:pt>
                <c:pt idx="1148">
                  <c:v>0.493816595277</c:v>
                </c:pt>
                <c:pt idx="1149">
                  <c:v>0.490534323301</c:v>
                </c:pt>
                <c:pt idx="1150">
                  <c:v>0.490899583435</c:v>
                </c:pt>
                <c:pt idx="1151">
                  <c:v>0.490899583435</c:v>
                </c:pt>
                <c:pt idx="1152">
                  <c:v>0.49468060461</c:v>
                </c:pt>
                <c:pt idx="1153">
                  <c:v>0.491113059188</c:v>
                </c:pt>
                <c:pt idx="1154">
                  <c:v>0.492914079014</c:v>
                </c:pt>
                <c:pt idx="1155">
                  <c:v>0.490710104317</c:v>
                </c:pt>
                <c:pt idx="1156">
                  <c:v>0.488081783038</c:v>
                </c:pt>
                <c:pt idx="1157">
                  <c:v>0.490505144846</c:v>
                </c:pt>
                <c:pt idx="1158">
                  <c:v>0.491513717727</c:v>
                </c:pt>
                <c:pt idx="1159">
                  <c:v>0.491650019936</c:v>
                </c:pt>
                <c:pt idx="1160">
                  <c:v>0.5</c:v>
                </c:pt>
                <c:pt idx="1161">
                  <c:v>0.501689353476</c:v>
                </c:pt>
                <c:pt idx="1162">
                  <c:v>0.501689353476</c:v>
                </c:pt>
                <c:pt idx="1163">
                  <c:v>0.503600923697</c:v>
                </c:pt>
                <c:pt idx="1164">
                  <c:v>0.500192796555</c:v>
                </c:pt>
                <c:pt idx="1165">
                  <c:v>0.500373325297</c:v>
                </c:pt>
                <c:pt idx="1166">
                  <c:v>0.498825134772</c:v>
                </c:pt>
                <c:pt idx="1167">
                  <c:v>0.505384410305</c:v>
                </c:pt>
                <c:pt idx="1168">
                  <c:v>0.503655799295</c:v>
                </c:pt>
                <c:pt idx="1169">
                  <c:v>0.503774697957</c:v>
                </c:pt>
                <c:pt idx="1170">
                  <c:v>0.507228556884</c:v>
                </c:pt>
                <c:pt idx="1171">
                  <c:v>0.509594409072</c:v>
                </c:pt>
                <c:pt idx="1172">
                  <c:v>0.509922588054</c:v>
                </c:pt>
                <c:pt idx="1173">
                  <c:v>0.50706393825</c:v>
                </c:pt>
                <c:pt idx="1174">
                  <c:v>0.504578950407</c:v>
                </c:pt>
                <c:pt idx="1175">
                  <c:v>0.505848858643</c:v>
                </c:pt>
                <c:pt idx="1176">
                  <c:v>0.510700670819</c:v>
                </c:pt>
                <c:pt idx="1177">
                  <c:v>0.508065510837</c:v>
                </c:pt>
                <c:pt idx="1178">
                  <c:v>0.507901023811</c:v>
                </c:pt>
                <c:pt idx="1179">
                  <c:v>0.507402731198</c:v>
                </c:pt>
                <c:pt idx="1180">
                  <c:v>0.511155246646</c:v>
                </c:pt>
                <c:pt idx="1181">
                  <c:v>0.511611163035</c:v>
                </c:pt>
                <c:pt idx="1182">
                  <c:v>0.514312676761</c:v>
                </c:pt>
                <c:pt idx="1183">
                  <c:v>0.5</c:v>
                </c:pt>
                <c:pt idx="1184">
                  <c:v>0.504195581477</c:v>
                </c:pt>
                <c:pt idx="1185">
                  <c:v>0.499893172485</c:v>
                </c:pt>
                <c:pt idx="1186">
                  <c:v>0.501399805698</c:v>
                </c:pt>
                <c:pt idx="1187">
                  <c:v>0.499577790828</c:v>
                </c:pt>
                <c:pt idx="1188">
                  <c:v>0.499090891359</c:v>
                </c:pt>
                <c:pt idx="1189">
                  <c:v>0.503209335767</c:v>
                </c:pt>
                <c:pt idx="1190">
                  <c:v>0.498748046545</c:v>
                </c:pt>
                <c:pt idx="1191">
                  <c:v>0.495913418335</c:v>
                </c:pt>
                <c:pt idx="1192">
                  <c:v>0.492448580896</c:v>
                </c:pt>
                <c:pt idx="1193">
                  <c:v>0.497423413477</c:v>
                </c:pt>
                <c:pt idx="1194">
                  <c:v>0.494634721297</c:v>
                </c:pt>
                <c:pt idx="1195">
                  <c:v>0.495957269242</c:v>
                </c:pt>
                <c:pt idx="1196">
                  <c:v>0.494766127977</c:v>
                </c:pt>
                <c:pt idx="1197">
                  <c:v>0.493724297335</c:v>
                </c:pt>
                <c:pt idx="1198">
                  <c:v>0.493953746962</c:v>
                </c:pt>
                <c:pt idx="1199">
                  <c:v>0.495346347244</c:v>
                </c:pt>
                <c:pt idx="1200">
                  <c:v>0.495678999355</c:v>
                </c:pt>
                <c:pt idx="1201">
                  <c:v>0.495371639346</c:v>
                </c:pt>
                <c:pt idx="1202">
                  <c:v>0.496640332146</c:v>
                </c:pt>
                <c:pt idx="1203">
                  <c:v>0.492477789166</c:v>
                </c:pt>
                <c:pt idx="1204">
                  <c:v>0.492477789166</c:v>
                </c:pt>
                <c:pt idx="1205">
                  <c:v>0.49659243698</c:v>
                </c:pt>
                <c:pt idx="1206">
                  <c:v>0.5</c:v>
                </c:pt>
                <c:pt idx="1207">
                  <c:v>0.499541314706</c:v>
                </c:pt>
                <c:pt idx="1208">
                  <c:v>0.497918969089</c:v>
                </c:pt>
                <c:pt idx="1209">
                  <c:v>0.496164877733</c:v>
                </c:pt>
                <c:pt idx="1210">
                  <c:v>0.496154434615</c:v>
                </c:pt>
                <c:pt idx="1211">
                  <c:v>0.494160971468</c:v>
                </c:pt>
                <c:pt idx="1212">
                  <c:v>0.496998354246</c:v>
                </c:pt>
                <c:pt idx="1213">
                  <c:v>0.498381588877</c:v>
                </c:pt>
                <c:pt idx="1214">
                  <c:v>0.497320958378</c:v>
                </c:pt>
                <c:pt idx="1215">
                  <c:v>0.493806205567</c:v>
                </c:pt>
                <c:pt idx="1216">
                  <c:v>0.492186056935</c:v>
                </c:pt>
                <c:pt idx="1217">
                  <c:v>0.49321826342</c:v>
                </c:pt>
                <c:pt idx="1218">
                  <c:v>0.496553299155</c:v>
                </c:pt>
                <c:pt idx="1219">
                  <c:v>0.495452478981</c:v>
                </c:pt>
                <c:pt idx="1220">
                  <c:v>0.498516852809</c:v>
                </c:pt>
                <c:pt idx="1221">
                  <c:v>0.501009573631</c:v>
                </c:pt>
                <c:pt idx="1222">
                  <c:v>0.502622137782</c:v>
                </c:pt>
                <c:pt idx="1223">
                  <c:v>0.500857647919</c:v>
                </c:pt>
                <c:pt idx="1224">
                  <c:v>0.497404753141</c:v>
                </c:pt>
                <c:pt idx="1225">
                  <c:v>0.501002791306</c:v>
                </c:pt>
                <c:pt idx="1226">
                  <c:v>0.5</c:v>
                </c:pt>
                <c:pt idx="1227">
                  <c:v>0.501511339972</c:v>
                </c:pt>
                <c:pt idx="1228">
                  <c:v>0.501796184081</c:v>
                </c:pt>
                <c:pt idx="1229">
                  <c:v>0.502459977431</c:v>
                </c:pt>
                <c:pt idx="1230">
                  <c:v>0.501289565651</c:v>
                </c:pt>
                <c:pt idx="1231">
                  <c:v>0.498619726623</c:v>
                </c:pt>
                <c:pt idx="1232">
                  <c:v>0.500682782327</c:v>
                </c:pt>
                <c:pt idx="1233">
                  <c:v>0.504303433553</c:v>
                </c:pt>
                <c:pt idx="1234">
                  <c:v>0.503222579006</c:v>
                </c:pt>
                <c:pt idx="1235">
                  <c:v>0.504183697071</c:v>
                </c:pt>
                <c:pt idx="1236">
                  <c:v>0.505407818078</c:v>
                </c:pt>
                <c:pt idx="1237">
                  <c:v>0.50570647229</c:v>
                </c:pt>
                <c:pt idx="1238">
                  <c:v>0.508028195355</c:v>
                </c:pt>
                <c:pt idx="1239">
                  <c:v>0.508674070327</c:v>
                </c:pt>
                <c:pt idx="1240">
                  <c:v>0.51364752908</c:v>
                </c:pt>
                <c:pt idx="1241">
                  <c:v>0.510519675907</c:v>
                </c:pt>
                <c:pt idx="1242">
                  <c:v>0.512850169386</c:v>
                </c:pt>
                <c:pt idx="1243">
                  <c:v>0.513577751838</c:v>
                </c:pt>
                <c:pt idx="1244">
                  <c:v>0.514590477564</c:v>
                </c:pt>
                <c:pt idx="1245">
                  <c:v>0.517893467975</c:v>
                </c:pt>
                <c:pt idx="1246">
                  <c:v>0.52125152025</c:v>
                </c:pt>
                <c:pt idx="1247">
                  <c:v>0.517053080064</c:v>
                </c:pt>
                <c:pt idx="1248">
                  <c:v>0.515737434625</c:v>
                </c:pt>
                <c:pt idx="1249">
                  <c:v>0.5</c:v>
                </c:pt>
                <c:pt idx="1250">
                  <c:v>0.499445606151</c:v>
                </c:pt>
                <c:pt idx="1251">
                  <c:v>0.488545320457</c:v>
                </c:pt>
                <c:pt idx="1252">
                  <c:v>0.491478640485</c:v>
                </c:pt>
                <c:pt idx="1253">
                  <c:v>0.48464135547</c:v>
                </c:pt>
                <c:pt idx="1254">
                  <c:v>0.479503479209</c:v>
                </c:pt>
                <c:pt idx="1255">
                  <c:v>0.480247622976</c:v>
                </c:pt>
                <c:pt idx="1256">
                  <c:v>0.47717540341</c:v>
                </c:pt>
                <c:pt idx="1257">
                  <c:v>0.476752406884</c:v>
                </c:pt>
                <c:pt idx="1258">
                  <c:v>0.4764261086</c:v>
                </c:pt>
                <c:pt idx="1259">
                  <c:v>0.480513204034</c:v>
                </c:pt>
                <c:pt idx="1260">
                  <c:v>0.480037422124</c:v>
                </c:pt>
                <c:pt idx="1261">
                  <c:v>0.481131446009</c:v>
                </c:pt>
                <c:pt idx="1262">
                  <c:v>0.485215780757</c:v>
                </c:pt>
                <c:pt idx="1263">
                  <c:v>0.488563214884</c:v>
                </c:pt>
                <c:pt idx="1264">
                  <c:v>0.480573911965</c:v>
                </c:pt>
                <c:pt idx="1265">
                  <c:v>0.484269186544</c:v>
                </c:pt>
                <c:pt idx="1266">
                  <c:v>0.484292760608</c:v>
                </c:pt>
                <c:pt idx="1267">
                  <c:v>0.4824555798</c:v>
                </c:pt>
                <c:pt idx="1268">
                  <c:v>0.483751561001</c:v>
                </c:pt>
                <c:pt idx="1269">
                  <c:v>0.480420844275</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0.5</c:v>
                </c:pt>
                <c:pt idx="1292">
                  <c:v>0.499767637483</c:v>
                </c:pt>
                <c:pt idx="1293">
                  <c:v>0.499323578361</c:v>
                </c:pt>
                <c:pt idx="1294">
                  <c:v>0.496248033789</c:v>
                </c:pt>
                <c:pt idx="1295">
                  <c:v>0.499973293951</c:v>
                </c:pt>
                <c:pt idx="1296">
                  <c:v>0.505016726617</c:v>
                </c:pt>
                <c:pt idx="1297">
                  <c:v>0.504808445536</c:v>
                </c:pt>
                <c:pt idx="1298">
                  <c:v>0.504704427522</c:v>
                </c:pt>
                <c:pt idx="1299">
                  <c:v>0.507474884129</c:v>
                </c:pt>
                <c:pt idx="1300">
                  <c:v>0.506987120306</c:v>
                </c:pt>
                <c:pt idx="1301">
                  <c:v>0.50563805336</c:v>
                </c:pt>
                <c:pt idx="1302">
                  <c:v>0.505854502204</c:v>
                </c:pt>
                <c:pt idx="1303">
                  <c:v>0.508123762263</c:v>
                </c:pt>
                <c:pt idx="1304">
                  <c:v>0.509566316247</c:v>
                </c:pt>
                <c:pt idx="1305">
                  <c:v>0.508374307655</c:v>
                </c:pt>
                <c:pt idx="1306">
                  <c:v>0.509964599974</c:v>
                </c:pt>
                <c:pt idx="1307">
                  <c:v>0.506442438008</c:v>
                </c:pt>
                <c:pt idx="1308">
                  <c:v>0.508534982355</c:v>
                </c:pt>
                <c:pt idx="1309">
                  <c:v>0.50797128545</c:v>
                </c:pt>
                <c:pt idx="1310">
                  <c:v>0.511246547376</c:v>
                </c:pt>
                <c:pt idx="1311">
                  <c:v>0.509448784193</c:v>
                </c:pt>
                <c:pt idx="1312">
                  <c:v>0.515397158431</c:v>
                </c:pt>
                <c:pt idx="1313">
                  <c:v>0.5</c:v>
                </c:pt>
                <c:pt idx="1314">
                  <c:v>0.500674595299</c:v>
                </c:pt>
                <c:pt idx="1315">
                  <c:v>0.498058174907</c:v>
                </c:pt>
                <c:pt idx="1316">
                  <c:v>0.497210763179</c:v>
                </c:pt>
                <c:pt idx="1317">
                  <c:v>0.501347888756</c:v>
                </c:pt>
                <c:pt idx="1318">
                  <c:v>0.50092029159</c:v>
                </c:pt>
                <c:pt idx="1319">
                  <c:v>0.500463557447</c:v>
                </c:pt>
                <c:pt idx="1320">
                  <c:v>0.50227973242</c:v>
                </c:pt>
                <c:pt idx="1321">
                  <c:v>0.496538668985</c:v>
                </c:pt>
                <c:pt idx="1322">
                  <c:v>0.49434314856</c:v>
                </c:pt>
                <c:pt idx="1323">
                  <c:v>0.49710463322</c:v>
                </c:pt>
                <c:pt idx="1324">
                  <c:v>0.497303959974</c:v>
                </c:pt>
                <c:pt idx="1325">
                  <c:v>0.497162727281</c:v>
                </c:pt>
                <c:pt idx="1326">
                  <c:v>0.495619433167</c:v>
                </c:pt>
                <c:pt idx="1327">
                  <c:v>0.49706325699</c:v>
                </c:pt>
                <c:pt idx="1328">
                  <c:v>0.495632556883</c:v>
                </c:pt>
                <c:pt idx="1329">
                  <c:v>0.495399275078</c:v>
                </c:pt>
                <c:pt idx="1330">
                  <c:v>0.491737280491</c:v>
                </c:pt>
                <c:pt idx="1331">
                  <c:v>0.493753617687</c:v>
                </c:pt>
                <c:pt idx="1332">
                  <c:v>0.496149966398</c:v>
                </c:pt>
                <c:pt idx="1333">
                  <c:v>0.5</c:v>
                </c:pt>
                <c:pt idx="1334">
                  <c:v>0.498138034402</c:v>
                </c:pt>
                <c:pt idx="1335">
                  <c:v>0.494478237667</c:v>
                </c:pt>
                <c:pt idx="1336">
                  <c:v>0.495771126545</c:v>
                </c:pt>
                <c:pt idx="1337">
                  <c:v>0.494123980813</c:v>
                </c:pt>
                <c:pt idx="1338">
                  <c:v>0.502282478423</c:v>
                </c:pt>
                <c:pt idx="1339">
                  <c:v>0.502268300422</c:v>
                </c:pt>
                <c:pt idx="1340">
                  <c:v>0.506794669532</c:v>
                </c:pt>
                <c:pt idx="1341">
                  <c:v>0.507400883524</c:v>
                </c:pt>
                <c:pt idx="1342">
                  <c:v>0.50657897713</c:v>
                </c:pt>
                <c:pt idx="1343">
                  <c:v>0.506529148238</c:v>
                </c:pt>
                <c:pt idx="1344">
                  <c:v>0.506988230706</c:v>
                </c:pt>
                <c:pt idx="1345">
                  <c:v>0.504670653889</c:v>
                </c:pt>
                <c:pt idx="1346">
                  <c:v>0.504252787021</c:v>
                </c:pt>
                <c:pt idx="1347">
                  <c:v>0.5021167477</c:v>
                </c:pt>
                <c:pt idx="1348">
                  <c:v>0.502882832734</c:v>
                </c:pt>
                <c:pt idx="1349">
                  <c:v>0.501461132833</c:v>
                </c:pt>
                <c:pt idx="1350">
                  <c:v>0.504995524606</c:v>
                </c:pt>
                <c:pt idx="1351">
                  <c:v>0.506365336182</c:v>
                </c:pt>
                <c:pt idx="1352">
                  <c:v>0.510561355158</c:v>
                </c:pt>
                <c:pt idx="1353">
                  <c:v>0.511039224495</c:v>
                </c:pt>
                <c:pt idx="1354">
                  <c:v>0.5</c:v>
                </c:pt>
                <c:pt idx="1355">
                  <c:v>0.499990741593</c:v>
                </c:pt>
                <c:pt idx="1356">
                  <c:v>0.499294797409</c:v>
                </c:pt>
                <c:pt idx="1357">
                  <c:v>0.515026495664</c:v>
                </c:pt>
                <c:pt idx="1358">
                  <c:v>0.520579336268</c:v>
                </c:pt>
                <c:pt idx="1359">
                  <c:v>0.53627985854</c:v>
                </c:pt>
                <c:pt idx="1360">
                  <c:v>0.527996062114</c:v>
                </c:pt>
                <c:pt idx="1361">
                  <c:v>0.534232397667</c:v>
                </c:pt>
                <c:pt idx="1362">
                  <c:v>0.528416665206</c:v>
                </c:pt>
                <c:pt idx="1363">
                  <c:v>0.524741816413</c:v>
                </c:pt>
                <c:pt idx="1364">
                  <c:v>0.531134779251</c:v>
                </c:pt>
                <c:pt idx="1365">
                  <c:v>0.523384842327</c:v>
                </c:pt>
                <c:pt idx="1366">
                  <c:v>0.528259825438</c:v>
                </c:pt>
                <c:pt idx="1367">
                  <c:v>0.521194650938</c:v>
                </c:pt>
                <c:pt idx="1368">
                  <c:v>0.515126652352</c:v>
                </c:pt>
                <c:pt idx="1369">
                  <c:v>0.519141613268</c:v>
                </c:pt>
                <c:pt idx="1370">
                  <c:v>0.514476614442</c:v>
                </c:pt>
                <c:pt idx="1371">
                  <c:v>0.519014429012</c:v>
                </c:pt>
                <c:pt idx="1372">
                  <c:v>0.51529359433</c:v>
                </c:pt>
                <c:pt idx="1373">
                  <c:v>0.512277419954</c:v>
                </c:pt>
                <c:pt idx="1374">
                  <c:v>0.506526760431</c:v>
                </c:pt>
                <c:pt idx="1375">
                  <c:v>0.506524697419</c:v>
                </c:pt>
                <c:pt idx="1376">
                  <c:v>0.5</c:v>
                </c:pt>
                <c:pt idx="1377">
                  <c:v>0.505718662401</c:v>
                </c:pt>
                <c:pt idx="1378">
                  <c:v>0.500937605587</c:v>
                </c:pt>
                <c:pt idx="1379">
                  <c:v>0.498414231908</c:v>
                </c:pt>
                <c:pt idx="1380">
                  <c:v>0.498334673267</c:v>
                </c:pt>
                <c:pt idx="1381">
                  <c:v>0.490644184834</c:v>
                </c:pt>
                <c:pt idx="1382">
                  <c:v>0.493784157147</c:v>
                </c:pt>
                <c:pt idx="1383">
                  <c:v>0.487836689569</c:v>
                </c:pt>
                <c:pt idx="1384">
                  <c:v>0.490802742259</c:v>
                </c:pt>
                <c:pt idx="1385">
                  <c:v>0.485021307789</c:v>
                </c:pt>
                <c:pt idx="1386">
                  <c:v>0.489535609177</c:v>
                </c:pt>
                <c:pt idx="1387">
                  <c:v>0.493534051646</c:v>
                </c:pt>
                <c:pt idx="1388">
                  <c:v>0.495480331245</c:v>
                </c:pt>
                <c:pt idx="1389">
                  <c:v>0.492581304403</c:v>
                </c:pt>
                <c:pt idx="1390">
                  <c:v>0.49773127584</c:v>
                </c:pt>
                <c:pt idx="1391">
                  <c:v>0.49675140613</c:v>
                </c:pt>
                <c:pt idx="1392">
                  <c:v>0.490792467237</c:v>
                </c:pt>
                <c:pt idx="1393">
                  <c:v>0.490205437042</c:v>
                </c:pt>
                <c:pt idx="1394">
                  <c:v>0.492609734572</c:v>
                </c:pt>
                <c:pt idx="1395">
                  <c:v>0.489959688693</c:v>
                </c:pt>
                <c:pt idx="1396">
                  <c:v>0.498633583505</c:v>
                </c:pt>
                <c:pt idx="1397">
                  <c:v>0.5</c:v>
                </c:pt>
                <c:pt idx="1398">
                  <c:v>0.50115790228</c:v>
                </c:pt>
                <c:pt idx="1399">
                  <c:v>0.498455973518</c:v>
                </c:pt>
                <c:pt idx="1400">
                  <c:v>0.49453152319</c:v>
                </c:pt>
                <c:pt idx="1401">
                  <c:v>0.494866373373</c:v>
                </c:pt>
                <c:pt idx="1402">
                  <c:v>0.494916746502</c:v>
                </c:pt>
                <c:pt idx="1403">
                  <c:v>0.497529659712</c:v>
                </c:pt>
                <c:pt idx="1404">
                  <c:v>0.500103550031</c:v>
                </c:pt>
                <c:pt idx="1405">
                  <c:v>0.503339748143</c:v>
                </c:pt>
                <c:pt idx="1406">
                  <c:v>0.499880265656</c:v>
                </c:pt>
                <c:pt idx="1407">
                  <c:v>0.498841696992</c:v>
                </c:pt>
                <c:pt idx="1408">
                  <c:v>0.498982675702</c:v>
                </c:pt>
                <c:pt idx="1409">
                  <c:v>0.500541373414</c:v>
                </c:pt>
                <c:pt idx="1410">
                  <c:v>0.499423741228</c:v>
                </c:pt>
                <c:pt idx="1411">
                  <c:v>0.502887981797</c:v>
                </c:pt>
                <c:pt idx="1412">
                  <c:v>0.495763569907</c:v>
                </c:pt>
                <c:pt idx="1413">
                  <c:v>0.494239296944</c:v>
                </c:pt>
                <c:pt idx="1414">
                  <c:v>0.492679615681</c:v>
                </c:pt>
                <c:pt idx="1415">
                  <c:v>0.486897308888</c:v>
                </c:pt>
                <c:pt idx="1416">
                  <c:v>0.489921884156</c:v>
                </c:pt>
                <c:pt idx="1417">
                  <c:v>0.489288148378</c:v>
                </c:pt>
                <c:pt idx="1418">
                  <c:v>0.5</c:v>
                </c:pt>
                <c:pt idx="1419">
                  <c:v>0.49704818425</c:v>
                </c:pt>
                <c:pt idx="1420">
                  <c:v>0.49704818425</c:v>
                </c:pt>
                <c:pt idx="1421">
                  <c:v>0.500849203241</c:v>
                </c:pt>
                <c:pt idx="1422">
                  <c:v>0.496847695325</c:v>
                </c:pt>
                <c:pt idx="1423">
                  <c:v>0.498129481416</c:v>
                </c:pt>
                <c:pt idx="1424">
                  <c:v>0.497895439391</c:v>
                </c:pt>
                <c:pt idx="1425">
                  <c:v>0.500990984776</c:v>
                </c:pt>
                <c:pt idx="1426">
                  <c:v>0.499618037305</c:v>
                </c:pt>
                <c:pt idx="1427">
                  <c:v>0.49683798684</c:v>
                </c:pt>
                <c:pt idx="1428">
                  <c:v>0.497093590701</c:v>
                </c:pt>
                <c:pt idx="1429">
                  <c:v>0.495115432741</c:v>
                </c:pt>
                <c:pt idx="1430">
                  <c:v>0.496296516368</c:v>
                </c:pt>
                <c:pt idx="1431">
                  <c:v>0.498599183302</c:v>
                </c:pt>
                <c:pt idx="1432">
                  <c:v>0.501122080141</c:v>
                </c:pt>
                <c:pt idx="1433">
                  <c:v>0.495369029355</c:v>
                </c:pt>
                <c:pt idx="1434">
                  <c:v>0.495168314302</c:v>
                </c:pt>
                <c:pt idx="1435">
                  <c:v>0.493656931842</c:v>
                </c:pt>
                <c:pt idx="1436">
                  <c:v>0.493951139557</c:v>
                </c:pt>
                <c:pt idx="1437">
                  <c:v>0.494351159629</c:v>
                </c:pt>
                <c:pt idx="1438">
                  <c:v>0.491719973931</c:v>
                </c:pt>
                <c:pt idx="1439">
                  <c:v>0.494821431532</c:v>
                </c:pt>
                <c:pt idx="1440">
                  <c:v>0.501633592428</c:v>
                </c:pt>
                <c:pt idx="1441">
                  <c:v>0.5</c:v>
                </c:pt>
                <c:pt idx="1442">
                  <c:v>0.499365375873</c:v>
                </c:pt>
                <c:pt idx="1443">
                  <c:v>0.497765274552</c:v>
                </c:pt>
                <c:pt idx="1444">
                  <c:v>0.496915216397</c:v>
                </c:pt>
                <c:pt idx="1445">
                  <c:v>0.496517460873</c:v>
                </c:pt>
                <c:pt idx="1446">
                  <c:v>0.49425575244</c:v>
                </c:pt>
                <c:pt idx="1447">
                  <c:v>0.493910801134</c:v>
                </c:pt>
                <c:pt idx="1448">
                  <c:v>0.49115202131</c:v>
                </c:pt>
                <c:pt idx="1449">
                  <c:v>0.489107228929</c:v>
                </c:pt>
                <c:pt idx="1450">
                  <c:v>0.492206489063</c:v>
                </c:pt>
                <c:pt idx="1451">
                  <c:v>0.492741978585</c:v>
                </c:pt>
                <c:pt idx="1452">
                  <c:v>0.49040516431</c:v>
                </c:pt>
                <c:pt idx="1453">
                  <c:v>0.493441384506</c:v>
                </c:pt>
                <c:pt idx="1454">
                  <c:v>0.491678487826</c:v>
                </c:pt>
                <c:pt idx="1455">
                  <c:v>0.493415339234</c:v>
                </c:pt>
                <c:pt idx="1456">
                  <c:v>0.490615988348</c:v>
                </c:pt>
                <c:pt idx="1457">
                  <c:v>0.494240770239</c:v>
                </c:pt>
                <c:pt idx="1458">
                  <c:v>0.494630177998</c:v>
                </c:pt>
                <c:pt idx="1459">
                  <c:v>0.496419581731</c:v>
                </c:pt>
                <c:pt idx="1460">
                  <c:v>0.496829810169</c:v>
                </c:pt>
                <c:pt idx="1461">
                  <c:v>0.49626931919</c:v>
                </c:pt>
                <c:pt idx="1462">
                  <c:v>0.501888556314</c:v>
                </c:pt>
                <c:pt idx="1463">
                  <c:v>0.5</c:v>
                </c:pt>
                <c:pt idx="1464">
                  <c:v>0.498164739012</c:v>
                </c:pt>
                <c:pt idx="1465">
                  <c:v>0.500527066901</c:v>
                </c:pt>
                <c:pt idx="1466">
                  <c:v>0.502711244515</c:v>
                </c:pt>
                <c:pt idx="1467">
                  <c:v>0.502705181684</c:v>
                </c:pt>
                <c:pt idx="1468">
                  <c:v>0.500965749118</c:v>
                </c:pt>
                <c:pt idx="1469">
                  <c:v>0.500836216924</c:v>
                </c:pt>
                <c:pt idx="1470">
                  <c:v>0.500904080734</c:v>
                </c:pt>
                <c:pt idx="1471">
                  <c:v>0.503982323491</c:v>
                </c:pt>
                <c:pt idx="1472">
                  <c:v>0.504654465554</c:v>
                </c:pt>
                <c:pt idx="1473">
                  <c:v>0.502512902041</c:v>
                </c:pt>
                <c:pt idx="1474">
                  <c:v>0.501936973529</c:v>
                </c:pt>
                <c:pt idx="1475">
                  <c:v>0.506171741563</c:v>
                </c:pt>
                <c:pt idx="1476">
                  <c:v>0.51134642051</c:v>
                </c:pt>
                <c:pt idx="1477">
                  <c:v>0.511552014486</c:v>
                </c:pt>
                <c:pt idx="1478">
                  <c:v>0.510255655</c:v>
                </c:pt>
                <c:pt idx="1479">
                  <c:v>0.513182663792</c:v>
                </c:pt>
                <c:pt idx="1480">
                  <c:v>0.515733062349</c:v>
                </c:pt>
                <c:pt idx="1481">
                  <c:v>0.51853742177</c:v>
                </c:pt>
                <c:pt idx="1482">
                  <c:v>0.51971792209</c:v>
                </c:pt>
                <c:pt idx="1483">
                  <c:v>0.518783582477</c:v>
                </c:pt>
                <c:pt idx="1484">
                  <c:v>0.5</c:v>
                </c:pt>
                <c:pt idx="1485">
                  <c:v>0.501326969845</c:v>
                </c:pt>
                <c:pt idx="1486">
                  <c:v>0.504950718236</c:v>
                </c:pt>
                <c:pt idx="1487">
                  <c:v>0.508028602528</c:v>
                </c:pt>
                <c:pt idx="1488">
                  <c:v>0.510250729275</c:v>
                </c:pt>
                <c:pt idx="1489">
                  <c:v>0.507948943048</c:v>
                </c:pt>
                <c:pt idx="1490">
                  <c:v>0.519548867303</c:v>
                </c:pt>
                <c:pt idx="1491">
                  <c:v>0.518415273423</c:v>
                </c:pt>
                <c:pt idx="1492">
                  <c:v>0.522467744274</c:v>
                </c:pt>
                <c:pt idx="1493">
                  <c:v>0.522598600954</c:v>
                </c:pt>
                <c:pt idx="1494">
                  <c:v>0.526832924168</c:v>
                </c:pt>
                <c:pt idx="1495">
                  <c:v>0.522356079234</c:v>
                </c:pt>
                <c:pt idx="1496">
                  <c:v>0.528014309031</c:v>
                </c:pt>
                <c:pt idx="1497">
                  <c:v>0.514139473471</c:v>
                </c:pt>
                <c:pt idx="1498">
                  <c:v>0.514203209822</c:v>
                </c:pt>
                <c:pt idx="1499">
                  <c:v>0.513160551476</c:v>
                </c:pt>
                <c:pt idx="1500">
                  <c:v>0.510737367194</c:v>
                </c:pt>
                <c:pt idx="1501">
                  <c:v>0.50093972941</c:v>
                </c:pt>
                <c:pt idx="1502">
                  <c:v>0.499214493322</c:v>
                </c:pt>
                <c:pt idx="1503">
                  <c:v>0.496924455211</c:v>
                </c:pt>
                <c:pt idx="1504">
                  <c:v>0.504513844208</c:v>
                </c:pt>
                <c:pt idx="1505">
                  <c:v>0.503591644198</c:v>
                </c:pt>
                <c:pt idx="1506">
                  <c:v>0.502360661985</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0.5</c:v>
                </c:pt>
                <c:pt idx="1528">
                  <c:v>0.49954385407</c:v>
                </c:pt>
                <c:pt idx="1529">
                  <c:v>0.499817142276</c:v>
                </c:pt>
                <c:pt idx="1530">
                  <c:v>0.498032896156</c:v>
                </c:pt>
                <c:pt idx="1531">
                  <c:v>0.497668930078</c:v>
                </c:pt>
                <c:pt idx="1532">
                  <c:v>0.499209911876</c:v>
                </c:pt>
                <c:pt idx="1533">
                  <c:v>0.497868734999</c:v>
                </c:pt>
                <c:pt idx="1534">
                  <c:v>0.501579376368</c:v>
                </c:pt>
                <c:pt idx="1535">
                  <c:v>0.505798369972</c:v>
                </c:pt>
                <c:pt idx="1536">
                  <c:v>0.506661888523</c:v>
                </c:pt>
                <c:pt idx="1537">
                  <c:v>0.508366763307</c:v>
                </c:pt>
                <c:pt idx="1538">
                  <c:v>0.512158549866</c:v>
                </c:pt>
                <c:pt idx="1539">
                  <c:v>0.509095730354</c:v>
                </c:pt>
                <c:pt idx="1540">
                  <c:v>0.506754641782</c:v>
                </c:pt>
                <c:pt idx="1541">
                  <c:v>0.511137553854</c:v>
                </c:pt>
                <c:pt idx="1542">
                  <c:v>0.51292723441</c:v>
                </c:pt>
                <c:pt idx="1543">
                  <c:v>0.511518659497</c:v>
                </c:pt>
                <c:pt idx="1544">
                  <c:v>0.512745233189</c:v>
                </c:pt>
                <c:pt idx="1545">
                  <c:v>0.502253394516</c:v>
                </c:pt>
                <c:pt idx="1546">
                  <c:v>0.501803792822</c:v>
                </c:pt>
                <c:pt idx="1547">
                  <c:v>0.500812985065</c:v>
                </c:pt>
                <c:pt idx="1548">
                  <c:v>0.49551884759</c:v>
                </c:pt>
                <c:pt idx="1549">
                  <c:v>0.5</c:v>
                </c:pt>
                <c:pt idx="1550">
                  <c:v>0.499420798165</c:v>
                </c:pt>
                <c:pt idx="1551">
                  <c:v>0.495531517444</c:v>
                </c:pt>
                <c:pt idx="1552">
                  <c:v>0.497816507022</c:v>
                </c:pt>
                <c:pt idx="1553">
                  <c:v>0.500117033417</c:v>
                </c:pt>
                <c:pt idx="1554">
                  <c:v>0.503619157253</c:v>
                </c:pt>
                <c:pt idx="1555">
                  <c:v>0.501298987096</c:v>
                </c:pt>
                <c:pt idx="1556">
                  <c:v>0.503558454986</c:v>
                </c:pt>
                <c:pt idx="1557">
                  <c:v>0.50176182082</c:v>
                </c:pt>
                <c:pt idx="1558">
                  <c:v>0.499250326441</c:v>
                </c:pt>
                <c:pt idx="1559">
                  <c:v>0.50014772364</c:v>
                </c:pt>
                <c:pt idx="1560">
                  <c:v>0.509337659341</c:v>
                </c:pt>
                <c:pt idx="1561">
                  <c:v>0.513337244296</c:v>
                </c:pt>
                <c:pt idx="1562">
                  <c:v>0.516771618171</c:v>
                </c:pt>
                <c:pt idx="1563">
                  <c:v>0.516442210086</c:v>
                </c:pt>
                <c:pt idx="1564">
                  <c:v>0.519771583742</c:v>
                </c:pt>
                <c:pt idx="1565">
                  <c:v>0.522657122724</c:v>
                </c:pt>
                <c:pt idx="1566">
                  <c:v>0.530288524543</c:v>
                </c:pt>
                <c:pt idx="1567">
                  <c:v>0.530140226491</c:v>
                </c:pt>
                <c:pt idx="1568">
                  <c:v>0.50472682188</c:v>
                </c:pt>
                <c:pt idx="1569">
                  <c:v>0.497453377337</c:v>
                </c:pt>
                <c:pt idx="1570">
                  <c:v>0.5</c:v>
                </c:pt>
                <c:pt idx="1571">
                  <c:v>0.499256763525</c:v>
                </c:pt>
                <c:pt idx="1572">
                  <c:v>0.492314099551</c:v>
                </c:pt>
                <c:pt idx="1573">
                  <c:v>0.501919855183</c:v>
                </c:pt>
                <c:pt idx="1574">
                  <c:v>0.506521673035</c:v>
                </c:pt>
                <c:pt idx="1575">
                  <c:v>0.502799995899</c:v>
                </c:pt>
                <c:pt idx="1576">
                  <c:v>0.504351212883</c:v>
                </c:pt>
                <c:pt idx="1577">
                  <c:v>0.492985495656</c:v>
                </c:pt>
                <c:pt idx="1578">
                  <c:v>0.502723871245</c:v>
                </c:pt>
                <c:pt idx="1579">
                  <c:v>0.502761499398</c:v>
                </c:pt>
                <c:pt idx="1580">
                  <c:v>0.494821368953</c:v>
                </c:pt>
                <c:pt idx="1581">
                  <c:v>0.500432855805</c:v>
                </c:pt>
                <c:pt idx="1582">
                  <c:v>0.499158249785</c:v>
                </c:pt>
                <c:pt idx="1583">
                  <c:v>0.503881847805</c:v>
                </c:pt>
                <c:pt idx="1584">
                  <c:v>0.50845402078</c:v>
                </c:pt>
                <c:pt idx="1585">
                  <c:v>0.506614967266</c:v>
                </c:pt>
                <c:pt idx="1586">
                  <c:v>0.505759840804</c:v>
                </c:pt>
                <c:pt idx="1587">
                  <c:v>0.509696887711</c:v>
                </c:pt>
                <c:pt idx="1588">
                  <c:v>0.511440560799</c:v>
                </c:pt>
                <c:pt idx="1589">
                  <c:v>0.521201823786</c:v>
                </c:pt>
                <c:pt idx="1590">
                  <c:v>0.5</c:v>
                </c:pt>
                <c:pt idx="1591">
                  <c:v>0.499555228193</c:v>
                </c:pt>
                <c:pt idx="1592">
                  <c:v>0.502043416615</c:v>
                </c:pt>
                <c:pt idx="1593">
                  <c:v>0.507384641402</c:v>
                </c:pt>
                <c:pt idx="1594">
                  <c:v>0.502159365659</c:v>
                </c:pt>
                <c:pt idx="1595">
                  <c:v>0.503990791867</c:v>
                </c:pt>
                <c:pt idx="1596">
                  <c:v>0.502587804605</c:v>
                </c:pt>
                <c:pt idx="1597">
                  <c:v>0.505710797237</c:v>
                </c:pt>
                <c:pt idx="1598">
                  <c:v>0.503314621836</c:v>
                </c:pt>
                <c:pt idx="1599">
                  <c:v>0.496441206004</c:v>
                </c:pt>
                <c:pt idx="1600">
                  <c:v>0.494244673063</c:v>
                </c:pt>
                <c:pt idx="1601">
                  <c:v>0.491290001904</c:v>
                </c:pt>
                <c:pt idx="1602">
                  <c:v>0.48031733952</c:v>
                </c:pt>
                <c:pt idx="1603">
                  <c:v>0.481076951189</c:v>
                </c:pt>
                <c:pt idx="1604">
                  <c:v>0.467871147317</c:v>
                </c:pt>
                <c:pt idx="1605">
                  <c:v>0.471881936172</c:v>
                </c:pt>
                <c:pt idx="1606">
                  <c:v>0.475137042441</c:v>
                </c:pt>
                <c:pt idx="1607">
                  <c:v>0.47403433574</c:v>
                </c:pt>
                <c:pt idx="1608">
                  <c:v>0.483742513858</c:v>
                </c:pt>
                <c:pt idx="1609">
                  <c:v>0.485665694642</c:v>
                </c:pt>
                <c:pt idx="1610">
                  <c:v>0.486098703324</c:v>
                </c:pt>
                <c:pt idx="1611">
                  <c:v>0.488541797087</c:v>
                </c:pt>
                <c:pt idx="1612">
                  <c:v>0.5</c:v>
                </c:pt>
                <c:pt idx="1613">
                  <c:v>0.498545532337</c:v>
                </c:pt>
                <c:pt idx="1614">
                  <c:v>0.501393368648</c:v>
                </c:pt>
                <c:pt idx="1615">
                  <c:v>0.510347146091</c:v>
                </c:pt>
                <c:pt idx="1616">
                  <c:v>0.510672610694</c:v>
                </c:pt>
                <c:pt idx="1617">
                  <c:v>0.512426074742</c:v>
                </c:pt>
                <c:pt idx="1618">
                  <c:v>0.50703284923</c:v>
                </c:pt>
                <c:pt idx="1619">
                  <c:v>0.513861820958</c:v>
                </c:pt>
                <c:pt idx="1620">
                  <c:v>0.51052307629</c:v>
                </c:pt>
                <c:pt idx="1621">
                  <c:v>0.508572884599</c:v>
                </c:pt>
                <c:pt idx="1622">
                  <c:v>0.519324340735</c:v>
                </c:pt>
                <c:pt idx="1623">
                  <c:v>0.513338313808</c:v>
                </c:pt>
                <c:pt idx="1624">
                  <c:v>0.50181135976</c:v>
                </c:pt>
                <c:pt idx="1625">
                  <c:v>0.502385966471</c:v>
                </c:pt>
                <c:pt idx="1626">
                  <c:v>0.496422237806</c:v>
                </c:pt>
                <c:pt idx="1627">
                  <c:v>0.498402331709</c:v>
                </c:pt>
                <c:pt idx="1628">
                  <c:v>0.494217799851</c:v>
                </c:pt>
                <c:pt idx="1629">
                  <c:v>0.487869848559</c:v>
                </c:pt>
                <c:pt idx="1630">
                  <c:v>0.479319095373</c:v>
                </c:pt>
                <c:pt idx="1631">
                  <c:v>0.482624776061</c:v>
                </c:pt>
                <c:pt idx="1632">
                  <c:v>0.484507357922</c:v>
                </c:pt>
                <c:pt idx="1633">
                  <c:v>0.475284395133</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4"/>
          <c:order val="4"/>
          <c:tx>
            <c:strRef>
              <c:f>IEMG</c:f>
              <c:strCache>
                <c:ptCount val="1"/>
                <c:pt idx="0">
                  <c:v>IEMG</c:v>
                </c:pt>
              </c:strCache>
            </c:strRef>
          </c:tx>
          <c:spPr>
            <a:solidFill>
              <a:srgbClr val="9BB6AA"/>
            </a:solidFill>
            <a:ln w="0">
              <a:noFill/>
            </a:ln>
          </c:spPr>
          <c:dLbls>
            <c:delete val="1"/>
          </c:dLbls>
          <c:cat>
            <c:strRef>
              <c:f>'Chart Data'!$I$2:$I$1734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Data'!$J$2:$J$1734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0.5</c:v>
                </c:pt>
                <c:pt idx="43">
                  <c:v>0.506539813292</c:v>
                </c:pt>
                <c:pt idx="44">
                  <c:v>0.495201221358</c:v>
                </c:pt>
                <c:pt idx="45">
                  <c:v>0.477594017579</c:v>
                </c:pt>
                <c:pt idx="46">
                  <c:v>0.452992589489</c:v>
                </c:pt>
                <c:pt idx="47">
                  <c:v>0.478545680185</c:v>
                </c:pt>
                <c:pt idx="48">
                  <c:v>0.476124050196</c:v>
                </c:pt>
                <c:pt idx="49">
                  <c:v>0.447363220511</c:v>
                </c:pt>
                <c:pt idx="50">
                  <c:v>0.469968619456</c:v>
                </c:pt>
                <c:pt idx="51">
                  <c:v>0.421029570755</c:v>
                </c:pt>
                <c:pt idx="52">
                  <c:v>0.454818995228</c:v>
                </c:pt>
                <c:pt idx="53">
                  <c:v>0.446622869248</c:v>
                </c:pt>
                <c:pt idx="54">
                  <c:v>0.440663307974</c:v>
                </c:pt>
                <c:pt idx="55">
                  <c:v>0.424921974535</c:v>
                </c:pt>
                <c:pt idx="56">
                  <c:v>0.408748351627</c:v>
                </c:pt>
                <c:pt idx="57">
                  <c:v>0.430327813858</c:v>
                </c:pt>
                <c:pt idx="58">
                  <c:v>0.439405640173</c:v>
                </c:pt>
                <c:pt idx="59">
                  <c:v>0.448886918574</c:v>
                </c:pt>
                <c:pt idx="60">
                  <c:v>0.427914277747</c:v>
                </c:pt>
                <c:pt idx="61">
                  <c:v>0.434178171576</c:v>
                </c:pt>
                <c:pt idx="62">
                  <c:v>0.437338899313</c:v>
                </c:pt>
                <c:pt idx="63">
                  <c:v>0.423786133712</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0.5</c:v>
                </c:pt>
                <c:pt idx="194">
                  <c:v>0.498907492813</c:v>
                </c:pt>
                <c:pt idx="195">
                  <c:v>0.502861542659</c:v>
                </c:pt>
                <c:pt idx="196">
                  <c:v>0.501292853029</c:v>
                </c:pt>
                <c:pt idx="197">
                  <c:v>0.501023171635</c:v>
                </c:pt>
                <c:pt idx="198">
                  <c:v>0.5007219565</c:v>
                </c:pt>
                <c:pt idx="199">
                  <c:v>0.49854817347</c:v>
                </c:pt>
                <c:pt idx="200">
                  <c:v>0.499051572238</c:v>
                </c:pt>
                <c:pt idx="201">
                  <c:v>0.499077372297</c:v>
                </c:pt>
                <c:pt idx="202">
                  <c:v>0.497412377255</c:v>
                </c:pt>
                <c:pt idx="203">
                  <c:v>0.498621404931</c:v>
                </c:pt>
                <c:pt idx="204">
                  <c:v>0.501946066825</c:v>
                </c:pt>
                <c:pt idx="205">
                  <c:v>0.503781764351</c:v>
                </c:pt>
                <c:pt idx="206">
                  <c:v>0.505208407371</c:v>
                </c:pt>
                <c:pt idx="207">
                  <c:v>0.503569020935</c:v>
                </c:pt>
                <c:pt idx="208">
                  <c:v>0.504033262807</c:v>
                </c:pt>
                <c:pt idx="209">
                  <c:v>0.505518523397</c:v>
                </c:pt>
                <c:pt idx="210">
                  <c:v>0.507475634595</c:v>
                </c:pt>
                <c:pt idx="211">
                  <c:v>0.510091333833</c:v>
                </c:pt>
                <c:pt idx="212">
                  <c:v>0.509744391112</c:v>
                </c:pt>
                <c:pt idx="213">
                  <c:v>0.509389873194</c:v>
                </c:pt>
                <c:pt idx="214">
                  <c:v>0.509993201402</c:v>
                </c:pt>
                <c:pt idx="215">
                  <c:v>0.5</c:v>
                </c:pt>
                <c:pt idx="216">
                  <c:v>0.504977615492</c:v>
                </c:pt>
                <c:pt idx="217">
                  <c:v>0.508165507798</c:v>
                </c:pt>
                <c:pt idx="218">
                  <c:v>0.510170804813</c:v>
                </c:pt>
                <c:pt idx="219">
                  <c:v>0.509619731658</c:v>
                </c:pt>
                <c:pt idx="220">
                  <c:v>0.502348383433</c:v>
                </c:pt>
                <c:pt idx="221">
                  <c:v>0.503609881834</c:v>
                </c:pt>
                <c:pt idx="222">
                  <c:v>0.503919332698</c:v>
                </c:pt>
                <c:pt idx="223">
                  <c:v>0.508434460598</c:v>
                </c:pt>
                <c:pt idx="224">
                  <c:v>0.509323886704</c:v>
                </c:pt>
                <c:pt idx="225">
                  <c:v>0.508533285968</c:v>
                </c:pt>
                <c:pt idx="226">
                  <c:v>0.507358577151</c:v>
                </c:pt>
                <c:pt idx="227">
                  <c:v>0.507871699016</c:v>
                </c:pt>
                <c:pt idx="228">
                  <c:v>0.507867068013</c:v>
                </c:pt>
                <c:pt idx="229">
                  <c:v>0.507791107742</c:v>
                </c:pt>
                <c:pt idx="230">
                  <c:v>0.505709408518</c:v>
                </c:pt>
                <c:pt idx="231">
                  <c:v>0.502692089766</c:v>
                </c:pt>
                <c:pt idx="232">
                  <c:v>0.502692089766</c:v>
                </c:pt>
                <c:pt idx="233">
                  <c:v>0.505502217327</c:v>
                </c:pt>
                <c:pt idx="234">
                  <c:v>0.500815944729</c:v>
                </c:pt>
                <c:pt idx="235">
                  <c:v>0.506667366653</c:v>
                </c:pt>
                <c:pt idx="236">
                  <c:v>0.5</c:v>
                </c:pt>
                <c:pt idx="237">
                  <c:v>0.501713157766</c:v>
                </c:pt>
                <c:pt idx="238">
                  <c:v>0.50147922332</c:v>
                </c:pt>
                <c:pt idx="239">
                  <c:v>0.502141404628</c:v>
                </c:pt>
                <c:pt idx="240">
                  <c:v>0.503508296356</c:v>
                </c:pt>
                <c:pt idx="241">
                  <c:v>0.49993941409</c:v>
                </c:pt>
                <c:pt idx="242">
                  <c:v>0.504186665379</c:v>
                </c:pt>
                <c:pt idx="243">
                  <c:v>0.502970533593</c:v>
                </c:pt>
                <c:pt idx="244">
                  <c:v>0.498301211171</c:v>
                </c:pt>
                <c:pt idx="245">
                  <c:v>0.501224404812</c:v>
                </c:pt>
                <c:pt idx="246">
                  <c:v>0.500664560638</c:v>
                </c:pt>
                <c:pt idx="247">
                  <c:v>0.502606996175</c:v>
                </c:pt>
                <c:pt idx="248">
                  <c:v>0.501747253774</c:v>
                </c:pt>
                <c:pt idx="249">
                  <c:v>0.500275380252</c:v>
                </c:pt>
                <c:pt idx="250">
                  <c:v>0.50090697044</c:v>
                </c:pt>
                <c:pt idx="251">
                  <c:v>0.502225596315</c:v>
                </c:pt>
                <c:pt idx="252">
                  <c:v>0.50061232293</c:v>
                </c:pt>
                <c:pt idx="253">
                  <c:v>0.500478800043</c:v>
                </c:pt>
                <c:pt idx="254">
                  <c:v>0.503590205177</c:v>
                </c:pt>
                <c:pt idx="255">
                  <c:v>0.504574317343</c:v>
                </c:pt>
                <c:pt idx="256">
                  <c:v>0.503534656689</c:v>
                </c:pt>
                <c:pt idx="257">
                  <c:v>0.506231185233</c:v>
                </c:pt>
                <c:pt idx="258">
                  <c:v>0.5</c:v>
                </c:pt>
                <c:pt idx="259">
                  <c:v>0.496663872067</c:v>
                </c:pt>
                <c:pt idx="260">
                  <c:v>0.494940229268</c:v>
                </c:pt>
                <c:pt idx="261">
                  <c:v>0.499776812886</c:v>
                </c:pt>
                <c:pt idx="262">
                  <c:v>0.49812687753</c:v>
                </c:pt>
                <c:pt idx="263">
                  <c:v>0.500382838413</c:v>
                </c:pt>
                <c:pt idx="264">
                  <c:v>0.500207916747</c:v>
                </c:pt>
                <c:pt idx="265">
                  <c:v>0.503405925022</c:v>
                </c:pt>
                <c:pt idx="266">
                  <c:v>0.501880582429</c:v>
                </c:pt>
                <c:pt idx="267">
                  <c:v>0.501880582429</c:v>
                </c:pt>
                <c:pt idx="268">
                  <c:v>0.503507554588</c:v>
                </c:pt>
                <c:pt idx="269">
                  <c:v>0.504422802869</c:v>
                </c:pt>
                <c:pt idx="270">
                  <c:v>0.505048710815</c:v>
                </c:pt>
                <c:pt idx="271">
                  <c:v>0.503664358776</c:v>
                </c:pt>
                <c:pt idx="272">
                  <c:v>0.504505981343</c:v>
                </c:pt>
                <c:pt idx="273">
                  <c:v>0.503108370731</c:v>
                </c:pt>
                <c:pt idx="274">
                  <c:v>0.50250999847</c:v>
                </c:pt>
                <c:pt idx="275">
                  <c:v>0.502130313884</c:v>
                </c:pt>
                <c:pt idx="276">
                  <c:v>0.500614807897</c:v>
                </c:pt>
                <c:pt idx="277">
                  <c:v>0.503401951876</c:v>
                </c:pt>
                <c:pt idx="278">
                  <c:v>0.5</c:v>
                </c:pt>
                <c:pt idx="279">
                  <c:v>0.500334038612</c:v>
                </c:pt>
                <c:pt idx="280">
                  <c:v>0.502157291182</c:v>
                </c:pt>
                <c:pt idx="281">
                  <c:v>0.50496571857</c:v>
                </c:pt>
                <c:pt idx="282">
                  <c:v>0.499506527672</c:v>
                </c:pt>
                <c:pt idx="283">
                  <c:v>0.504307230853</c:v>
                </c:pt>
                <c:pt idx="284">
                  <c:v>0.504987475809</c:v>
                </c:pt>
                <c:pt idx="285">
                  <c:v>0.507818882503</c:v>
                </c:pt>
                <c:pt idx="286">
                  <c:v>0.507749950827</c:v>
                </c:pt>
                <c:pt idx="287">
                  <c:v>0.507221966279</c:v>
                </c:pt>
                <c:pt idx="288">
                  <c:v>0.506976783889</c:v>
                </c:pt>
                <c:pt idx="289">
                  <c:v>0.509687224118</c:v>
                </c:pt>
                <c:pt idx="290">
                  <c:v>0.507172563555</c:v>
                </c:pt>
                <c:pt idx="291">
                  <c:v>0.510948584246</c:v>
                </c:pt>
                <c:pt idx="292">
                  <c:v>0.503610125007</c:v>
                </c:pt>
                <c:pt idx="293">
                  <c:v>0.503004022227</c:v>
                </c:pt>
                <c:pt idx="294">
                  <c:v>0.498407801063</c:v>
                </c:pt>
                <c:pt idx="295">
                  <c:v>0.488875405187</c:v>
                </c:pt>
                <c:pt idx="296">
                  <c:v>0.489416724917</c:v>
                </c:pt>
                <c:pt idx="297">
                  <c:v>0.494685589259</c:v>
                </c:pt>
                <c:pt idx="298">
                  <c:v>0.5</c:v>
                </c:pt>
                <c:pt idx="299">
                  <c:v>0.497744817116</c:v>
                </c:pt>
                <c:pt idx="300">
                  <c:v>0.488496773671</c:v>
                </c:pt>
                <c:pt idx="301">
                  <c:v>0.485500604315</c:v>
                </c:pt>
                <c:pt idx="302">
                  <c:v>0.482368417348</c:v>
                </c:pt>
                <c:pt idx="303">
                  <c:v>0.487121441101</c:v>
                </c:pt>
                <c:pt idx="304">
                  <c:v>0.484884432046</c:v>
                </c:pt>
                <c:pt idx="305">
                  <c:v>0.489068036896</c:v>
                </c:pt>
                <c:pt idx="306">
                  <c:v>0.485279795525</c:v>
                </c:pt>
                <c:pt idx="307">
                  <c:v>0.486621869051</c:v>
                </c:pt>
                <c:pt idx="308">
                  <c:v>0.488952986187</c:v>
                </c:pt>
                <c:pt idx="309">
                  <c:v>0.489029209136</c:v>
                </c:pt>
                <c:pt idx="310">
                  <c:v>0.496791748352</c:v>
                </c:pt>
                <c:pt idx="311">
                  <c:v>0.49489725758</c:v>
                </c:pt>
                <c:pt idx="312">
                  <c:v>0.494436481109</c:v>
                </c:pt>
                <c:pt idx="313">
                  <c:v>0.497191831146</c:v>
                </c:pt>
                <c:pt idx="314">
                  <c:v>0.484982127945</c:v>
                </c:pt>
                <c:pt idx="315">
                  <c:v>0.491844376626</c:v>
                </c:pt>
                <c:pt idx="316">
                  <c:v>0.491916203063</c:v>
                </c:pt>
                <c:pt idx="317">
                  <c:v>0.490459568631</c:v>
                </c:pt>
                <c:pt idx="318">
                  <c:v>0.494430670298</c:v>
                </c:pt>
                <c:pt idx="319">
                  <c:v>0.495051446704</c:v>
                </c:pt>
                <c:pt idx="320">
                  <c:v>0.493551558349</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0.5</c:v>
                </c:pt>
                <c:pt idx="860">
                  <c:v>0.50027388673</c:v>
                </c:pt>
                <c:pt idx="861">
                  <c:v>0.507250394079</c:v>
                </c:pt>
                <c:pt idx="862">
                  <c:v>0.506943917465</c:v>
                </c:pt>
                <c:pt idx="863">
                  <c:v>0.503589397438</c:v>
                </c:pt>
                <c:pt idx="864">
                  <c:v>0.504100997152</c:v>
                </c:pt>
                <c:pt idx="865">
                  <c:v>0.505019019609</c:v>
                </c:pt>
                <c:pt idx="866">
                  <c:v>0.502798206076</c:v>
                </c:pt>
                <c:pt idx="867">
                  <c:v>0.506508408196</c:v>
                </c:pt>
                <c:pt idx="868">
                  <c:v>0.507952874609</c:v>
                </c:pt>
                <c:pt idx="869">
                  <c:v>0.510056523621</c:v>
                </c:pt>
                <c:pt idx="870">
                  <c:v>0.512134253928</c:v>
                </c:pt>
                <c:pt idx="871">
                  <c:v>0.509827797153</c:v>
                </c:pt>
                <c:pt idx="872">
                  <c:v>0.512367340001</c:v>
                </c:pt>
                <c:pt idx="873">
                  <c:v>0.508508239056</c:v>
                </c:pt>
                <c:pt idx="874">
                  <c:v>0.509073812657</c:v>
                </c:pt>
                <c:pt idx="875">
                  <c:v>0.510965848946</c:v>
                </c:pt>
                <c:pt idx="876">
                  <c:v>0.514020345767</c:v>
                </c:pt>
                <c:pt idx="877">
                  <c:v>0.514020345767</c:v>
                </c:pt>
                <c:pt idx="878">
                  <c:v>0.509732914313</c:v>
                </c:pt>
                <c:pt idx="879">
                  <c:v>0.507308577078</c:v>
                </c:pt>
                <c:pt idx="880">
                  <c:v>0.509612938108</c:v>
                </c:pt>
                <c:pt idx="881">
                  <c:v>0.517470571724</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0.5</c:v>
                </c:pt>
                <c:pt idx="905">
                  <c:v>0.497075300455</c:v>
                </c:pt>
                <c:pt idx="906">
                  <c:v>0.500571405731</c:v>
                </c:pt>
                <c:pt idx="907">
                  <c:v>0.499990297929</c:v>
                </c:pt>
                <c:pt idx="908">
                  <c:v>0.50098291838</c:v>
                </c:pt>
                <c:pt idx="909">
                  <c:v>0.504010936135</c:v>
                </c:pt>
                <c:pt idx="910">
                  <c:v>0.504878755058</c:v>
                </c:pt>
                <c:pt idx="911">
                  <c:v>0.503665524042</c:v>
                </c:pt>
                <c:pt idx="912">
                  <c:v>0.503288817576</c:v>
                </c:pt>
                <c:pt idx="913">
                  <c:v>0.499916519929</c:v>
                </c:pt>
                <c:pt idx="914">
                  <c:v>0.498967004227</c:v>
                </c:pt>
                <c:pt idx="915">
                  <c:v>0.498651024804</c:v>
                </c:pt>
                <c:pt idx="916">
                  <c:v>0.498551554518</c:v>
                </c:pt>
                <c:pt idx="917">
                  <c:v>0.500746550953</c:v>
                </c:pt>
                <c:pt idx="918">
                  <c:v>0.502019983286</c:v>
                </c:pt>
                <c:pt idx="919">
                  <c:v>0.503244181508</c:v>
                </c:pt>
                <c:pt idx="920">
                  <c:v>0.501787663673</c:v>
                </c:pt>
                <c:pt idx="921">
                  <c:v>0.505169403934</c:v>
                </c:pt>
                <c:pt idx="922">
                  <c:v>0.504981246621</c:v>
                </c:pt>
                <c:pt idx="923">
                  <c:v>0.502567043661</c:v>
                </c:pt>
                <c:pt idx="924">
                  <c:v>0.5</c:v>
                </c:pt>
                <c:pt idx="925">
                  <c:v>0.50165852911</c:v>
                </c:pt>
                <c:pt idx="926">
                  <c:v>0.502841167862</c:v>
                </c:pt>
                <c:pt idx="927">
                  <c:v>0.500173778003</c:v>
                </c:pt>
                <c:pt idx="928">
                  <c:v>0.498324182544</c:v>
                </c:pt>
                <c:pt idx="929">
                  <c:v>0.500801559551</c:v>
                </c:pt>
                <c:pt idx="930">
                  <c:v>0.500811698502</c:v>
                </c:pt>
                <c:pt idx="931">
                  <c:v>0.497539075652</c:v>
                </c:pt>
                <c:pt idx="932">
                  <c:v>0.49474170314</c:v>
                </c:pt>
                <c:pt idx="933">
                  <c:v>0.495215419513</c:v>
                </c:pt>
                <c:pt idx="934">
                  <c:v>0.494888228097</c:v>
                </c:pt>
                <c:pt idx="935">
                  <c:v>0.497473581869</c:v>
                </c:pt>
                <c:pt idx="936">
                  <c:v>0.495744971811</c:v>
                </c:pt>
                <c:pt idx="937">
                  <c:v>0.494903270369</c:v>
                </c:pt>
                <c:pt idx="938">
                  <c:v>0.495113886839</c:v>
                </c:pt>
                <c:pt idx="939">
                  <c:v>0.496111225677</c:v>
                </c:pt>
                <c:pt idx="940">
                  <c:v>0.498779444074</c:v>
                </c:pt>
                <c:pt idx="941">
                  <c:v>0.497331255353</c:v>
                </c:pt>
                <c:pt idx="942">
                  <c:v>0.498049467128</c:v>
                </c:pt>
                <c:pt idx="943">
                  <c:v>0.497694660156</c:v>
                </c:pt>
                <c:pt idx="944">
                  <c:v>0.49586286514</c:v>
                </c:pt>
                <c:pt idx="945">
                  <c:v>0.493240639994</c:v>
                </c:pt>
                <c:pt idx="946">
                  <c:v>0.495611974168</c:v>
                </c:pt>
                <c:pt idx="947">
                  <c:v>0.495611974168</c:v>
                </c:pt>
                <c:pt idx="948">
                  <c:v>0.494975947585</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0.5</c:v>
                </c:pt>
                <c:pt idx="1419">
                  <c:v>0.50295181575</c:v>
                </c:pt>
                <c:pt idx="1420">
                  <c:v>0.50295181575</c:v>
                </c:pt>
                <c:pt idx="1421">
                  <c:v>0.499150796759</c:v>
                </c:pt>
                <c:pt idx="1422">
                  <c:v>0.503152304675</c:v>
                </c:pt>
                <c:pt idx="1423">
                  <c:v>0.501870518584</c:v>
                </c:pt>
                <c:pt idx="1424">
                  <c:v>0.502104560609</c:v>
                </c:pt>
                <c:pt idx="1425">
                  <c:v>0.499009015224</c:v>
                </c:pt>
                <c:pt idx="1426">
                  <c:v>0.500381962695</c:v>
                </c:pt>
                <c:pt idx="1427">
                  <c:v>0.50316201316</c:v>
                </c:pt>
                <c:pt idx="1428">
                  <c:v>0.502906409299</c:v>
                </c:pt>
                <c:pt idx="1429">
                  <c:v>0.504884567259</c:v>
                </c:pt>
                <c:pt idx="1430">
                  <c:v>0.503703483632</c:v>
                </c:pt>
                <c:pt idx="1431">
                  <c:v>0.501400816698</c:v>
                </c:pt>
                <c:pt idx="1432">
                  <c:v>0.498877919859</c:v>
                </c:pt>
                <c:pt idx="1433">
                  <c:v>0.504630970645</c:v>
                </c:pt>
                <c:pt idx="1434">
                  <c:v>0.504831685698</c:v>
                </c:pt>
                <c:pt idx="1435">
                  <c:v>0.506343068158</c:v>
                </c:pt>
                <c:pt idx="1436">
                  <c:v>0.506048860443</c:v>
                </c:pt>
                <c:pt idx="1437">
                  <c:v>0.505648840371</c:v>
                </c:pt>
                <c:pt idx="1438">
                  <c:v>0.508280026069</c:v>
                </c:pt>
                <c:pt idx="1439">
                  <c:v>0.505178568468</c:v>
                </c:pt>
                <c:pt idx="1440">
                  <c:v>0.498366407572</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0.5</c:v>
                </c:pt>
                <c:pt idx="1485">
                  <c:v>0.498673030155</c:v>
                </c:pt>
                <c:pt idx="1486">
                  <c:v>0.495049281764</c:v>
                </c:pt>
                <c:pt idx="1487">
                  <c:v>0.491971397472</c:v>
                </c:pt>
                <c:pt idx="1488">
                  <c:v>0.489749270725</c:v>
                </c:pt>
                <c:pt idx="1489">
                  <c:v>0.492051056952</c:v>
                </c:pt>
                <c:pt idx="1490">
                  <c:v>0.480451132697</c:v>
                </c:pt>
                <c:pt idx="1491">
                  <c:v>0.481584726577</c:v>
                </c:pt>
                <c:pt idx="1492">
                  <c:v>0.477532255726</c:v>
                </c:pt>
                <c:pt idx="1493">
                  <c:v>0.477401399046</c:v>
                </c:pt>
                <c:pt idx="1494">
                  <c:v>0.473167075832</c:v>
                </c:pt>
                <c:pt idx="1495">
                  <c:v>0.477643920766</c:v>
                </c:pt>
                <c:pt idx="1496">
                  <c:v>0.471985690969</c:v>
                </c:pt>
                <c:pt idx="1497">
                  <c:v>0.485860526529</c:v>
                </c:pt>
                <c:pt idx="1498">
                  <c:v>0.485796790178</c:v>
                </c:pt>
                <c:pt idx="1499">
                  <c:v>0.486839448524</c:v>
                </c:pt>
                <c:pt idx="1500">
                  <c:v>0.489262632806</c:v>
                </c:pt>
                <c:pt idx="1501">
                  <c:v>0.49906027059</c:v>
                </c:pt>
                <c:pt idx="1502">
                  <c:v>0.500785506678</c:v>
                </c:pt>
                <c:pt idx="1503">
                  <c:v>0.503075544789</c:v>
                </c:pt>
                <c:pt idx="1504">
                  <c:v>0.495486155792</c:v>
                </c:pt>
                <c:pt idx="1505">
                  <c:v>0.496408355802</c:v>
                </c:pt>
                <c:pt idx="1506">
                  <c:v>0.497639338015</c:v>
                </c:pt>
                <c:pt idx="1507">
                  <c:v>0.5</c:v>
                </c:pt>
                <c:pt idx="1508">
                  <c:v>0.501311489092</c:v>
                </c:pt>
                <c:pt idx="1509">
                  <c:v>0.502017122396</c:v>
                </c:pt>
                <c:pt idx="1510">
                  <c:v>0.500881070543</c:v>
                </c:pt>
                <c:pt idx="1511">
                  <c:v>0.501283041044</c:v>
                </c:pt>
                <c:pt idx="1512">
                  <c:v>0.500893950814</c:v>
                </c:pt>
                <c:pt idx="1513">
                  <c:v>0.500864366361</c:v>
                </c:pt>
                <c:pt idx="1514">
                  <c:v>0.502259666441</c:v>
                </c:pt>
                <c:pt idx="1515">
                  <c:v>0.502669215211</c:v>
                </c:pt>
                <c:pt idx="1516">
                  <c:v>0.502044916756</c:v>
                </c:pt>
                <c:pt idx="1517">
                  <c:v>0.50277017426</c:v>
                </c:pt>
                <c:pt idx="1518">
                  <c:v>0.50105551756</c:v>
                </c:pt>
                <c:pt idx="1519">
                  <c:v>0.501641264468</c:v>
                </c:pt>
                <c:pt idx="1520">
                  <c:v>0.498934684134</c:v>
                </c:pt>
                <c:pt idx="1521">
                  <c:v>0.497823042412</c:v>
                </c:pt>
                <c:pt idx="1522">
                  <c:v>0.496273782688</c:v>
                </c:pt>
                <c:pt idx="1523">
                  <c:v>0.496315594063</c:v>
                </c:pt>
                <c:pt idx="1524">
                  <c:v>0.496315594063</c:v>
                </c:pt>
                <c:pt idx="1525">
                  <c:v>0.495588936791</c:v>
                </c:pt>
                <c:pt idx="1526">
                  <c:v>0.49650921716</c:v>
                </c:pt>
                <c:pt idx="1527">
                  <c:v>0.5</c:v>
                </c:pt>
                <c:pt idx="1528">
                  <c:v>0.50045614593</c:v>
                </c:pt>
                <c:pt idx="1529">
                  <c:v>0.500182857724</c:v>
                </c:pt>
                <c:pt idx="1530">
                  <c:v>0.501967103844</c:v>
                </c:pt>
                <c:pt idx="1531">
                  <c:v>0.502331069922</c:v>
                </c:pt>
                <c:pt idx="1532">
                  <c:v>0.500790088124</c:v>
                </c:pt>
                <c:pt idx="1533">
                  <c:v>0.502131265001</c:v>
                </c:pt>
                <c:pt idx="1534">
                  <c:v>0.498420623632</c:v>
                </c:pt>
                <c:pt idx="1535">
                  <c:v>0.494201630028</c:v>
                </c:pt>
                <c:pt idx="1536">
                  <c:v>0.493338111477</c:v>
                </c:pt>
                <c:pt idx="1537">
                  <c:v>0.491633236693</c:v>
                </c:pt>
                <c:pt idx="1538">
                  <c:v>0.487841450134</c:v>
                </c:pt>
                <c:pt idx="1539">
                  <c:v>0.490904269646</c:v>
                </c:pt>
                <c:pt idx="1540">
                  <c:v>0.493245358218</c:v>
                </c:pt>
                <c:pt idx="1541">
                  <c:v>0.488862446146</c:v>
                </c:pt>
                <c:pt idx="1542">
                  <c:v>0.48707276559</c:v>
                </c:pt>
                <c:pt idx="1543">
                  <c:v>0.488481340503</c:v>
                </c:pt>
                <c:pt idx="1544">
                  <c:v>0.487254766811</c:v>
                </c:pt>
                <c:pt idx="1545">
                  <c:v>0.497746605484</c:v>
                </c:pt>
                <c:pt idx="1546">
                  <c:v>0.498196207178</c:v>
                </c:pt>
                <c:pt idx="1547">
                  <c:v>0.499187014935</c:v>
                </c:pt>
                <c:pt idx="1548">
                  <c:v>0.50448115241</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0.5</c:v>
                </c:pt>
                <c:pt idx="1591">
                  <c:v>0.500444771807</c:v>
                </c:pt>
                <c:pt idx="1592">
                  <c:v>0.497956583385</c:v>
                </c:pt>
                <c:pt idx="1593">
                  <c:v>0.492615358598</c:v>
                </c:pt>
                <c:pt idx="1594">
                  <c:v>0.497840634341</c:v>
                </c:pt>
                <c:pt idx="1595">
                  <c:v>0.496009208133</c:v>
                </c:pt>
                <c:pt idx="1596">
                  <c:v>0.497412195395</c:v>
                </c:pt>
                <c:pt idx="1597">
                  <c:v>0.494289202763</c:v>
                </c:pt>
                <c:pt idx="1598">
                  <c:v>0.496685378164</c:v>
                </c:pt>
                <c:pt idx="1599">
                  <c:v>0.503558793996</c:v>
                </c:pt>
                <c:pt idx="1600">
                  <c:v>0.505755326937</c:v>
                </c:pt>
                <c:pt idx="1601">
                  <c:v>0.508709998096</c:v>
                </c:pt>
                <c:pt idx="1602">
                  <c:v>0.51968266048</c:v>
                </c:pt>
                <c:pt idx="1603">
                  <c:v>0.518923048811</c:v>
                </c:pt>
                <c:pt idx="1604">
                  <c:v>0.532128852683</c:v>
                </c:pt>
                <c:pt idx="1605">
                  <c:v>0.528118063828</c:v>
                </c:pt>
                <c:pt idx="1606">
                  <c:v>0.524862957559</c:v>
                </c:pt>
                <c:pt idx="1607">
                  <c:v>0.52596566426</c:v>
                </c:pt>
                <c:pt idx="1608">
                  <c:v>0.516257486142</c:v>
                </c:pt>
                <c:pt idx="1609">
                  <c:v>0.514334305358</c:v>
                </c:pt>
                <c:pt idx="1610">
                  <c:v>0.513901296676</c:v>
                </c:pt>
                <c:pt idx="1611">
                  <c:v>0.511458202913</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0.5</c:v>
                </c:pt>
                <c:pt idx="1635">
                  <c:v>0.515018238393</c:v>
                </c:pt>
                <c:pt idx="1636">
                  <c:v>0.511451276234</c:v>
                </c:pt>
                <c:pt idx="1637">
                  <c:v>0.515852675382</c:v>
                </c:pt>
                <c:pt idx="1638">
                  <c:v>0.509182298776</c:v>
                </c:pt>
                <c:pt idx="1639">
                  <c:v>0.496667275914</c:v>
                </c:pt>
                <c:pt idx="1640">
                  <c:v>0.504382178499</c:v>
                </c:pt>
                <c:pt idx="1641">
                  <c:v>0.506452626771</c:v>
                </c:pt>
                <c:pt idx="1642">
                  <c:v>0.497664009967</c:v>
                </c:pt>
                <c:pt idx="1643">
                  <c:v>0.495939047876</c:v>
                </c:pt>
                <c:pt idx="1644">
                  <c:v>0.491556383966</c:v>
                </c:pt>
                <c:pt idx="1645">
                  <c:v>0.501640800928</c:v>
                </c:pt>
                <c:pt idx="1646">
                  <c:v>0.505131594416</c:v>
                </c:pt>
                <c:pt idx="1647">
                  <c:v>0.506606769136</c:v>
                </c:pt>
                <c:pt idx="1648">
                  <c:v>0.506606769136</c:v>
                </c:pt>
                <c:pt idx="1649">
                  <c:v>0.519752047319</c:v>
                </c:pt>
                <c:pt idx="1650">
                  <c:v>0.523780166574</c:v>
                </c:pt>
                <c:pt idx="1651">
                  <c:v>0.522383752236</c:v>
                </c:pt>
                <c:pt idx="1652">
                  <c:v>0.523526745234</c:v>
                </c:pt>
                <c:pt idx="1653">
                  <c:v>0.525070756592</c:v>
                </c:pt>
                <c:pt idx="1654">
                  <c:v>0.525900518782</c:v>
                </c:pt>
                <c:pt idx="1655">
                  <c:v>0.5</c:v>
                </c:pt>
                <c:pt idx="1656">
                  <c:v>0.500327724013</c:v>
                </c:pt>
                <c:pt idx="1657">
                  <c:v>0.489306476277</c:v>
                </c:pt>
                <c:pt idx="1658">
                  <c:v>0.491249765063</c:v>
                </c:pt>
                <c:pt idx="1659">
                  <c:v>0.494896436162</c:v>
                </c:pt>
                <c:pt idx="1660">
                  <c:v>0.489704416321</c:v>
                </c:pt>
                <c:pt idx="1661">
                  <c:v>0.503179683681</c:v>
                </c:pt>
                <c:pt idx="1662">
                  <c:v>0.507321590338</c:v>
                </c:pt>
                <c:pt idx="1663">
                  <c:v>0.51732899507</c:v>
                </c:pt>
                <c:pt idx="1664">
                  <c:v>0.516847382289</c:v>
                </c:pt>
                <c:pt idx="1665">
                  <c:v>0.518411492748</c:v>
                </c:pt>
                <c:pt idx="1666">
                  <c:v>0.526738169103</c:v>
                </c:pt>
                <c:pt idx="1667">
                  <c:v>0.526738169103</c:v>
                </c:pt>
                <c:pt idx="1668">
                  <c:v>0.529936016453</c:v>
                </c:pt>
                <c:pt idx="1669">
                  <c:v>0.518740112852</c:v>
                </c:pt>
                <c:pt idx="1670">
                  <c:v>0.525384538231</c:v>
                </c:pt>
                <c:pt idx="1671">
                  <c:v>0.522417346555</c:v>
                </c:pt>
                <c:pt idx="1672">
                  <c:v>0.523506422457</c:v>
                </c:pt>
                <c:pt idx="1673">
                  <c:v>0.525263447102</c:v>
                </c:pt>
                <c:pt idx="1674">
                  <c:v>0.528028101096</c:v>
                </c:pt>
                <c:pt idx="1675">
                  <c:v>0.522860795926</c:v>
                </c:pt>
                <c:pt idx="1676">
                  <c:v>0.5</c:v>
                </c:pt>
                <c:pt idx="1677">
                  <c:v>0.5</c:v>
                </c:pt>
                <c:pt idx="1678">
                  <c:v>0.50307643437</c:v>
                </c:pt>
                <c:pt idx="1679">
                  <c:v>0.492853687962</c:v>
                </c:pt>
                <c:pt idx="1680">
                  <c:v>0.489893566757</c:v>
                </c:pt>
                <c:pt idx="1681">
                  <c:v>0.49515060928</c:v>
                </c:pt>
                <c:pt idx="1682">
                  <c:v>0.495770226925</c:v>
                </c:pt>
                <c:pt idx="1683">
                  <c:v>0.480026520165</c:v>
                </c:pt>
                <c:pt idx="1684">
                  <c:v>0.481263344696</c:v>
                </c:pt>
                <c:pt idx="1685">
                  <c:v>0.479826177649</c:v>
                </c:pt>
                <c:pt idx="1686">
                  <c:v>0.477930963745</c:v>
                </c:pt>
                <c:pt idx="1687">
                  <c:v>0.470070695436</c:v>
                </c:pt>
                <c:pt idx="1688">
                  <c:v>0.468943740716</c:v>
                </c:pt>
                <c:pt idx="1689">
                  <c:v>0.471757181707</c:v>
                </c:pt>
                <c:pt idx="1690">
                  <c:v>0.468470372908</c:v>
                </c:pt>
                <c:pt idx="1691">
                  <c:v>0.463357774997</c:v>
                </c:pt>
                <c:pt idx="1692">
                  <c:v>0.460400703713</c:v>
                </c:pt>
                <c:pt idx="1693">
                  <c:v>0.469968820314</c:v>
                </c:pt>
                <c:pt idx="1694">
                  <c:v>0.468981824214</c:v>
                </c:pt>
                <c:pt idx="1695">
                  <c:v>0.456188431454</c:v>
                </c:pt>
                <c:pt idx="1696">
                  <c:v>0.466714218253</c:v>
                </c:pt>
                <c:pt idx="1697">
                  <c:v>0.467664860314</c:v>
                </c:pt>
                <c:pt idx="1698">
                  <c:v>0.473702263118</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5"/>
          <c:order val="5"/>
          <c:tx>
            <c:strRef>
              <c:f>PDBC</c:f>
              <c:strCache>
                <c:ptCount val="1"/>
                <c:pt idx="0">
                  <c:v>PDBC</c:v>
                </c:pt>
              </c:strCache>
            </c:strRef>
          </c:tx>
          <c:spPr>
            <a:solidFill>
              <a:srgbClr val="CBA38A"/>
            </a:solidFill>
            <a:ln w="0">
              <a:noFill/>
            </a:ln>
          </c:spPr>
          <c:dLbls>
            <c:delete val="1"/>
          </c:dLbls>
          <c:cat>
            <c:strRef>
              <c:f>'Chart Data'!$K$2:$K$1734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Data'!$L$2:$L$1734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0.5</c:v>
                </c:pt>
                <c:pt idx="216">
                  <c:v>0.495022384508</c:v>
                </c:pt>
                <c:pt idx="217">
                  <c:v>0.491834492202</c:v>
                </c:pt>
                <c:pt idx="218">
                  <c:v>0.489829195187</c:v>
                </c:pt>
                <c:pt idx="219">
                  <c:v>0.490380268342</c:v>
                </c:pt>
                <c:pt idx="220">
                  <c:v>0.497651616567</c:v>
                </c:pt>
                <c:pt idx="221">
                  <c:v>0.496390118166</c:v>
                </c:pt>
                <c:pt idx="222">
                  <c:v>0.496080667302</c:v>
                </c:pt>
                <c:pt idx="223">
                  <c:v>0.491565539402</c:v>
                </c:pt>
                <c:pt idx="224">
                  <c:v>0.490676113296</c:v>
                </c:pt>
                <c:pt idx="225">
                  <c:v>0.491466714032</c:v>
                </c:pt>
                <c:pt idx="226">
                  <c:v>0.492641422849</c:v>
                </c:pt>
                <c:pt idx="227">
                  <c:v>0.492128300984</c:v>
                </c:pt>
                <c:pt idx="228">
                  <c:v>0.492132931987</c:v>
                </c:pt>
                <c:pt idx="229">
                  <c:v>0.492208892258</c:v>
                </c:pt>
                <c:pt idx="230">
                  <c:v>0.494290591482</c:v>
                </c:pt>
                <c:pt idx="231">
                  <c:v>0.497307910234</c:v>
                </c:pt>
                <c:pt idx="232">
                  <c:v>0.497307910234</c:v>
                </c:pt>
                <c:pt idx="233">
                  <c:v>0.494497782673</c:v>
                </c:pt>
                <c:pt idx="234">
                  <c:v>0.499184055271</c:v>
                </c:pt>
                <c:pt idx="235">
                  <c:v>0.493332633347</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0.5</c:v>
                </c:pt>
                <c:pt idx="299">
                  <c:v>0.502255182884</c:v>
                </c:pt>
                <c:pt idx="300">
                  <c:v>0.511503226329</c:v>
                </c:pt>
                <c:pt idx="301">
                  <c:v>0.514499395685</c:v>
                </c:pt>
                <c:pt idx="302">
                  <c:v>0.517631582652</c:v>
                </c:pt>
                <c:pt idx="303">
                  <c:v>0.512878558899</c:v>
                </c:pt>
                <c:pt idx="304">
                  <c:v>0.515115567954</c:v>
                </c:pt>
                <c:pt idx="305">
                  <c:v>0.510931963104</c:v>
                </c:pt>
                <c:pt idx="306">
                  <c:v>0.514720204475</c:v>
                </c:pt>
                <c:pt idx="307">
                  <c:v>0.513378130949</c:v>
                </c:pt>
                <c:pt idx="308">
                  <c:v>0.511047013813</c:v>
                </c:pt>
                <c:pt idx="309">
                  <c:v>0.510970790864</c:v>
                </c:pt>
                <c:pt idx="310">
                  <c:v>0.503208251648</c:v>
                </c:pt>
                <c:pt idx="311">
                  <c:v>0.50510274242</c:v>
                </c:pt>
                <c:pt idx="312">
                  <c:v>0.505563518891</c:v>
                </c:pt>
                <c:pt idx="313">
                  <c:v>0.502808168854</c:v>
                </c:pt>
                <c:pt idx="314">
                  <c:v>0.515017872055</c:v>
                </c:pt>
                <c:pt idx="315">
                  <c:v>0.508155623374</c:v>
                </c:pt>
                <c:pt idx="316">
                  <c:v>0.508083796937</c:v>
                </c:pt>
                <c:pt idx="317">
                  <c:v>0.509540431369</c:v>
                </c:pt>
                <c:pt idx="318">
                  <c:v>0.505569329702</c:v>
                </c:pt>
                <c:pt idx="319">
                  <c:v>0.504948553296</c:v>
                </c:pt>
                <c:pt idx="320">
                  <c:v>0.506448441651</c:v>
                </c:pt>
                <c:pt idx="321">
                  <c:v>0.5</c:v>
                </c:pt>
                <c:pt idx="322">
                  <c:v>0.500661796391</c:v>
                </c:pt>
                <c:pt idx="323">
                  <c:v>0.50136513481</c:v>
                </c:pt>
                <c:pt idx="324">
                  <c:v>0.50348446612</c:v>
                </c:pt>
                <c:pt idx="325">
                  <c:v>0.50347521138</c:v>
                </c:pt>
                <c:pt idx="326">
                  <c:v>0.504470605224</c:v>
                </c:pt>
                <c:pt idx="327">
                  <c:v>0.504863177584</c:v>
                </c:pt>
                <c:pt idx="328">
                  <c:v>0.511821002206</c:v>
                </c:pt>
                <c:pt idx="329">
                  <c:v>0.512591832886</c:v>
                </c:pt>
                <c:pt idx="330">
                  <c:v>0.510827241263</c:v>
                </c:pt>
                <c:pt idx="331">
                  <c:v>0.510400396218</c:v>
                </c:pt>
                <c:pt idx="332">
                  <c:v>0.51091942587</c:v>
                </c:pt>
                <c:pt idx="333">
                  <c:v>0.512219714107</c:v>
                </c:pt>
                <c:pt idx="334">
                  <c:v>0.511886074271</c:v>
                </c:pt>
                <c:pt idx="335">
                  <c:v>0.512896589638</c:v>
                </c:pt>
                <c:pt idx="336">
                  <c:v>0.513360331848</c:v>
                </c:pt>
                <c:pt idx="337">
                  <c:v>0.514901455685</c:v>
                </c:pt>
                <c:pt idx="338">
                  <c:v>0.515166595078</c:v>
                </c:pt>
                <c:pt idx="339">
                  <c:v>0.515809878705</c:v>
                </c:pt>
                <c:pt idx="340">
                  <c:v>0.513482609547</c:v>
                </c:pt>
                <c:pt idx="341">
                  <c:v>0.520114373307</c:v>
                </c:pt>
                <c:pt idx="342">
                  <c:v>0.5</c:v>
                </c:pt>
                <c:pt idx="343">
                  <c:v>0.50434019814</c:v>
                </c:pt>
                <c:pt idx="344">
                  <c:v>0.503767766125</c:v>
                </c:pt>
                <c:pt idx="345">
                  <c:v>0.502706843299</c:v>
                </c:pt>
                <c:pt idx="346">
                  <c:v>0.500769490544</c:v>
                </c:pt>
                <c:pt idx="347">
                  <c:v>0.507310277257</c:v>
                </c:pt>
                <c:pt idx="348">
                  <c:v>0.508083025174</c:v>
                </c:pt>
                <c:pt idx="349">
                  <c:v>0.502701788462</c:v>
                </c:pt>
                <c:pt idx="350">
                  <c:v>0.510039293779</c:v>
                </c:pt>
                <c:pt idx="351">
                  <c:v>0.510298360691</c:v>
                </c:pt>
                <c:pt idx="352">
                  <c:v>0.505262199274</c:v>
                </c:pt>
                <c:pt idx="353">
                  <c:v>0.501526985327</c:v>
                </c:pt>
                <c:pt idx="354">
                  <c:v>0.499605792329</c:v>
                </c:pt>
                <c:pt idx="355">
                  <c:v>0.500901665717</c:v>
                </c:pt>
                <c:pt idx="356">
                  <c:v>0.503236885429</c:v>
                </c:pt>
                <c:pt idx="357">
                  <c:v>0.499823317722</c:v>
                </c:pt>
                <c:pt idx="358">
                  <c:v>0.500193331394</c:v>
                </c:pt>
                <c:pt idx="359">
                  <c:v>0.503085382666</c:v>
                </c:pt>
                <c:pt idx="360">
                  <c:v>0.499963995356</c:v>
                </c:pt>
                <c:pt idx="361">
                  <c:v>0.501181455352</c:v>
                </c:pt>
                <c:pt idx="362">
                  <c:v>0.503531819491</c:v>
                </c:pt>
                <c:pt idx="363">
                  <c:v>0.5</c:v>
                </c:pt>
                <c:pt idx="364">
                  <c:v>0.499028435948</c:v>
                </c:pt>
                <c:pt idx="365">
                  <c:v>0.499535818981</c:v>
                </c:pt>
                <c:pt idx="366">
                  <c:v>0.500281175627</c:v>
                </c:pt>
                <c:pt idx="367">
                  <c:v>0.502602323602</c:v>
                </c:pt>
                <c:pt idx="368">
                  <c:v>0.501603643395</c:v>
                </c:pt>
                <c:pt idx="369">
                  <c:v>0.501442798414</c:v>
                </c:pt>
                <c:pt idx="370">
                  <c:v>0.500156550701</c:v>
                </c:pt>
                <c:pt idx="371">
                  <c:v>0.498595421831</c:v>
                </c:pt>
                <c:pt idx="372">
                  <c:v>0.498048307556</c:v>
                </c:pt>
                <c:pt idx="373">
                  <c:v>0.497677784818</c:v>
                </c:pt>
                <c:pt idx="374">
                  <c:v>0.491594652361</c:v>
                </c:pt>
                <c:pt idx="375">
                  <c:v>0.497706130815</c:v>
                </c:pt>
                <c:pt idx="376">
                  <c:v>0.497348632455</c:v>
                </c:pt>
                <c:pt idx="377">
                  <c:v>0.496269758242</c:v>
                </c:pt>
                <c:pt idx="378">
                  <c:v>0.498089340033</c:v>
                </c:pt>
                <c:pt idx="379">
                  <c:v>0.497621804107</c:v>
                </c:pt>
                <c:pt idx="380">
                  <c:v>0.495854483028</c:v>
                </c:pt>
                <c:pt idx="381">
                  <c:v>0.495224995183</c:v>
                </c:pt>
                <c:pt idx="382">
                  <c:v>0.495971877556</c:v>
                </c:pt>
                <c:pt idx="383">
                  <c:v>0.498262686592</c:v>
                </c:pt>
                <c:pt idx="384">
                  <c:v>0.498494848697</c:v>
                </c:pt>
                <c:pt idx="385">
                  <c:v>0.5</c:v>
                </c:pt>
                <c:pt idx="386">
                  <c:v>0.5</c:v>
                </c:pt>
                <c:pt idx="387">
                  <c:v>0.49373595963</c:v>
                </c:pt>
                <c:pt idx="388">
                  <c:v>0.489809378761</c:v>
                </c:pt>
                <c:pt idx="389">
                  <c:v>0.493888272091</c:v>
                </c:pt>
                <c:pt idx="390">
                  <c:v>0.493879291658</c:v>
                </c:pt>
                <c:pt idx="391">
                  <c:v>0.493486155285</c:v>
                </c:pt>
                <c:pt idx="392">
                  <c:v>0.496828386914</c:v>
                </c:pt>
                <c:pt idx="393">
                  <c:v>0.493716775852</c:v>
                </c:pt>
                <c:pt idx="394">
                  <c:v>0.493317204399</c:v>
                </c:pt>
                <c:pt idx="395">
                  <c:v>0.494655693717</c:v>
                </c:pt>
                <c:pt idx="396">
                  <c:v>0.488733125444</c:v>
                </c:pt>
                <c:pt idx="397">
                  <c:v>0.488432260773</c:v>
                </c:pt>
                <c:pt idx="398">
                  <c:v>0.492044662532</c:v>
                </c:pt>
                <c:pt idx="399">
                  <c:v>0.493788315722</c:v>
                </c:pt>
                <c:pt idx="400">
                  <c:v>0.49198097486</c:v>
                </c:pt>
                <c:pt idx="401">
                  <c:v>0.493483683392</c:v>
                </c:pt>
                <c:pt idx="402">
                  <c:v>0.493632165267</c:v>
                </c:pt>
                <c:pt idx="403">
                  <c:v>0.494975817816</c:v>
                </c:pt>
                <c:pt idx="404">
                  <c:v>0.49762833487</c:v>
                </c:pt>
                <c:pt idx="405">
                  <c:v>0.497376972839</c:v>
                </c:pt>
                <c:pt idx="406">
                  <c:v>0.494442013711</c:v>
                </c:pt>
                <c:pt idx="407">
                  <c:v>0.5</c:v>
                </c:pt>
                <c:pt idx="408">
                  <c:v>0.497086000679</c:v>
                </c:pt>
                <c:pt idx="409">
                  <c:v>0.498655562094</c:v>
                </c:pt>
                <c:pt idx="410">
                  <c:v>0.49686269571</c:v>
                </c:pt>
                <c:pt idx="411">
                  <c:v>0.493390906114</c:v>
                </c:pt>
                <c:pt idx="412">
                  <c:v>0.4971325148</c:v>
                </c:pt>
                <c:pt idx="413">
                  <c:v>0.49876320274</c:v>
                </c:pt>
                <c:pt idx="414">
                  <c:v>0.497142035173</c:v>
                </c:pt>
                <c:pt idx="415">
                  <c:v>0.495560580919</c:v>
                </c:pt>
                <c:pt idx="416">
                  <c:v>0.494092755601</c:v>
                </c:pt>
                <c:pt idx="417">
                  <c:v>0.493078202759</c:v>
                </c:pt>
                <c:pt idx="418">
                  <c:v>0.492755750886</c:v>
                </c:pt>
                <c:pt idx="419">
                  <c:v>0.488866473752</c:v>
                </c:pt>
                <c:pt idx="420">
                  <c:v>0.480941436337</c:v>
                </c:pt>
                <c:pt idx="421">
                  <c:v>0.486649551576</c:v>
                </c:pt>
                <c:pt idx="422">
                  <c:v>0.49233503832</c:v>
                </c:pt>
                <c:pt idx="423">
                  <c:v>0.494391452183</c:v>
                </c:pt>
                <c:pt idx="424">
                  <c:v>0.494238106754</c:v>
                </c:pt>
                <c:pt idx="425">
                  <c:v>0.494771042298</c:v>
                </c:pt>
                <c:pt idx="426">
                  <c:v>0.494421109382</c:v>
                </c:pt>
                <c:pt idx="427">
                  <c:v>0.493795441664</c:v>
                </c:pt>
                <c:pt idx="428">
                  <c:v>0.492411547611</c:v>
                </c:pt>
                <c:pt idx="429">
                  <c:v>0.5</c:v>
                </c:pt>
                <c:pt idx="430">
                  <c:v>0.500060679046</c:v>
                </c:pt>
                <c:pt idx="431">
                  <c:v>0.500060679046</c:v>
                </c:pt>
                <c:pt idx="432">
                  <c:v>0.49809334703</c:v>
                </c:pt>
                <c:pt idx="433">
                  <c:v>0.500144601888</c:v>
                </c:pt>
                <c:pt idx="434">
                  <c:v>0.499219932941</c:v>
                </c:pt>
                <c:pt idx="435">
                  <c:v>0.504312148364</c:v>
                </c:pt>
                <c:pt idx="436">
                  <c:v>0.505522621628</c:v>
                </c:pt>
                <c:pt idx="437">
                  <c:v>0.506752314499</c:v>
                </c:pt>
                <c:pt idx="438">
                  <c:v>0.508937598012</c:v>
                </c:pt>
                <c:pt idx="439">
                  <c:v>0.50800174686</c:v>
                </c:pt>
                <c:pt idx="440">
                  <c:v>0.508130156856</c:v>
                </c:pt>
                <c:pt idx="441">
                  <c:v>0.509373389862</c:v>
                </c:pt>
                <c:pt idx="442">
                  <c:v>0.50936138977</c:v>
                </c:pt>
                <c:pt idx="443">
                  <c:v>0.510265102356</c:v>
                </c:pt>
                <c:pt idx="444">
                  <c:v>0.510774551367</c:v>
                </c:pt>
                <c:pt idx="445">
                  <c:v>0.511808380005</c:v>
                </c:pt>
                <c:pt idx="446">
                  <c:v>0.515981208782</c:v>
                </c:pt>
                <c:pt idx="447">
                  <c:v>0.518805814398</c:v>
                </c:pt>
                <c:pt idx="448">
                  <c:v>0.518743967477</c:v>
                </c:pt>
                <c:pt idx="449">
                  <c:v>0.52312035368</c:v>
                </c:pt>
                <c:pt idx="450">
                  <c:v>0.524053648337</c:v>
                </c:pt>
                <c:pt idx="451">
                  <c:v>0.5</c:v>
                </c:pt>
                <c:pt idx="452">
                  <c:v>0.501076938724</c:v>
                </c:pt>
                <c:pt idx="453">
                  <c:v>0.495219122209</c:v>
                </c:pt>
                <c:pt idx="454">
                  <c:v>0.49617685776</c:v>
                </c:pt>
                <c:pt idx="455">
                  <c:v>0.497090642602</c:v>
                </c:pt>
                <c:pt idx="456">
                  <c:v>0.501068677872</c:v>
                </c:pt>
                <c:pt idx="457">
                  <c:v>0.501004226774</c:v>
                </c:pt>
                <c:pt idx="458">
                  <c:v>0.501804446702</c:v>
                </c:pt>
                <c:pt idx="459">
                  <c:v>0.500327288576</c:v>
                </c:pt>
                <c:pt idx="460">
                  <c:v>0.500542157541</c:v>
                </c:pt>
                <c:pt idx="461">
                  <c:v>0.498026126639</c:v>
                </c:pt>
                <c:pt idx="462">
                  <c:v>0.496550299939</c:v>
                </c:pt>
                <c:pt idx="463">
                  <c:v>0.498226284141</c:v>
                </c:pt>
                <c:pt idx="464">
                  <c:v>0.493692496208</c:v>
                </c:pt>
                <c:pt idx="465">
                  <c:v>0.494732982049</c:v>
                </c:pt>
                <c:pt idx="466">
                  <c:v>0.494618873443</c:v>
                </c:pt>
                <c:pt idx="467">
                  <c:v>0.494837247928</c:v>
                </c:pt>
                <c:pt idx="468">
                  <c:v>0.491479549213</c:v>
                </c:pt>
                <c:pt idx="469">
                  <c:v>0.489979451034</c:v>
                </c:pt>
                <c:pt idx="470">
                  <c:v>0.488009314291</c:v>
                </c:pt>
                <c:pt idx="471">
                  <c:v>0.4890434022</c:v>
                </c:pt>
                <c:pt idx="472">
                  <c:v>0.5</c:v>
                </c:pt>
                <c:pt idx="473">
                  <c:v>0.492585637692</c:v>
                </c:pt>
                <c:pt idx="474">
                  <c:v>0.48968500171</c:v>
                </c:pt>
                <c:pt idx="475">
                  <c:v>0.49214478078</c:v>
                </c:pt>
                <c:pt idx="476">
                  <c:v>0.493860800647</c:v>
                </c:pt>
                <c:pt idx="477">
                  <c:v>0.496153913922</c:v>
                </c:pt>
                <c:pt idx="478">
                  <c:v>0.49557438608</c:v>
                </c:pt>
                <c:pt idx="479">
                  <c:v>0.497191447805</c:v>
                </c:pt>
                <c:pt idx="480">
                  <c:v>0.495199056889</c:v>
                </c:pt>
                <c:pt idx="481">
                  <c:v>0.495113452899</c:v>
                </c:pt>
                <c:pt idx="482">
                  <c:v>0.494013200522</c:v>
                </c:pt>
                <c:pt idx="483">
                  <c:v>0.492466875289</c:v>
                </c:pt>
                <c:pt idx="484">
                  <c:v>0.492301645356</c:v>
                </c:pt>
                <c:pt idx="485">
                  <c:v>0.488973607417</c:v>
                </c:pt>
                <c:pt idx="486">
                  <c:v>0.491286664066</c:v>
                </c:pt>
                <c:pt idx="487">
                  <c:v>0.495608600364</c:v>
                </c:pt>
                <c:pt idx="488">
                  <c:v>0.494266464703</c:v>
                </c:pt>
                <c:pt idx="489">
                  <c:v>0.494266464703</c:v>
                </c:pt>
                <c:pt idx="490">
                  <c:v>0.484802984904</c:v>
                </c:pt>
                <c:pt idx="491">
                  <c:v>0.481399271932</c:v>
                </c:pt>
                <c:pt idx="492">
                  <c:v>0.479381618875</c:v>
                </c:pt>
                <c:pt idx="493">
                  <c:v>0.479694495389</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0.5</c:v>
                </c:pt>
                <c:pt idx="518">
                  <c:v>0.503444641046</c:v>
                </c:pt>
                <c:pt idx="519">
                  <c:v>0.505605853804</c:v>
                </c:pt>
                <c:pt idx="520">
                  <c:v>0.507292725803</c:v>
                </c:pt>
                <c:pt idx="521">
                  <c:v>0.506558180491</c:v>
                </c:pt>
                <c:pt idx="522">
                  <c:v>0.509135215988</c:v>
                </c:pt>
                <c:pt idx="523">
                  <c:v>0.51050750439</c:v>
                </c:pt>
                <c:pt idx="524">
                  <c:v>0.511413280295</c:v>
                </c:pt>
                <c:pt idx="525">
                  <c:v>0.514380781148</c:v>
                </c:pt>
                <c:pt idx="526">
                  <c:v>0.514380781148</c:v>
                </c:pt>
                <c:pt idx="527">
                  <c:v>0.521034614169</c:v>
                </c:pt>
                <c:pt idx="528">
                  <c:v>0.524643241995</c:v>
                </c:pt>
                <c:pt idx="529">
                  <c:v>0.526414365585</c:v>
                </c:pt>
                <c:pt idx="530">
                  <c:v>0.531688943618</c:v>
                </c:pt>
                <c:pt idx="531">
                  <c:v>0.529795716439</c:v>
                </c:pt>
                <c:pt idx="532">
                  <c:v>0.535191293949</c:v>
                </c:pt>
                <c:pt idx="533">
                  <c:v>0.536810173063</c:v>
                </c:pt>
                <c:pt idx="534">
                  <c:v>0.539194730906</c:v>
                </c:pt>
                <c:pt idx="535">
                  <c:v>0.533587496557</c:v>
                </c:pt>
                <c:pt idx="536">
                  <c:v>0.529471281742</c:v>
                </c:pt>
                <c:pt idx="537">
                  <c:v>0.529104833056</c:v>
                </c:pt>
                <c:pt idx="538">
                  <c:v>0.528163171642</c:v>
                </c:pt>
                <c:pt idx="539">
                  <c:v>0.533924034298</c:v>
                </c:pt>
                <c:pt idx="540">
                  <c:v>0.5</c:v>
                </c:pt>
                <c:pt idx="541">
                  <c:v>0.498185457507</c:v>
                </c:pt>
                <c:pt idx="542">
                  <c:v>0.493261177384</c:v>
                </c:pt>
                <c:pt idx="543">
                  <c:v>0.494486205983</c:v>
                </c:pt>
                <c:pt idx="544">
                  <c:v>0.492093719646</c:v>
                </c:pt>
                <c:pt idx="545">
                  <c:v>0.496405875423</c:v>
                </c:pt>
                <c:pt idx="546">
                  <c:v>0.499440793357</c:v>
                </c:pt>
                <c:pt idx="547">
                  <c:v>0.49505781998</c:v>
                </c:pt>
                <c:pt idx="548">
                  <c:v>0.49349700737</c:v>
                </c:pt>
                <c:pt idx="549">
                  <c:v>0.494536164479</c:v>
                </c:pt>
                <c:pt idx="550">
                  <c:v>0.495964448164</c:v>
                </c:pt>
                <c:pt idx="551">
                  <c:v>0.496516271575</c:v>
                </c:pt>
                <c:pt idx="552">
                  <c:v>0.503076363312</c:v>
                </c:pt>
                <c:pt idx="553">
                  <c:v>0.505358202441</c:v>
                </c:pt>
                <c:pt idx="554">
                  <c:v>0.515614752727</c:v>
                </c:pt>
                <c:pt idx="555">
                  <c:v>0.511891374609</c:v>
                </c:pt>
                <c:pt idx="556">
                  <c:v>0.519519441399</c:v>
                </c:pt>
                <c:pt idx="557">
                  <c:v>0.52757618425</c:v>
                </c:pt>
                <c:pt idx="558">
                  <c:v>0.5</c:v>
                </c:pt>
                <c:pt idx="559">
                  <c:v>0.50044569579</c:v>
                </c:pt>
                <c:pt idx="560">
                  <c:v>0.514361054306</c:v>
                </c:pt>
                <c:pt idx="561">
                  <c:v>0.522534164395</c:v>
                </c:pt>
                <c:pt idx="562">
                  <c:v>0.530586489942</c:v>
                </c:pt>
                <c:pt idx="563">
                  <c:v>0.506647549891</c:v>
                </c:pt>
                <c:pt idx="564">
                  <c:v>0.498223264002</c:v>
                </c:pt>
                <c:pt idx="565">
                  <c:v>0.502688889308</c:v>
                </c:pt>
                <c:pt idx="566">
                  <c:v>0.497156586497</c:v>
                </c:pt>
                <c:pt idx="567">
                  <c:v>0.491041211135</c:v>
                </c:pt>
                <c:pt idx="568">
                  <c:v>0.483932930728</c:v>
                </c:pt>
                <c:pt idx="569">
                  <c:v>0.49183677326</c:v>
                </c:pt>
                <c:pt idx="570">
                  <c:v>0.490503190028</c:v>
                </c:pt>
                <c:pt idx="571">
                  <c:v>0.500322854613</c:v>
                </c:pt>
                <c:pt idx="572">
                  <c:v>0.498871084822</c:v>
                </c:pt>
                <c:pt idx="573">
                  <c:v>0.504195511584</c:v>
                </c:pt>
                <c:pt idx="574">
                  <c:v>0.500285915297</c:v>
                </c:pt>
                <c:pt idx="575">
                  <c:v>0.502072028174</c:v>
                </c:pt>
                <c:pt idx="576">
                  <c:v>0.489112664828</c:v>
                </c:pt>
                <c:pt idx="577">
                  <c:v>0.489416623835</c:v>
                </c:pt>
                <c:pt idx="578">
                  <c:v>0.492847803306</c:v>
                </c:pt>
                <c:pt idx="579">
                  <c:v>0.488760104469</c:v>
                </c:pt>
                <c:pt idx="580">
                  <c:v>0.490735086915</c:v>
                </c:pt>
                <c:pt idx="581">
                  <c:v>0.5</c:v>
                </c:pt>
                <c:pt idx="582">
                  <c:v>0.496679476399</c:v>
                </c:pt>
                <c:pt idx="583">
                  <c:v>0.49668107446</c:v>
                </c:pt>
                <c:pt idx="584">
                  <c:v>0.4981417235</c:v>
                </c:pt>
                <c:pt idx="585">
                  <c:v>0.503242186556</c:v>
                </c:pt>
                <c:pt idx="586">
                  <c:v>0.502841472932</c:v>
                </c:pt>
                <c:pt idx="587">
                  <c:v>0.51230812407</c:v>
                </c:pt>
                <c:pt idx="588">
                  <c:v>0.516846529057</c:v>
                </c:pt>
                <c:pt idx="589">
                  <c:v>0.519001283266</c:v>
                </c:pt>
                <c:pt idx="590">
                  <c:v>0.523585953101</c:v>
                </c:pt>
                <c:pt idx="591">
                  <c:v>0.517102015234</c:v>
                </c:pt>
                <c:pt idx="592">
                  <c:v>0.516467955472</c:v>
                </c:pt>
                <c:pt idx="593">
                  <c:v>0.514142605299</c:v>
                </c:pt>
                <c:pt idx="594">
                  <c:v>0.509260636994</c:v>
                </c:pt>
                <c:pt idx="595">
                  <c:v>0.509486023177</c:v>
                </c:pt>
                <c:pt idx="596">
                  <c:v>0.51489587666</c:v>
                </c:pt>
                <c:pt idx="597">
                  <c:v>0.518421237335</c:v>
                </c:pt>
                <c:pt idx="598">
                  <c:v>0.517876822888</c:v>
                </c:pt>
                <c:pt idx="599">
                  <c:v>0.515772817988</c:v>
                </c:pt>
                <c:pt idx="600">
                  <c:v>0.519384295719</c:v>
                </c:pt>
                <c:pt idx="601">
                  <c:v>0.515483915854</c:v>
                </c:pt>
                <c:pt idx="602">
                  <c:v>0.524914160129</c:v>
                </c:pt>
                <c:pt idx="603">
                  <c:v>0.5</c:v>
                </c:pt>
                <c:pt idx="604">
                  <c:v>0.500237924047</c:v>
                </c:pt>
                <c:pt idx="605">
                  <c:v>0.49270677896</c:v>
                </c:pt>
                <c:pt idx="606">
                  <c:v>0.492914383576</c:v>
                </c:pt>
                <c:pt idx="607">
                  <c:v>0.496708915111</c:v>
                </c:pt>
                <c:pt idx="608">
                  <c:v>0.501774901546</c:v>
                </c:pt>
                <c:pt idx="609">
                  <c:v>0.506726379106</c:v>
                </c:pt>
                <c:pt idx="610">
                  <c:v>0.508145687318</c:v>
                </c:pt>
                <c:pt idx="611">
                  <c:v>0.507765929312</c:v>
                </c:pt>
                <c:pt idx="612">
                  <c:v>0.501810208579</c:v>
                </c:pt>
                <c:pt idx="613">
                  <c:v>0.50122363577</c:v>
                </c:pt>
                <c:pt idx="614">
                  <c:v>0.50170969125</c:v>
                </c:pt>
                <c:pt idx="615">
                  <c:v>0.501996802387</c:v>
                </c:pt>
                <c:pt idx="616">
                  <c:v>0.500123385069</c:v>
                </c:pt>
                <c:pt idx="617">
                  <c:v>0.503204425216</c:v>
                </c:pt>
                <c:pt idx="618">
                  <c:v>0.506646827506</c:v>
                </c:pt>
                <c:pt idx="619">
                  <c:v>0.509842287406</c:v>
                </c:pt>
                <c:pt idx="620">
                  <c:v>0.509842287406</c:v>
                </c:pt>
                <c:pt idx="621">
                  <c:v>0.510285786193</c:v>
                </c:pt>
                <c:pt idx="622">
                  <c:v>0.510358849845</c:v>
                </c:pt>
                <c:pt idx="623">
                  <c:v>0.5</c:v>
                </c:pt>
                <c:pt idx="624">
                  <c:v>0.501291714656</c:v>
                </c:pt>
                <c:pt idx="625">
                  <c:v>0.503365865665</c:v>
                </c:pt>
                <c:pt idx="626">
                  <c:v>0.505990394844</c:v>
                </c:pt>
                <c:pt idx="627">
                  <c:v>0.50768746014</c:v>
                </c:pt>
                <c:pt idx="628">
                  <c:v>0.509817569128</c:v>
                </c:pt>
                <c:pt idx="629">
                  <c:v>0.510728645897</c:v>
                </c:pt>
                <c:pt idx="630">
                  <c:v>0.511785408558</c:v>
                </c:pt>
                <c:pt idx="631">
                  <c:v>0.511816770177</c:v>
                </c:pt>
                <c:pt idx="632">
                  <c:v>0.511097606018</c:v>
                </c:pt>
                <c:pt idx="633">
                  <c:v>0.512815331829</c:v>
                </c:pt>
                <c:pt idx="634">
                  <c:v>0.503499129333</c:v>
                </c:pt>
                <c:pt idx="635">
                  <c:v>0.503859088974</c:v>
                </c:pt>
                <c:pt idx="636">
                  <c:v>0.501517148564</c:v>
                </c:pt>
                <c:pt idx="637">
                  <c:v>0.498439372707</c:v>
                </c:pt>
                <c:pt idx="638">
                  <c:v>0.492795438136</c:v>
                </c:pt>
                <c:pt idx="639">
                  <c:v>0.494305132774</c:v>
                </c:pt>
                <c:pt idx="640">
                  <c:v>0.492031563544</c:v>
                </c:pt>
                <c:pt idx="641">
                  <c:v>0.4939471946</c:v>
                </c:pt>
                <c:pt idx="642">
                  <c:v>0.49091172268</c:v>
                </c:pt>
                <c:pt idx="643">
                  <c:v>0.485369203499</c:v>
                </c:pt>
                <c:pt idx="644">
                  <c:v>0.486932794095</c:v>
                </c:pt>
                <c:pt idx="645">
                  <c:v>0.48657872475</c:v>
                </c:pt>
                <c:pt idx="646">
                  <c:v>0.5</c:v>
                </c:pt>
                <c:pt idx="647">
                  <c:v>0.495830834573</c:v>
                </c:pt>
                <c:pt idx="648">
                  <c:v>0.505404606038</c:v>
                </c:pt>
                <c:pt idx="649">
                  <c:v>0.509729109431</c:v>
                </c:pt>
                <c:pt idx="650">
                  <c:v>0.510269014538</c:v>
                </c:pt>
                <c:pt idx="651">
                  <c:v>0.498249126447</c:v>
                </c:pt>
                <c:pt idx="652">
                  <c:v>0.499287964099</c:v>
                </c:pt>
                <c:pt idx="653">
                  <c:v>0.497029099891</c:v>
                </c:pt>
                <c:pt idx="654">
                  <c:v>0.500322599213</c:v>
                </c:pt>
                <c:pt idx="655">
                  <c:v>0.504998170402</c:v>
                </c:pt>
                <c:pt idx="656">
                  <c:v>0.506153431998</c:v>
                </c:pt>
                <c:pt idx="657">
                  <c:v>0.505720821509</c:v>
                </c:pt>
                <c:pt idx="658">
                  <c:v>0.500976788265</c:v>
                </c:pt>
                <c:pt idx="659">
                  <c:v>0.498436981836</c:v>
                </c:pt>
                <c:pt idx="660">
                  <c:v>0.502589207625</c:v>
                </c:pt>
                <c:pt idx="661">
                  <c:v>0.503464328186</c:v>
                </c:pt>
                <c:pt idx="662">
                  <c:v>0.508651027048</c:v>
                </c:pt>
                <c:pt idx="663">
                  <c:v>0.508908754435</c:v>
                </c:pt>
                <c:pt idx="664">
                  <c:v>0.509876214101</c:v>
                </c:pt>
                <c:pt idx="665">
                  <c:v>0.504552615728</c:v>
                </c:pt>
                <c:pt idx="666">
                  <c:v>0.5</c:v>
                </c:pt>
                <c:pt idx="667">
                  <c:v>0.497979379522</c:v>
                </c:pt>
                <c:pt idx="668">
                  <c:v>0.495266791325</c:v>
                </c:pt>
                <c:pt idx="669">
                  <c:v>0.494170864822</c:v>
                </c:pt>
                <c:pt idx="670">
                  <c:v>0.497254461335</c:v>
                </c:pt>
                <c:pt idx="671">
                  <c:v>0.499917966585</c:v>
                </c:pt>
                <c:pt idx="672">
                  <c:v>0.502499361538</c:v>
                </c:pt>
                <c:pt idx="673">
                  <c:v>0.507635973919</c:v>
                </c:pt>
                <c:pt idx="674">
                  <c:v>0.506732530694</c:v>
                </c:pt>
                <c:pt idx="675">
                  <c:v>0.503047937818</c:v>
                </c:pt>
                <c:pt idx="676">
                  <c:v>0.50056331316</c:v>
                </c:pt>
                <c:pt idx="677">
                  <c:v>0.501288614061</c:v>
                </c:pt>
                <c:pt idx="678">
                  <c:v>0.504917002298</c:v>
                </c:pt>
                <c:pt idx="679">
                  <c:v>0.505344623996</c:v>
                </c:pt>
                <c:pt idx="680">
                  <c:v>0.507444648625</c:v>
                </c:pt>
                <c:pt idx="681">
                  <c:v>0.511560699914</c:v>
                </c:pt>
                <c:pt idx="682">
                  <c:v>0.51396604143</c:v>
                </c:pt>
                <c:pt idx="683">
                  <c:v>0.510755947563</c:v>
                </c:pt>
                <c:pt idx="684">
                  <c:v>0.511312479017</c:v>
                </c:pt>
                <c:pt idx="685">
                  <c:v>0.514762237336</c:v>
                </c:pt>
                <c:pt idx="686">
                  <c:v>0.50834922431</c:v>
                </c:pt>
                <c:pt idx="687">
                  <c:v>0.502603478685</c:v>
                </c:pt>
                <c:pt idx="688">
                  <c:v>0.497609694077</c:v>
                </c:pt>
                <c:pt idx="689">
                  <c:v>0.5</c:v>
                </c:pt>
                <c:pt idx="690">
                  <c:v>0.5</c:v>
                </c:pt>
                <c:pt idx="691">
                  <c:v>0.498680765482</c:v>
                </c:pt>
                <c:pt idx="692">
                  <c:v>0.492704799498</c:v>
                </c:pt>
                <c:pt idx="693">
                  <c:v>0.493701357283</c:v>
                </c:pt>
                <c:pt idx="694">
                  <c:v>0.500647955665</c:v>
                </c:pt>
                <c:pt idx="695">
                  <c:v>0.504293204711</c:v>
                </c:pt>
                <c:pt idx="696">
                  <c:v>0.50279764838</c:v>
                </c:pt>
                <c:pt idx="697">
                  <c:v>0.503663187659</c:v>
                </c:pt>
                <c:pt idx="698">
                  <c:v>0.496571475117</c:v>
                </c:pt>
                <c:pt idx="699">
                  <c:v>0.495681331956</c:v>
                </c:pt>
                <c:pt idx="700">
                  <c:v>0.496571475117</c:v>
                </c:pt>
                <c:pt idx="701">
                  <c:v>0.49674683431</c:v>
                </c:pt>
                <c:pt idx="702">
                  <c:v>0.494909796762</c:v>
                </c:pt>
                <c:pt idx="703">
                  <c:v>0.495098557761</c:v>
                </c:pt>
                <c:pt idx="704">
                  <c:v>0.486467077838</c:v>
                </c:pt>
                <c:pt idx="705">
                  <c:v>0.480759006328</c:v>
                </c:pt>
                <c:pt idx="706">
                  <c:v>0.483496665451</c:v>
                </c:pt>
                <c:pt idx="707">
                  <c:v>0.490082418457</c:v>
                </c:pt>
                <c:pt idx="708">
                  <c:v>0.488810461035</c:v>
                </c:pt>
                <c:pt idx="709">
                  <c:v>0.485741171771</c:v>
                </c:pt>
                <c:pt idx="710">
                  <c:v>0.491760844181</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0.5</c:v>
                </c:pt>
                <c:pt idx="969">
                  <c:v>0.490980026358</c:v>
                </c:pt>
                <c:pt idx="970">
                  <c:v>0.489853025798</c:v>
                </c:pt>
                <c:pt idx="971">
                  <c:v>0.48742783919</c:v>
                </c:pt>
                <c:pt idx="972">
                  <c:v>0.490843050171</c:v>
                </c:pt>
                <c:pt idx="973">
                  <c:v>0.489716677087</c:v>
                </c:pt>
                <c:pt idx="974">
                  <c:v>0.487152314372</c:v>
                </c:pt>
                <c:pt idx="975">
                  <c:v>0.488163760137</c:v>
                </c:pt>
                <c:pt idx="976">
                  <c:v>0.495709254877</c:v>
                </c:pt>
                <c:pt idx="977">
                  <c:v>0.492756585055</c:v>
                </c:pt>
                <c:pt idx="978">
                  <c:v>0.493440428</c:v>
                </c:pt>
                <c:pt idx="979">
                  <c:v>0.499133301894</c:v>
                </c:pt>
                <c:pt idx="980">
                  <c:v>0.503657477259</c:v>
                </c:pt>
                <c:pt idx="981">
                  <c:v>0.504762941769</c:v>
                </c:pt>
                <c:pt idx="982">
                  <c:v>0.503697228005</c:v>
                </c:pt>
                <c:pt idx="983">
                  <c:v>0.499468882592</c:v>
                </c:pt>
                <c:pt idx="984">
                  <c:v>0.504931526299</c:v>
                </c:pt>
                <c:pt idx="985">
                  <c:v>0.505418815828</c:v>
                </c:pt>
                <c:pt idx="986">
                  <c:v>0.510080546542</c:v>
                </c:pt>
                <c:pt idx="987">
                  <c:v>0.503075552432</c:v>
                </c:pt>
                <c:pt idx="988">
                  <c:v>0.500321181894</c:v>
                </c:pt>
                <c:pt idx="989">
                  <c:v>0.498009500195</c:v>
                </c:pt>
                <c:pt idx="990">
                  <c:v>0.5</c:v>
                </c:pt>
                <c:pt idx="991">
                  <c:v>0.498792206922</c:v>
                </c:pt>
                <c:pt idx="992">
                  <c:v>0.499945348256</c:v>
                </c:pt>
                <c:pt idx="993">
                  <c:v>0.494276606854</c:v>
                </c:pt>
                <c:pt idx="994">
                  <c:v>0.49130758838</c:v>
                </c:pt>
                <c:pt idx="995">
                  <c:v>0.490997063339</c:v>
                </c:pt>
                <c:pt idx="996">
                  <c:v>0.491839030111</c:v>
                </c:pt>
                <c:pt idx="997">
                  <c:v>0.495259516697</c:v>
                </c:pt>
                <c:pt idx="998">
                  <c:v>0.494889575759</c:v>
                </c:pt>
                <c:pt idx="999">
                  <c:v>0.493459588094</c:v>
                </c:pt>
                <c:pt idx="1000">
                  <c:v>0.487244353817</c:v>
                </c:pt>
                <c:pt idx="1001">
                  <c:v>0.491044999846</c:v>
                </c:pt>
                <c:pt idx="1002">
                  <c:v>0.493726537505</c:v>
                </c:pt>
                <c:pt idx="1003">
                  <c:v>0.494932151468</c:v>
                </c:pt>
                <c:pt idx="1004">
                  <c:v>0.492760181318</c:v>
                </c:pt>
                <c:pt idx="1005">
                  <c:v>0.492760181318</c:v>
                </c:pt>
                <c:pt idx="1006">
                  <c:v>0.491348204537</c:v>
                </c:pt>
                <c:pt idx="1007">
                  <c:v>0.489579588686</c:v>
                </c:pt>
                <c:pt idx="1008">
                  <c:v>0.49213288786</c:v>
                </c:pt>
                <c:pt idx="1009">
                  <c:v>0.494344338088</c:v>
                </c:pt>
                <c:pt idx="1010">
                  <c:v>0.490086986211</c:v>
                </c:pt>
                <c:pt idx="1011">
                  <c:v>0.488461737288</c:v>
                </c:pt>
                <c:pt idx="1012">
                  <c:v>0.5</c:v>
                </c:pt>
                <c:pt idx="1013">
                  <c:v>0.49774516958</c:v>
                </c:pt>
                <c:pt idx="1014">
                  <c:v>0.492626498307</c:v>
                </c:pt>
                <c:pt idx="1015">
                  <c:v>0.491091298844</c:v>
                </c:pt>
                <c:pt idx="1016">
                  <c:v>0.491472142633</c:v>
                </c:pt>
                <c:pt idx="1017">
                  <c:v>0.489594890203</c:v>
                </c:pt>
                <c:pt idx="1018">
                  <c:v>0.484242201337</c:v>
                </c:pt>
                <c:pt idx="1019">
                  <c:v>0.483942427831</c:v>
                </c:pt>
                <c:pt idx="1020">
                  <c:v>0.487483240494</c:v>
                </c:pt>
                <c:pt idx="1021">
                  <c:v>0.488074251272</c:v>
                </c:pt>
                <c:pt idx="1022">
                  <c:v>0.488162184989</c:v>
                </c:pt>
                <c:pt idx="1023">
                  <c:v>0.489049103803</c:v>
                </c:pt>
                <c:pt idx="1024">
                  <c:v>0.489576579617</c:v>
                </c:pt>
                <c:pt idx="1025">
                  <c:v>0.487590325885</c:v>
                </c:pt>
                <c:pt idx="1026">
                  <c:v>0.486344660581</c:v>
                </c:pt>
                <c:pt idx="1027">
                  <c:v>0.487702257971</c:v>
                </c:pt>
                <c:pt idx="1028">
                  <c:v>0.486511740912</c:v>
                </c:pt>
                <c:pt idx="1029">
                  <c:v>0.48437382568</c:v>
                </c:pt>
                <c:pt idx="1030">
                  <c:v>0.483413527413</c:v>
                </c:pt>
                <c:pt idx="1031">
                  <c:v>0.482741076804</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0.5</c:v>
                </c:pt>
                <c:pt idx="1613">
                  <c:v>0.501454467663</c:v>
                </c:pt>
                <c:pt idx="1614">
                  <c:v>0.498606631352</c:v>
                </c:pt>
                <c:pt idx="1615">
                  <c:v>0.489652853909</c:v>
                </c:pt>
                <c:pt idx="1616">
                  <c:v>0.489327389306</c:v>
                </c:pt>
                <c:pt idx="1617">
                  <c:v>0.487573925258</c:v>
                </c:pt>
                <c:pt idx="1618">
                  <c:v>0.49296715077</c:v>
                </c:pt>
                <c:pt idx="1619">
                  <c:v>0.486138179042</c:v>
                </c:pt>
                <c:pt idx="1620">
                  <c:v>0.48947692371</c:v>
                </c:pt>
                <c:pt idx="1621">
                  <c:v>0.491427115401</c:v>
                </c:pt>
                <c:pt idx="1622">
                  <c:v>0.480675659265</c:v>
                </c:pt>
                <c:pt idx="1623">
                  <c:v>0.486661686192</c:v>
                </c:pt>
                <c:pt idx="1624">
                  <c:v>0.49818864024</c:v>
                </c:pt>
                <c:pt idx="1625">
                  <c:v>0.497614033529</c:v>
                </c:pt>
                <c:pt idx="1626">
                  <c:v>0.503577762194</c:v>
                </c:pt>
                <c:pt idx="1627">
                  <c:v>0.501597668291</c:v>
                </c:pt>
                <c:pt idx="1628">
                  <c:v>0.505782200149</c:v>
                </c:pt>
                <c:pt idx="1629">
                  <c:v>0.512130151441</c:v>
                </c:pt>
                <c:pt idx="1630">
                  <c:v>0.520680904627</c:v>
                </c:pt>
                <c:pt idx="1631">
                  <c:v>0.517375223939</c:v>
                </c:pt>
                <c:pt idx="1632">
                  <c:v>0.515492642078</c:v>
                </c:pt>
                <c:pt idx="1633">
                  <c:v>0.524715604867</c:v>
                </c:pt>
                <c:pt idx="1634">
                  <c:v>0.5</c:v>
                </c:pt>
                <c:pt idx="1635">
                  <c:v>0.484981761607</c:v>
                </c:pt>
                <c:pt idx="1636">
                  <c:v>0.488548723766</c:v>
                </c:pt>
                <c:pt idx="1637">
                  <c:v>0.484147324618</c:v>
                </c:pt>
                <c:pt idx="1638">
                  <c:v>0.490817701224</c:v>
                </c:pt>
                <c:pt idx="1639">
                  <c:v>0.503332724086</c:v>
                </c:pt>
                <c:pt idx="1640">
                  <c:v>0.495617821501</c:v>
                </c:pt>
                <c:pt idx="1641">
                  <c:v>0.493547373229</c:v>
                </c:pt>
                <c:pt idx="1642">
                  <c:v>0.502335990033</c:v>
                </c:pt>
                <c:pt idx="1643">
                  <c:v>0.504060952124</c:v>
                </c:pt>
                <c:pt idx="1644">
                  <c:v>0.508443616034</c:v>
                </c:pt>
                <c:pt idx="1645">
                  <c:v>0.498359199072</c:v>
                </c:pt>
                <c:pt idx="1646">
                  <c:v>0.494868405584</c:v>
                </c:pt>
                <c:pt idx="1647">
                  <c:v>0.493393230864</c:v>
                </c:pt>
                <c:pt idx="1648">
                  <c:v>0.493393230864</c:v>
                </c:pt>
                <c:pt idx="1649">
                  <c:v>0.480247952681</c:v>
                </c:pt>
                <c:pt idx="1650">
                  <c:v>0.476219833426</c:v>
                </c:pt>
                <c:pt idx="1651">
                  <c:v>0.477616247764</c:v>
                </c:pt>
                <c:pt idx="1652">
                  <c:v>0.476473254766</c:v>
                </c:pt>
                <c:pt idx="1653">
                  <c:v>0.474929243408</c:v>
                </c:pt>
                <c:pt idx="1654">
                  <c:v>0.474099481218</c:v>
                </c:pt>
                <c:pt idx="1655">
                  <c:v>0.5</c:v>
                </c:pt>
                <c:pt idx="1656">
                  <c:v>0.499672275987</c:v>
                </c:pt>
                <c:pt idx="1657">
                  <c:v>0.510693523723</c:v>
                </c:pt>
                <c:pt idx="1658">
                  <c:v>0.508750234937</c:v>
                </c:pt>
                <c:pt idx="1659">
                  <c:v>0.505103563838</c:v>
                </c:pt>
                <c:pt idx="1660">
                  <c:v>0.510295583679</c:v>
                </c:pt>
                <c:pt idx="1661">
                  <c:v>0.496820316319</c:v>
                </c:pt>
                <c:pt idx="1662">
                  <c:v>0.492678409662</c:v>
                </c:pt>
                <c:pt idx="1663">
                  <c:v>0.48267100493</c:v>
                </c:pt>
                <c:pt idx="1664">
                  <c:v>0.483152617711</c:v>
                </c:pt>
                <c:pt idx="1665">
                  <c:v>0.481588507252</c:v>
                </c:pt>
                <c:pt idx="1666">
                  <c:v>0.473261830897</c:v>
                </c:pt>
                <c:pt idx="1667">
                  <c:v>0.473261830897</c:v>
                </c:pt>
                <c:pt idx="1668">
                  <c:v>0.470063983547</c:v>
                </c:pt>
                <c:pt idx="1669">
                  <c:v>0.481259887148</c:v>
                </c:pt>
                <c:pt idx="1670">
                  <c:v>0.474615461769</c:v>
                </c:pt>
                <c:pt idx="1671">
                  <c:v>0.477582653445</c:v>
                </c:pt>
                <c:pt idx="1672">
                  <c:v>0.476493577543</c:v>
                </c:pt>
                <c:pt idx="1673">
                  <c:v>0.474736552898</c:v>
                </c:pt>
                <c:pt idx="1674">
                  <c:v>0.471971898904</c:v>
                </c:pt>
                <c:pt idx="1675">
                  <c:v>0.477139204074</c:v>
                </c:pt>
                <c:pt idx="1676">
                  <c:v>0.5</c:v>
                </c:pt>
                <c:pt idx="1677">
                  <c:v>0.5</c:v>
                </c:pt>
                <c:pt idx="1678">
                  <c:v>0.49692356563</c:v>
                </c:pt>
                <c:pt idx="1679">
                  <c:v>0.507146312038</c:v>
                </c:pt>
                <c:pt idx="1680">
                  <c:v>0.510106433243</c:v>
                </c:pt>
                <c:pt idx="1681">
                  <c:v>0.50484939072</c:v>
                </c:pt>
                <c:pt idx="1682">
                  <c:v>0.504229773075</c:v>
                </c:pt>
                <c:pt idx="1683">
                  <c:v>0.519973479835</c:v>
                </c:pt>
                <c:pt idx="1684">
                  <c:v>0.518736655304</c:v>
                </c:pt>
                <c:pt idx="1685">
                  <c:v>0.520173822351</c:v>
                </c:pt>
                <c:pt idx="1686">
                  <c:v>0.522069036255</c:v>
                </c:pt>
                <c:pt idx="1687">
                  <c:v>0.529929304564</c:v>
                </c:pt>
                <c:pt idx="1688">
                  <c:v>0.531056259284</c:v>
                </c:pt>
                <c:pt idx="1689">
                  <c:v>0.528242818293</c:v>
                </c:pt>
                <c:pt idx="1690">
                  <c:v>0.531529627092</c:v>
                </c:pt>
                <c:pt idx="1691">
                  <c:v>0.536642225003</c:v>
                </c:pt>
                <c:pt idx="1692">
                  <c:v>0.539599296287</c:v>
                </c:pt>
                <c:pt idx="1693">
                  <c:v>0.530031179686</c:v>
                </c:pt>
                <c:pt idx="1694">
                  <c:v>0.531018175786</c:v>
                </c:pt>
                <c:pt idx="1695">
                  <c:v>0.543811568546</c:v>
                </c:pt>
                <c:pt idx="1696">
                  <c:v>0.533285781747</c:v>
                </c:pt>
                <c:pt idx="1697">
                  <c:v>0.532335139686</c:v>
                </c:pt>
                <c:pt idx="1698">
                  <c:v>0.526297736882</c:v>
                </c:pt>
                <c:pt idx="1699">
                  <c:v>0.5</c:v>
                </c:pt>
                <c:pt idx="1700">
                  <c:v>0.502834445613</c:v>
                </c:pt>
                <c:pt idx="1701">
                  <c:v>0.50320628102</c:v>
                </c:pt>
                <c:pt idx="1702">
                  <c:v>0.502342945754</c:v>
                </c:pt>
                <c:pt idx="1703">
                  <c:v>0.509670630002</c:v>
                </c:pt>
                <c:pt idx="1704">
                  <c:v>0.508545048613</c:v>
                </c:pt>
                <c:pt idx="1705">
                  <c:v>0.509514323288</c:v>
                </c:pt>
                <c:pt idx="1706">
                  <c:v>0.506623815751</c:v>
                </c:pt>
                <c:pt idx="1707">
                  <c:v>0.50779415805</c:v>
                </c:pt>
                <c:pt idx="1708">
                  <c:v>0.509285556236</c:v>
                </c:pt>
                <c:pt idx="1709">
                  <c:v>0.511367525378</c:v>
                </c:pt>
                <c:pt idx="1710">
                  <c:v>0.513806214384</c:v>
                </c:pt>
                <c:pt idx="1711">
                  <c:v>0.515418649537</c:v>
                </c:pt>
                <c:pt idx="1712">
                  <c:v>0.516786896637</c:v>
                </c:pt>
                <c:pt idx="1713">
                  <c:v>0.514362177814</c:v>
                </c:pt>
                <c:pt idx="1714">
                  <c:v>0.508064576453</c:v>
                </c:pt>
                <c:pt idx="1715">
                  <c:v>0.508173542705</c:v>
                </c:pt>
                <c:pt idx="1716">
                  <c:v>0.513204995983</c:v>
                </c:pt>
                <c:pt idx="1717">
                  <c:v>0.512937755535</c:v>
                </c:pt>
                <c:pt idx="1718">
                  <c:v>0.515250250897</c:v>
                </c:pt>
                <c:pt idx="1719">
                  <c:v>0.521519709206</c:v>
                </c:pt>
                <c:pt idx="1720">
                  <c:v>0.5</c:v>
                </c:pt>
                <c:pt idx="1721">
                  <c:v>0.499324067001</c:v>
                </c:pt>
                <c:pt idx="1722">
                  <c:v>0.494844378179</c:v>
                </c:pt>
                <c:pt idx="1723">
                  <c:v>0.495322723245</c:v>
                </c:pt>
                <c:pt idx="1724">
                  <c:v>0.500213440583</c:v>
                </c:pt>
                <c:pt idx="1725">
                  <c:v>0.505066727144</c:v>
                </c:pt>
                <c:pt idx="1726">
                  <c:v>0.512856331279</c:v>
                </c:pt>
                <c:pt idx="1727">
                  <c:v>0.509703433244</c:v>
                </c:pt>
                <c:pt idx="1728">
                  <c:v>0.508963753993</c:v>
                </c:pt>
                <c:pt idx="1729">
                  <c:v>0.516630313757</c:v>
                </c:pt>
                <c:pt idx="1730">
                  <c:v>0.513741888517</c:v>
                </c:pt>
                <c:pt idx="1731">
                  <c:v>0.512778083523</c:v>
                </c:pt>
                <c:pt idx="1732">
                  <c:v>0.511771700721</c:v>
                </c:pt>
              </c:numCache>
            </c:numRef>
          </c:val>
        </c:ser>
        <c:ser>
          <c:idx val="6"/>
          <c:order val="6"/>
          <c:tx>
            <c:strRef>
              <c:f>BIL</c:f>
              <c:strCache>
                <c:ptCount val="1"/>
                <c:pt idx="0">
                  <c:v>BIL</c:v>
                </c:pt>
              </c:strCache>
            </c:strRef>
          </c:tx>
          <c:spPr>
            <a:solidFill>
              <a:srgbClr val="CBD2D9"/>
            </a:solidFill>
            <a:ln w="0">
              <a:noFill/>
            </a:ln>
          </c:spPr>
          <c:dLbls>
            <c:delete val="1"/>
          </c:dLbls>
          <c:cat>
            <c:strRef>
              <c:f>'Chart Data'!$M$2:$M$1734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Data'!$N$2:$N$1734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0.5</c:v>
                </c:pt>
                <c:pt idx="647">
                  <c:v>0.504169165427</c:v>
                </c:pt>
                <c:pt idx="648">
                  <c:v>0.494595393962</c:v>
                </c:pt>
                <c:pt idx="649">
                  <c:v>0.490270890569</c:v>
                </c:pt>
                <c:pt idx="650">
                  <c:v>0.489730985462</c:v>
                </c:pt>
                <c:pt idx="651">
                  <c:v>0.501750873553</c:v>
                </c:pt>
                <c:pt idx="652">
                  <c:v>0.500712035901</c:v>
                </c:pt>
                <c:pt idx="653">
                  <c:v>0.502970900109</c:v>
                </c:pt>
                <c:pt idx="654">
                  <c:v>0.499677400787</c:v>
                </c:pt>
                <c:pt idx="655">
                  <c:v>0.495001829598</c:v>
                </c:pt>
                <c:pt idx="656">
                  <c:v>0.493846568002</c:v>
                </c:pt>
                <c:pt idx="657">
                  <c:v>0.494279178491</c:v>
                </c:pt>
                <c:pt idx="658">
                  <c:v>0.499023211735</c:v>
                </c:pt>
                <c:pt idx="659">
                  <c:v>0.501563018164</c:v>
                </c:pt>
                <c:pt idx="660">
                  <c:v>0.497410792375</c:v>
                </c:pt>
                <c:pt idx="661">
                  <c:v>0.496535671814</c:v>
                </c:pt>
                <c:pt idx="662">
                  <c:v>0.491348972952</c:v>
                </c:pt>
                <c:pt idx="663">
                  <c:v>0.491091245565</c:v>
                </c:pt>
                <c:pt idx="664">
                  <c:v>0.490123785899</c:v>
                </c:pt>
                <c:pt idx="665">
                  <c:v>0.495447384272</c:v>
                </c:pt>
                <c:pt idx="666">
                  <c:v>0.5</c:v>
                </c:pt>
                <c:pt idx="667">
                  <c:v>0.502020620478</c:v>
                </c:pt>
                <c:pt idx="668">
                  <c:v>0.504733208675</c:v>
                </c:pt>
                <c:pt idx="669">
                  <c:v>0.505829135178</c:v>
                </c:pt>
                <c:pt idx="670">
                  <c:v>0.502745538665</c:v>
                </c:pt>
                <c:pt idx="671">
                  <c:v>0.500082033415</c:v>
                </c:pt>
                <c:pt idx="672">
                  <c:v>0.497500638462</c:v>
                </c:pt>
                <c:pt idx="673">
                  <c:v>0.492364026081</c:v>
                </c:pt>
                <c:pt idx="674">
                  <c:v>0.493267469306</c:v>
                </c:pt>
                <c:pt idx="675">
                  <c:v>0.496952062182</c:v>
                </c:pt>
                <c:pt idx="676">
                  <c:v>0.49943668684</c:v>
                </c:pt>
                <c:pt idx="677">
                  <c:v>0.498711385939</c:v>
                </c:pt>
                <c:pt idx="678">
                  <c:v>0.495082997702</c:v>
                </c:pt>
                <c:pt idx="679">
                  <c:v>0.494655376004</c:v>
                </c:pt>
                <c:pt idx="680">
                  <c:v>0.492555351375</c:v>
                </c:pt>
                <c:pt idx="681">
                  <c:v>0.488439300086</c:v>
                </c:pt>
                <c:pt idx="682">
                  <c:v>0.48603395857</c:v>
                </c:pt>
                <c:pt idx="683">
                  <c:v>0.489244052437</c:v>
                </c:pt>
                <c:pt idx="684">
                  <c:v>0.488687520983</c:v>
                </c:pt>
                <c:pt idx="685">
                  <c:v>0.485237762664</c:v>
                </c:pt>
                <c:pt idx="686">
                  <c:v>0.49165077569</c:v>
                </c:pt>
                <c:pt idx="687">
                  <c:v>0.497396521315</c:v>
                </c:pt>
                <c:pt idx="688">
                  <c:v>0.502390305923</c:v>
                </c:pt>
                <c:pt idx="689">
                  <c:v>0.5</c:v>
                </c:pt>
                <c:pt idx="690">
                  <c:v>0.5</c:v>
                </c:pt>
                <c:pt idx="691">
                  <c:v>0.501319234518</c:v>
                </c:pt>
                <c:pt idx="692">
                  <c:v>0.507295200502</c:v>
                </c:pt>
                <c:pt idx="693">
                  <c:v>0.506298642717</c:v>
                </c:pt>
                <c:pt idx="694">
                  <c:v>0.499352044335</c:v>
                </c:pt>
                <c:pt idx="695">
                  <c:v>0.495706795289</c:v>
                </c:pt>
                <c:pt idx="696">
                  <c:v>0.49720235162</c:v>
                </c:pt>
                <c:pt idx="697">
                  <c:v>0.496336812341</c:v>
                </c:pt>
                <c:pt idx="698">
                  <c:v>0.503428524883</c:v>
                </c:pt>
                <c:pt idx="699">
                  <c:v>0.504318668044</c:v>
                </c:pt>
                <c:pt idx="700">
                  <c:v>0.503428524883</c:v>
                </c:pt>
                <c:pt idx="701">
                  <c:v>0.50325316569</c:v>
                </c:pt>
                <c:pt idx="702">
                  <c:v>0.505090203238</c:v>
                </c:pt>
                <c:pt idx="703">
                  <c:v>0.504901442239</c:v>
                </c:pt>
                <c:pt idx="704">
                  <c:v>0.513532922162</c:v>
                </c:pt>
                <c:pt idx="705">
                  <c:v>0.519240993672</c:v>
                </c:pt>
                <c:pt idx="706">
                  <c:v>0.516503334549</c:v>
                </c:pt>
                <c:pt idx="707">
                  <c:v>0.509917581543</c:v>
                </c:pt>
                <c:pt idx="708">
                  <c:v>0.511189538965</c:v>
                </c:pt>
                <c:pt idx="709">
                  <c:v>0.514258828229</c:v>
                </c:pt>
                <c:pt idx="710">
                  <c:v>0.508239155819</c:v>
                </c:pt>
                <c:pt idx="711">
                  <c:v>1</c:v>
                </c:pt>
                <c:pt idx="712">
                  <c:v>1</c:v>
                </c:pt>
                <c:pt idx="713">
                  <c:v>1</c:v>
                </c:pt>
                <c:pt idx="714">
                  <c:v>1</c:v>
                </c:pt>
                <c:pt idx="715">
                  <c:v>1</c:v>
                </c:pt>
                <c:pt idx="716">
                  <c:v>1</c:v>
                </c:pt>
                <c:pt idx="717">
                  <c:v>1</c:v>
                </c:pt>
                <c:pt idx="718">
                  <c:v>1</c:v>
                </c:pt>
                <c:pt idx="719">
                  <c:v>1</c:v>
                </c:pt>
                <c:pt idx="720">
                  <c:v>1</c:v>
                </c:pt>
                <c:pt idx="721">
                  <c:v>1</c:v>
                </c:pt>
                <c:pt idx="722">
                  <c:v>1</c:v>
                </c:pt>
                <c:pt idx="723">
                  <c:v>1</c:v>
                </c:pt>
                <c:pt idx="724">
                  <c:v>1</c:v>
                </c:pt>
                <c:pt idx="725">
                  <c:v>1</c:v>
                </c:pt>
                <c:pt idx="726">
                  <c:v>1</c:v>
                </c:pt>
                <c:pt idx="727">
                  <c:v>1</c:v>
                </c:pt>
                <c:pt idx="728">
                  <c:v>1</c:v>
                </c:pt>
                <c:pt idx="729">
                  <c:v>1</c:v>
                </c:pt>
                <c:pt idx="730">
                  <c:v>1</c:v>
                </c:pt>
                <c:pt idx="731">
                  <c:v>1</c:v>
                </c:pt>
                <c:pt idx="732">
                  <c:v>1</c:v>
                </c:pt>
                <c:pt idx="733">
                  <c:v>1</c:v>
                </c:pt>
                <c:pt idx="734">
                  <c:v>1</c:v>
                </c:pt>
                <c:pt idx="735">
                  <c:v>1</c:v>
                </c:pt>
                <c:pt idx="736">
                  <c:v>1</c:v>
                </c:pt>
                <c:pt idx="737">
                  <c:v>1</c:v>
                </c:pt>
                <c:pt idx="738">
                  <c:v>1</c:v>
                </c:pt>
                <c:pt idx="739">
                  <c:v>1</c:v>
                </c:pt>
                <c:pt idx="740">
                  <c:v>1</c:v>
                </c:pt>
                <c:pt idx="741">
                  <c:v>1</c:v>
                </c:pt>
                <c:pt idx="742">
                  <c:v>1</c:v>
                </c:pt>
                <c:pt idx="743">
                  <c:v>1</c:v>
                </c:pt>
                <c:pt idx="744">
                  <c:v>1</c:v>
                </c:pt>
                <c:pt idx="745">
                  <c:v>1</c:v>
                </c:pt>
                <c:pt idx="746">
                  <c:v>1</c:v>
                </c:pt>
                <c:pt idx="747">
                  <c:v>1</c:v>
                </c:pt>
                <c:pt idx="748">
                  <c:v>1</c:v>
                </c:pt>
                <c:pt idx="749">
                  <c:v>1</c:v>
                </c:pt>
                <c:pt idx="750">
                  <c:v>1</c:v>
                </c:pt>
                <c:pt idx="751">
                  <c:v>1</c:v>
                </c:pt>
                <c:pt idx="752">
                  <c:v>1</c:v>
                </c:pt>
                <c:pt idx="753">
                  <c:v>1</c:v>
                </c:pt>
                <c:pt idx="754">
                  <c:v>0.5</c:v>
                </c:pt>
                <c:pt idx="755">
                  <c:v>0.498215772519</c:v>
                </c:pt>
                <c:pt idx="756">
                  <c:v>0.501552477255</c:v>
                </c:pt>
                <c:pt idx="757">
                  <c:v>0.50218484724</c:v>
                </c:pt>
                <c:pt idx="758">
                  <c:v>0.501772307643</c:v>
                </c:pt>
                <c:pt idx="759">
                  <c:v>0.500909868855</c:v>
                </c:pt>
                <c:pt idx="760">
                  <c:v>0.501580583645</c:v>
                </c:pt>
                <c:pt idx="761">
                  <c:v>0.499369874793</c:v>
                </c:pt>
                <c:pt idx="762">
                  <c:v>0.497062140837</c:v>
                </c:pt>
                <c:pt idx="763">
                  <c:v>0.497647431039</c:v>
                </c:pt>
                <c:pt idx="764">
                  <c:v>0.502269303539</c:v>
                </c:pt>
                <c:pt idx="765">
                  <c:v>0.50147417207</c:v>
                </c:pt>
                <c:pt idx="766">
                  <c:v>0.50111288458</c:v>
                </c:pt>
                <c:pt idx="767">
                  <c:v>0.50002707688</c:v>
                </c:pt>
                <c:pt idx="768">
                  <c:v>0.498990947386</c:v>
                </c:pt>
                <c:pt idx="769">
                  <c:v>0.500628279137</c:v>
                </c:pt>
                <c:pt idx="770">
                  <c:v>0.498343180787</c:v>
                </c:pt>
                <c:pt idx="771">
                  <c:v>0.499326625974</c:v>
                </c:pt>
                <c:pt idx="772">
                  <c:v>0.500117362373</c:v>
                </c:pt>
                <c:pt idx="773">
                  <c:v>0.499028026539</c:v>
                </c:pt>
                <c:pt idx="774">
                  <c:v>0.499607003912</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0.5</c:v>
                </c:pt>
                <c:pt idx="991">
                  <c:v>0.501207793078</c:v>
                </c:pt>
                <c:pt idx="992">
                  <c:v>0.500054651744</c:v>
                </c:pt>
                <c:pt idx="993">
                  <c:v>0.505723393146</c:v>
                </c:pt>
                <c:pt idx="994">
                  <c:v>0.50869241162</c:v>
                </c:pt>
                <c:pt idx="995">
                  <c:v>0.509002936661</c:v>
                </c:pt>
                <c:pt idx="996">
                  <c:v>0.508160969889</c:v>
                </c:pt>
                <c:pt idx="997">
                  <c:v>0.504740483303</c:v>
                </c:pt>
                <c:pt idx="998">
                  <c:v>0.505110424241</c:v>
                </c:pt>
                <c:pt idx="999">
                  <c:v>0.506540411906</c:v>
                </c:pt>
                <c:pt idx="1000">
                  <c:v>0.512755646183</c:v>
                </c:pt>
                <c:pt idx="1001">
                  <c:v>0.508955000154</c:v>
                </c:pt>
                <c:pt idx="1002">
                  <c:v>0.506273462495</c:v>
                </c:pt>
                <c:pt idx="1003">
                  <c:v>0.505067848532</c:v>
                </c:pt>
                <c:pt idx="1004">
                  <c:v>0.507239818682</c:v>
                </c:pt>
                <c:pt idx="1005">
                  <c:v>0.507239818682</c:v>
                </c:pt>
                <c:pt idx="1006">
                  <c:v>0.508651795463</c:v>
                </c:pt>
                <c:pt idx="1007">
                  <c:v>0.510420411314</c:v>
                </c:pt>
                <c:pt idx="1008">
                  <c:v>0.50786711214</c:v>
                </c:pt>
                <c:pt idx="1009">
                  <c:v>0.505655661912</c:v>
                </c:pt>
                <c:pt idx="1010">
                  <c:v>0.509913013789</c:v>
                </c:pt>
                <c:pt idx="1011">
                  <c:v>0.511538262712</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dLbls>
          <c:showLegendKey val="0"/>
          <c:showVal val="0"/>
          <c:showCatName val="0"/>
          <c:showSerName val="0"/>
          <c:showPercent val="0"/>
          <c:showBubbleSize val="0"/>
        </c:dLbls>
        <c:axId val="48650112"/>
        <c:axId val="48672768"/>
      </c:area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1"/>
          <c:min val="0"/>
        </c:scaling>
        <c:delete val="0"/>
        <c:axPos val="l"/>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975"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between"/>
      </c:valAx>
    </c:plotArea>
    <c:legend>
      <c:legendPos val="t"/>
      <c:layout/>
      <c:overlay val="0"/>
      <c:txPr>
        <a:bodyPr rot="0" spcFirstLastPara="0" vertOverflow="ellipsis" vert="horz" wrap="square" anchor="ctr" anchorCtr="1"/>
        <a:lstStyle/>
        <a:p>
          <a:pPr>
            <a:defRPr lang="zh-CN" sz="1050" b="0" i="0" u="none" strike="noStrike" kern="1200" baseline="0">
              <a:solidFill>
                <a:schemeClr val="tx1"/>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f929bef0-1745-47b6-8bdf-273db512c9dd}"/>
      </c:ext>
    </c:extLst>
  </c:chart>
  <c:spPr>
    <a:solidFill>
      <a:srgbClr val="F5F7F9"/>
    </a:solidFill>
  </c:spPr>
  <c:txPr>
    <a:bodyPr/>
    <a:lstStyle/>
    <a:p>
      <a:pPr>
        <a:defRPr lang="zh-CN"/>
      </a:pP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SPY</c:f>
              <c:strCache>
                <c:ptCount val="1"/>
                <c:pt idx="0">
                  <c:v>SPY</c:v>
                </c:pt>
              </c:strCache>
            </c:strRef>
          </c:tx>
          <c:spPr>
            <a:solidFill>
              <a:srgbClr val="8196B0"/>
            </a:solidFill>
            <a:ln w="0">
              <a:noFill/>
            </a:ln>
          </c:spPr>
          <c:dLbls>
            <c:delete val="1"/>
          </c:dLbls>
          <c:cat>
            <c:strRef>
              <c:f>'Chart Data'!$A$2:$A$1734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Data'!$B$2:$B$1734</c:f>
              <c:numCache>
                <c:formatCode>0%</c:formatCode>
                <c:ptCount val="1733"/>
                <c:pt idx="0">
                  <c:v>0.350233936039</c:v>
                </c:pt>
                <c:pt idx="1">
                  <c:v>0.350460771216</c:v>
                </c:pt>
                <c:pt idx="2">
                  <c:v>0.349679030475</c:v>
                </c:pt>
                <c:pt idx="3">
                  <c:v>0.352066420958</c:v>
                </c:pt>
                <c:pt idx="4">
                  <c:v>0.353749583327</c:v>
                </c:pt>
                <c:pt idx="5">
                  <c:v>0.3517579699</c:v>
                </c:pt>
                <c:pt idx="6">
                  <c:v>0.353524915948</c:v>
                </c:pt>
                <c:pt idx="7">
                  <c:v>0.353257558615</c:v>
                </c:pt>
                <c:pt idx="8">
                  <c:v>0.353392200922</c:v>
                </c:pt>
                <c:pt idx="9">
                  <c:v>0.355272108644</c:v>
                </c:pt>
                <c:pt idx="10">
                  <c:v>0.355777276376</c:v>
                </c:pt>
                <c:pt idx="11">
                  <c:v>0.355777276376</c:v>
                </c:pt>
                <c:pt idx="12">
                  <c:v>0.356224923223</c:v>
                </c:pt>
                <c:pt idx="13">
                  <c:v>0.355933264151</c:v>
                </c:pt>
                <c:pt idx="14">
                  <c:v>0.356298954671</c:v>
                </c:pt>
                <c:pt idx="15">
                  <c:v>0.353983676646</c:v>
                </c:pt>
                <c:pt idx="16">
                  <c:v>0.351067103884</c:v>
                </c:pt>
                <c:pt idx="17">
                  <c:v>0.354147018663</c:v>
                </c:pt>
                <c:pt idx="18">
                  <c:v>0.35286154392</c:v>
                </c:pt>
                <c:pt idx="19">
                  <c:v>0.35455841497</c:v>
                </c:pt>
                <c:pt idx="20">
                  <c:v>0.350588652959</c:v>
                </c:pt>
                <c:pt idx="21">
                  <c:v>0.352849505391</c:v>
                </c:pt>
                <c:pt idx="22">
                  <c:v>0.300651430691</c:v>
                </c:pt>
                <c:pt idx="23">
                  <c:v>0.303513988989</c:v>
                </c:pt>
                <c:pt idx="24">
                  <c:v>0.303345779704</c:v>
                </c:pt>
                <c:pt idx="25">
                  <c:v>0.301513002572</c:v>
                </c:pt>
                <c:pt idx="26">
                  <c:v>0.302438423757</c:v>
                </c:pt>
                <c:pt idx="27">
                  <c:v>0.303093356198</c:v>
                </c:pt>
                <c:pt idx="28">
                  <c:v>0.304466009344</c:v>
                </c:pt>
                <c:pt idx="29">
                  <c:v>0.303812102493</c:v>
                </c:pt>
                <c:pt idx="30">
                  <c:v>0.303383369332</c:v>
                </c:pt>
                <c:pt idx="31">
                  <c:v>0.303383369332</c:v>
                </c:pt>
                <c:pt idx="32">
                  <c:v>0.301216155253</c:v>
                </c:pt>
                <c:pt idx="33">
                  <c:v>0.301342570958</c:v>
                </c:pt>
                <c:pt idx="34">
                  <c:v>0.300013899155</c:v>
                </c:pt>
                <c:pt idx="35">
                  <c:v>0.295781434706</c:v>
                </c:pt>
                <c:pt idx="36">
                  <c:v>0.288017893078</c:v>
                </c:pt>
                <c:pt idx="37">
                  <c:v>0.283486269728</c:v>
                </c:pt>
                <c:pt idx="38">
                  <c:v>0.282447282703</c:v>
                </c:pt>
                <c:pt idx="39">
                  <c:v>0.27317670661</c:v>
                </c:pt>
                <c:pt idx="40">
                  <c:v>0.274556264797</c:v>
                </c:pt>
                <c:pt idx="41">
                  <c:v>0.282509763721</c:v>
                </c:pt>
                <c:pt idx="42">
                  <c:v>0.0608922250587</c:v>
                </c:pt>
                <c:pt idx="43">
                  <c:v>0.0633216698993</c:v>
                </c:pt>
                <c:pt idx="44">
                  <c:v>0.0607340907098</c:v>
                </c:pt>
                <c:pt idx="45">
                  <c:v>0.058619500179</c:v>
                </c:pt>
                <c:pt idx="46">
                  <c:v>0.0545258050744</c:v>
                </c:pt>
                <c:pt idx="47">
                  <c:v>0.0582213049046</c:v>
                </c:pt>
                <c:pt idx="48">
                  <c:v>0.057324533367</c:v>
                </c:pt>
                <c:pt idx="49">
                  <c:v>0.0538121219922</c:v>
                </c:pt>
                <c:pt idx="50">
                  <c:v>0.0581752551113</c:v>
                </c:pt>
                <c:pt idx="51">
                  <c:v>0.0522331438818</c:v>
                </c:pt>
                <c:pt idx="52">
                  <c:v>0.0558914284883</c:v>
                </c:pt>
                <c:pt idx="53">
                  <c:v>0.0562593413294</c:v>
                </c:pt>
                <c:pt idx="54">
                  <c:v>0.0557587945034</c:v>
                </c:pt>
                <c:pt idx="55">
                  <c:v>0.0512220040651</c:v>
                </c:pt>
                <c:pt idx="56">
                  <c:v>0.0487858700831</c:v>
                </c:pt>
                <c:pt idx="57">
                  <c:v>0.0522197254613</c:v>
                </c:pt>
                <c:pt idx="58">
                  <c:v>0.0527378625518</c:v>
                </c:pt>
                <c:pt idx="59">
                  <c:v>0.0548055027613</c:v>
                </c:pt>
                <c:pt idx="60">
                  <c:v>0.053320911266</c:v>
                </c:pt>
                <c:pt idx="61">
                  <c:v>0.0549356028207</c:v>
                </c:pt>
                <c:pt idx="62">
                  <c:v>0.0546606365844</c:v>
                </c:pt>
                <c:pt idx="63">
                  <c:v>0.0523487743869</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0.127327040224</c:v>
                </c:pt>
                <c:pt idx="151">
                  <c:v>0.128024260426</c:v>
                </c:pt>
                <c:pt idx="152">
                  <c:v>0.127916069709</c:v>
                </c:pt>
                <c:pt idx="153">
                  <c:v>0.129274961112</c:v>
                </c:pt>
                <c:pt idx="154">
                  <c:v>0.129965477501</c:v>
                </c:pt>
                <c:pt idx="155">
                  <c:v>0.131796191981</c:v>
                </c:pt>
                <c:pt idx="156">
                  <c:v>0.133929169013</c:v>
                </c:pt>
                <c:pt idx="157">
                  <c:v>0.133599129018</c:v>
                </c:pt>
                <c:pt idx="158">
                  <c:v>0.134018190659</c:v>
                </c:pt>
                <c:pt idx="159">
                  <c:v>0.133246436678</c:v>
                </c:pt>
                <c:pt idx="160">
                  <c:v>0.132723957839</c:v>
                </c:pt>
                <c:pt idx="161">
                  <c:v>0.134015678148</c:v>
                </c:pt>
                <c:pt idx="162">
                  <c:v>0.133632899385</c:v>
                </c:pt>
                <c:pt idx="163">
                  <c:v>0.133883972218</c:v>
                </c:pt>
                <c:pt idx="164">
                  <c:v>0.1351717619</c:v>
                </c:pt>
                <c:pt idx="165">
                  <c:v>0.135841705307</c:v>
                </c:pt>
                <c:pt idx="166">
                  <c:v>0.136794285202</c:v>
                </c:pt>
                <c:pt idx="167">
                  <c:v>0.138722316554</c:v>
                </c:pt>
                <c:pt idx="168">
                  <c:v>0.138652396452</c:v>
                </c:pt>
                <c:pt idx="169">
                  <c:v>0.13808016181</c:v>
                </c:pt>
                <c:pt idx="170">
                  <c:v>0.138127080307</c:v>
                </c:pt>
                <c:pt idx="171">
                  <c:v>0.313912447017</c:v>
                </c:pt>
                <c:pt idx="172">
                  <c:v>0.307723096965</c:v>
                </c:pt>
                <c:pt idx="173">
                  <c:v>0.307562482786</c:v>
                </c:pt>
                <c:pt idx="174">
                  <c:v>0.307562482786</c:v>
                </c:pt>
                <c:pt idx="175">
                  <c:v>0.30262591867</c:v>
                </c:pt>
                <c:pt idx="176">
                  <c:v>0.305627619668</c:v>
                </c:pt>
                <c:pt idx="177">
                  <c:v>0.302603904035</c:v>
                </c:pt>
                <c:pt idx="178">
                  <c:v>0.301995540959</c:v>
                </c:pt>
                <c:pt idx="179">
                  <c:v>0.303481284932</c:v>
                </c:pt>
                <c:pt idx="180">
                  <c:v>0.304316920363</c:v>
                </c:pt>
                <c:pt idx="181">
                  <c:v>0.303303615986</c:v>
                </c:pt>
                <c:pt idx="182">
                  <c:v>0.301414673615</c:v>
                </c:pt>
                <c:pt idx="183">
                  <c:v>0.299419051545</c:v>
                </c:pt>
                <c:pt idx="184">
                  <c:v>0.298821588931</c:v>
                </c:pt>
                <c:pt idx="185">
                  <c:v>0.301733955032</c:v>
                </c:pt>
                <c:pt idx="186">
                  <c:v>0.298964601582</c:v>
                </c:pt>
                <c:pt idx="187">
                  <c:v>0.299049687721</c:v>
                </c:pt>
                <c:pt idx="188">
                  <c:v>0.302633791854</c:v>
                </c:pt>
                <c:pt idx="189">
                  <c:v>0.305020986742</c:v>
                </c:pt>
                <c:pt idx="190">
                  <c:v>0.303572706567</c:v>
                </c:pt>
                <c:pt idx="191">
                  <c:v>0.305384486453</c:v>
                </c:pt>
                <c:pt idx="192">
                  <c:v>0.305938294871</c:v>
                </c:pt>
                <c:pt idx="193">
                  <c:v>0.186392945388</c:v>
                </c:pt>
                <c:pt idx="194">
                  <c:v>0.187225565556</c:v>
                </c:pt>
                <c:pt idx="195">
                  <c:v>0.185029651815</c:v>
                </c:pt>
                <c:pt idx="196">
                  <c:v>0.186966805187</c:v>
                </c:pt>
                <c:pt idx="197">
                  <c:v>0.18743151845</c:v>
                </c:pt>
                <c:pt idx="198">
                  <c:v>0.187747053033</c:v>
                </c:pt>
                <c:pt idx="199">
                  <c:v>0.189791848937</c:v>
                </c:pt>
                <c:pt idx="200">
                  <c:v>0.189427700842</c:v>
                </c:pt>
                <c:pt idx="201">
                  <c:v>0.188803322258</c:v>
                </c:pt>
                <c:pt idx="202">
                  <c:v>0.189275459946</c:v>
                </c:pt>
                <c:pt idx="203">
                  <c:v>0.18908861586</c:v>
                </c:pt>
                <c:pt idx="204">
                  <c:v>0.186595571499</c:v>
                </c:pt>
                <c:pt idx="205">
                  <c:v>0.186460658263</c:v>
                </c:pt>
                <c:pt idx="206">
                  <c:v>0.185883314545</c:v>
                </c:pt>
                <c:pt idx="207">
                  <c:v>0.187052012042</c:v>
                </c:pt>
                <c:pt idx="208">
                  <c:v>0.187460484013</c:v>
                </c:pt>
                <c:pt idx="209">
                  <c:v>0.185723804294</c:v>
                </c:pt>
                <c:pt idx="210">
                  <c:v>0.184992292299</c:v>
                </c:pt>
                <c:pt idx="211">
                  <c:v>0.182605974263</c:v>
                </c:pt>
                <c:pt idx="212">
                  <c:v>0.184488067721</c:v>
                </c:pt>
                <c:pt idx="213">
                  <c:v>0.184087321868</c:v>
                </c:pt>
                <c:pt idx="214">
                  <c:v>0.184109863667</c:v>
                </c:pt>
                <c:pt idx="215">
                  <c:v>0.154746118525</c:v>
                </c:pt>
                <c:pt idx="216">
                  <c:v>0.155479502457</c:v>
                </c:pt>
                <c:pt idx="217">
                  <c:v>0.156221298695</c:v>
                </c:pt>
                <c:pt idx="218">
                  <c:v>0.156064638224</c:v>
                </c:pt>
                <c:pt idx="219">
                  <c:v>0.157894896546</c:v>
                </c:pt>
                <c:pt idx="220">
                  <c:v>0.157432471051</c:v>
                </c:pt>
                <c:pt idx="221">
                  <c:v>0.15814255779</c:v>
                </c:pt>
                <c:pt idx="222">
                  <c:v>0.157550609267</c:v>
                </c:pt>
                <c:pt idx="223">
                  <c:v>0.158586894841</c:v>
                </c:pt>
                <c:pt idx="224">
                  <c:v>0.159014998679</c:v>
                </c:pt>
                <c:pt idx="225">
                  <c:v>0.158346210787</c:v>
                </c:pt>
                <c:pt idx="226">
                  <c:v>0.156932808336</c:v>
                </c:pt>
                <c:pt idx="227">
                  <c:v>0.157410901139</c:v>
                </c:pt>
                <c:pt idx="228">
                  <c:v>0.155895626183</c:v>
                </c:pt>
                <c:pt idx="229">
                  <c:v>0.156797365127</c:v>
                </c:pt>
                <c:pt idx="230">
                  <c:v>0.157354490878</c:v>
                </c:pt>
                <c:pt idx="231">
                  <c:v>0.157106777477</c:v>
                </c:pt>
                <c:pt idx="232">
                  <c:v>0.157106777477</c:v>
                </c:pt>
                <c:pt idx="233">
                  <c:v>0.157212900182</c:v>
                </c:pt>
                <c:pt idx="234">
                  <c:v>0.158601653649</c:v>
                </c:pt>
                <c:pt idx="235">
                  <c:v>0.15859071487</c:v>
                </c:pt>
                <c:pt idx="236">
                  <c:v>0.181903953913</c:v>
                </c:pt>
                <c:pt idx="237">
                  <c:v>0.180952277255</c:v>
                </c:pt>
                <c:pt idx="238">
                  <c:v>0.181240582731</c:v>
                </c:pt>
                <c:pt idx="239">
                  <c:v>0.180686044016</c:v>
                </c:pt>
                <c:pt idx="240">
                  <c:v>0.181196945374</c:v>
                </c:pt>
                <c:pt idx="241">
                  <c:v>0.180413615653</c:v>
                </c:pt>
                <c:pt idx="242">
                  <c:v>0.179596415399</c:v>
                </c:pt>
                <c:pt idx="243">
                  <c:v>0.179790403753</c:v>
                </c:pt>
                <c:pt idx="244">
                  <c:v>0.178843931468</c:v>
                </c:pt>
                <c:pt idx="245">
                  <c:v>0.179701971772</c:v>
                </c:pt>
                <c:pt idx="246">
                  <c:v>0.179166374263</c:v>
                </c:pt>
                <c:pt idx="247">
                  <c:v>0.179030836618</c:v>
                </c:pt>
                <c:pt idx="248">
                  <c:v>0.178484881099</c:v>
                </c:pt>
                <c:pt idx="249">
                  <c:v>0.179345639688</c:v>
                </c:pt>
                <c:pt idx="250">
                  <c:v>0.18036432426</c:v>
                </c:pt>
                <c:pt idx="251">
                  <c:v>0.179303299412</c:v>
                </c:pt>
                <c:pt idx="252">
                  <c:v>0.179696588959</c:v>
                </c:pt>
                <c:pt idx="253">
                  <c:v>0.180937695082</c:v>
                </c:pt>
                <c:pt idx="254">
                  <c:v>0.179802162942</c:v>
                </c:pt>
                <c:pt idx="255">
                  <c:v>0.178654365908</c:v>
                </c:pt>
                <c:pt idx="256">
                  <c:v>0.179087469417</c:v>
                </c:pt>
                <c:pt idx="257">
                  <c:v>0.176269606944</c:v>
                </c:pt>
                <c:pt idx="258">
                  <c:v>0.297854552168</c:v>
                </c:pt>
                <c:pt idx="259">
                  <c:v>0.299647716503</c:v>
                </c:pt>
                <c:pt idx="260">
                  <c:v>0.300946695628</c:v>
                </c:pt>
                <c:pt idx="261">
                  <c:v>0.299549179252</c:v>
                </c:pt>
                <c:pt idx="262">
                  <c:v>0.299796218257</c:v>
                </c:pt>
                <c:pt idx="263">
                  <c:v>0.298530088069</c:v>
                </c:pt>
                <c:pt idx="264">
                  <c:v>0.298732122396</c:v>
                </c:pt>
                <c:pt idx="265">
                  <c:v>0.296768246531</c:v>
                </c:pt>
                <c:pt idx="266">
                  <c:v>0.296856341749</c:v>
                </c:pt>
                <c:pt idx="267">
                  <c:v>0.297575721671</c:v>
                </c:pt>
                <c:pt idx="268">
                  <c:v>0.297707727202</c:v>
                </c:pt>
                <c:pt idx="269">
                  <c:v>0.298745675852</c:v>
                </c:pt>
                <c:pt idx="270">
                  <c:v>0.298248794106</c:v>
                </c:pt>
                <c:pt idx="271">
                  <c:v>0.299563149588</c:v>
                </c:pt>
                <c:pt idx="272">
                  <c:v>0.299983064397</c:v>
                </c:pt>
                <c:pt idx="273">
                  <c:v>0.30082960169</c:v>
                </c:pt>
                <c:pt idx="274">
                  <c:v>0.297355243268</c:v>
                </c:pt>
                <c:pt idx="275">
                  <c:v>0.300091574124</c:v>
                </c:pt>
                <c:pt idx="276">
                  <c:v>0.297794877351</c:v>
                </c:pt>
                <c:pt idx="277">
                  <c:v>0.298578615727</c:v>
                </c:pt>
                <c:pt idx="278">
                  <c:v>0.102388995745</c:v>
                </c:pt>
                <c:pt idx="279">
                  <c:v>0.101984543153</c:v>
                </c:pt>
                <c:pt idx="280">
                  <c:v>0.103219751843</c:v>
                </c:pt>
                <c:pt idx="281">
                  <c:v>0.103393331788</c:v>
                </c:pt>
                <c:pt idx="282">
                  <c:v>0.102568315497</c:v>
                </c:pt>
                <c:pt idx="283">
                  <c:v>0.102593944031</c:v>
                </c:pt>
                <c:pt idx="284">
                  <c:v>0.102445625801</c:v>
                </c:pt>
                <c:pt idx="285">
                  <c:v>0.102467870707</c:v>
                </c:pt>
                <c:pt idx="286">
                  <c:v>0.102544723226</c:v>
                </c:pt>
                <c:pt idx="287">
                  <c:v>0.102453544746</c:v>
                </c:pt>
                <c:pt idx="288">
                  <c:v>0.101812892967</c:v>
                </c:pt>
                <c:pt idx="289">
                  <c:v>0.102210610931</c:v>
                </c:pt>
                <c:pt idx="290">
                  <c:v>0.10233182255</c:v>
                </c:pt>
                <c:pt idx="291">
                  <c:v>0.102403445758</c:v>
                </c:pt>
                <c:pt idx="292">
                  <c:v>0.101810084557</c:v>
                </c:pt>
                <c:pt idx="293">
                  <c:v>0.101368927813</c:v>
                </c:pt>
                <c:pt idx="294">
                  <c:v>0.101648941967</c:v>
                </c:pt>
                <c:pt idx="295">
                  <c:v>0.0994563606673</c:v>
                </c:pt>
                <c:pt idx="296">
                  <c:v>0.100416335643</c:v>
                </c:pt>
                <c:pt idx="297">
                  <c:v>0.10198158404</c:v>
                </c:pt>
                <c:pt idx="298">
                  <c:v>0.0970227091424</c:v>
                </c:pt>
                <c:pt idx="299">
                  <c:v>0.0954829169161</c:v>
                </c:pt>
                <c:pt idx="300">
                  <c:v>0.0944886071516</c:v>
                </c:pt>
                <c:pt idx="301">
                  <c:v>0.095426872356</c:v>
                </c:pt>
                <c:pt idx="302">
                  <c:v>0.0954634046741</c:v>
                </c:pt>
                <c:pt idx="303">
                  <c:v>0.0959821445698</c:v>
                </c:pt>
                <c:pt idx="304">
                  <c:v>0.0965005482228</c:v>
                </c:pt>
                <c:pt idx="305">
                  <c:v>0.0959495542786</c:v>
                </c:pt>
                <c:pt idx="306">
                  <c:v>0.0966308960421</c:v>
                </c:pt>
                <c:pt idx="307">
                  <c:v>0.0971369150857</c:v>
                </c:pt>
                <c:pt idx="308">
                  <c:v>0.0970262193258</c:v>
                </c:pt>
                <c:pt idx="309">
                  <c:v>0.0972592284898</c:v>
                </c:pt>
                <c:pt idx="310">
                  <c:v>0.0973454600054</c:v>
                </c:pt>
                <c:pt idx="311">
                  <c:v>0.0965029704</c:v>
                </c:pt>
                <c:pt idx="312">
                  <c:v>0.0972822663589</c:v>
                </c:pt>
                <c:pt idx="313">
                  <c:v>0.0978363332417</c:v>
                </c:pt>
                <c:pt idx="314">
                  <c:v>0.0973843956402</c:v>
                </c:pt>
                <c:pt idx="315">
                  <c:v>0.0981994486274</c:v>
                </c:pt>
                <c:pt idx="316">
                  <c:v>0.0981662283484</c:v>
                </c:pt>
                <c:pt idx="317">
                  <c:v>0.0980288815002</c:v>
                </c:pt>
                <c:pt idx="318">
                  <c:v>0.0979530461743</c:v>
                </c:pt>
                <c:pt idx="319">
                  <c:v>0.0983007044722</c:v>
                </c:pt>
                <c:pt idx="320">
                  <c:v>0.0983707994867</c:v>
                </c:pt>
                <c:pt idx="321">
                  <c:v>0.0997153985286</c:v>
                </c:pt>
                <c:pt idx="322">
                  <c:v>0.0992636561285</c:v>
                </c:pt>
                <c:pt idx="323">
                  <c:v>0.0996235738124</c:v>
                </c:pt>
                <c:pt idx="324">
                  <c:v>0.100039933394</c:v>
                </c:pt>
                <c:pt idx="325">
                  <c:v>0.100981591425</c:v>
                </c:pt>
                <c:pt idx="326">
                  <c:v>0.10138105516</c:v>
                </c:pt>
                <c:pt idx="327">
                  <c:v>0.100941302855</c:v>
                </c:pt>
                <c:pt idx="328">
                  <c:v>0.100309336687</c:v>
                </c:pt>
                <c:pt idx="329">
                  <c:v>0.100790895539</c:v>
                </c:pt>
                <c:pt idx="330">
                  <c:v>0.100679423313</c:v>
                </c:pt>
                <c:pt idx="331">
                  <c:v>0.100084399561</c:v>
                </c:pt>
                <c:pt idx="332">
                  <c:v>0.0998540476427</c:v>
                </c:pt>
                <c:pt idx="333">
                  <c:v>0.101222557016</c:v>
                </c:pt>
                <c:pt idx="334">
                  <c:v>0.0997281758504</c:v>
                </c:pt>
                <c:pt idx="335">
                  <c:v>0.100292863664</c:v>
                </c:pt>
                <c:pt idx="336">
                  <c:v>0.0999392422024</c:v>
                </c:pt>
                <c:pt idx="337">
                  <c:v>0.0994939599775</c:v>
                </c:pt>
                <c:pt idx="338">
                  <c:v>0.0993543671631</c:v>
                </c:pt>
                <c:pt idx="339">
                  <c:v>0.0996177161748</c:v>
                </c:pt>
                <c:pt idx="340">
                  <c:v>0.0993931466469</c:v>
                </c:pt>
                <c:pt idx="341">
                  <c:v>0.100246894544</c:v>
                </c:pt>
                <c:pt idx="342">
                  <c:v>0.220798339501</c:v>
                </c:pt>
                <c:pt idx="343">
                  <c:v>0.222172306084</c:v>
                </c:pt>
                <c:pt idx="344">
                  <c:v>0.222257740099</c:v>
                </c:pt>
                <c:pt idx="345">
                  <c:v>0.221676686145</c:v>
                </c:pt>
                <c:pt idx="346">
                  <c:v>0.22017620832</c:v>
                </c:pt>
                <c:pt idx="347">
                  <c:v>0.219647363404</c:v>
                </c:pt>
                <c:pt idx="348">
                  <c:v>0.217074501622</c:v>
                </c:pt>
                <c:pt idx="349">
                  <c:v>0.22107893281</c:v>
                </c:pt>
                <c:pt idx="350">
                  <c:v>0.225105437386</c:v>
                </c:pt>
                <c:pt idx="351">
                  <c:v>0.223007091019</c:v>
                </c:pt>
                <c:pt idx="352">
                  <c:v>0.219770647811</c:v>
                </c:pt>
                <c:pt idx="353">
                  <c:v>0.221472664927</c:v>
                </c:pt>
                <c:pt idx="354">
                  <c:v>0.224084819778</c:v>
                </c:pt>
                <c:pt idx="355">
                  <c:v>0.222921648785</c:v>
                </c:pt>
                <c:pt idx="356">
                  <c:v>0.223454759499</c:v>
                </c:pt>
                <c:pt idx="357">
                  <c:v>0.222297824028</c:v>
                </c:pt>
                <c:pt idx="358">
                  <c:v>0.222086455481</c:v>
                </c:pt>
                <c:pt idx="359">
                  <c:v>0.221109723541</c:v>
                </c:pt>
                <c:pt idx="360">
                  <c:v>0.220418511469</c:v>
                </c:pt>
                <c:pt idx="361">
                  <c:v>0.220923527659</c:v>
                </c:pt>
                <c:pt idx="362">
                  <c:v>0.218711027193</c:v>
                </c:pt>
                <c:pt idx="363">
                  <c:v>0.265012991708</c:v>
                </c:pt>
                <c:pt idx="364">
                  <c:v>0.265559626398</c:v>
                </c:pt>
                <c:pt idx="365">
                  <c:v>0.266538505012</c:v>
                </c:pt>
                <c:pt idx="366">
                  <c:v>0.265623203432</c:v>
                </c:pt>
                <c:pt idx="367">
                  <c:v>0.265136631412</c:v>
                </c:pt>
                <c:pt idx="368">
                  <c:v>0.265654951755</c:v>
                </c:pt>
                <c:pt idx="369">
                  <c:v>0.265881845294</c:v>
                </c:pt>
                <c:pt idx="370">
                  <c:v>0.266915193541</c:v>
                </c:pt>
                <c:pt idx="371">
                  <c:v>0.267888545136</c:v>
                </c:pt>
                <c:pt idx="372">
                  <c:v>0.267878129121</c:v>
                </c:pt>
                <c:pt idx="373">
                  <c:v>0.268578231316</c:v>
                </c:pt>
                <c:pt idx="374">
                  <c:v>0.27150465517</c:v>
                </c:pt>
                <c:pt idx="375">
                  <c:v>0.2685395524</c:v>
                </c:pt>
                <c:pt idx="376">
                  <c:v>0.270908885414</c:v>
                </c:pt>
                <c:pt idx="377">
                  <c:v>0.272184284172</c:v>
                </c:pt>
                <c:pt idx="378">
                  <c:v>0.27092896021</c:v>
                </c:pt>
                <c:pt idx="379">
                  <c:v>0.271941676984</c:v>
                </c:pt>
                <c:pt idx="380">
                  <c:v>0.272533682968</c:v>
                </c:pt>
                <c:pt idx="381">
                  <c:v>0.272678515986</c:v>
                </c:pt>
                <c:pt idx="382">
                  <c:v>0.273539390818</c:v>
                </c:pt>
                <c:pt idx="383">
                  <c:v>0.272284408821</c:v>
                </c:pt>
                <c:pt idx="384">
                  <c:v>0.273112120132</c:v>
                </c:pt>
                <c:pt idx="385">
                  <c:v>0.333302353277</c:v>
                </c:pt>
                <c:pt idx="386">
                  <c:v>0.332962243903</c:v>
                </c:pt>
                <c:pt idx="387">
                  <c:v>0.333420902804</c:v>
                </c:pt>
                <c:pt idx="388">
                  <c:v>0.336856890137</c:v>
                </c:pt>
                <c:pt idx="389">
                  <c:v>0.336208886171</c:v>
                </c:pt>
                <c:pt idx="390">
                  <c:v>0.336746307641</c:v>
                </c:pt>
                <c:pt idx="391">
                  <c:v>0.336842295896</c:v>
                </c:pt>
                <c:pt idx="392">
                  <c:v>0.334519562862</c:v>
                </c:pt>
                <c:pt idx="393">
                  <c:v>0.336384312763</c:v>
                </c:pt>
                <c:pt idx="394">
                  <c:v>0.336310815921</c:v>
                </c:pt>
                <c:pt idx="395">
                  <c:v>0.334643217141</c:v>
                </c:pt>
                <c:pt idx="396">
                  <c:v>0.336603083478</c:v>
                </c:pt>
                <c:pt idx="397">
                  <c:v>0.33919488934</c:v>
                </c:pt>
                <c:pt idx="398">
                  <c:v>0.338761436897</c:v>
                </c:pt>
                <c:pt idx="399">
                  <c:v>0.336984237588</c:v>
                </c:pt>
                <c:pt idx="400">
                  <c:v>0.338974487407</c:v>
                </c:pt>
                <c:pt idx="401">
                  <c:v>0.340143726645</c:v>
                </c:pt>
                <c:pt idx="402">
                  <c:v>0.3396758857</c:v>
                </c:pt>
                <c:pt idx="403">
                  <c:v>0.338502578146</c:v>
                </c:pt>
                <c:pt idx="404">
                  <c:v>0.33665167281</c:v>
                </c:pt>
                <c:pt idx="405">
                  <c:v>0.335806269628</c:v>
                </c:pt>
                <c:pt idx="406">
                  <c:v>0.337190917789</c:v>
                </c:pt>
                <c:pt idx="407">
                  <c:v>0.388198368042</c:v>
                </c:pt>
                <c:pt idx="408">
                  <c:v>0.386642223103</c:v>
                </c:pt>
                <c:pt idx="409">
                  <c:v>0.387485137901</c:v>
                </c:pt>
                <c:pt idx="410">
                  <c:v>0.388260941452</c:v>
                </c:pt>
                <c:pt idx="411">
                  <c:v>0.390192947028</c:v>
                </c:pt>
                <c:pt idx="412">
                  <c:v>0.387602665919</c:v>
                </c:pt>
                <c:pt idx="413">
                  <c:v>0.388050316298</c:v>
                </c:pt>
                <c:pt idx="414">
                  <c:v>0.388811285153</c:v>
                </c:pt>
                <c:pt idx="415">
                  <c:v>0.390029647615</c:v>
                </c:pt>
                <c:pt idx="416">
                  <c:v>0.390877276186</c:v>
                </c:pt>
                <c:pt idx="417">
                  <c:v>0.391485254847</c:v>
                </c:pt>
                <c:pt idx="418">
                  <c:v>0.390631353108</c:v>
                </c:pt>
                <c:pt idx="419">
                  <c:v>0.394206227542</c:v>
                </c:pt>
                <c:pt idx="420">
                  <c:v>0.398306938342</c:v>
                </c:pt>
                <c:pt idx="421">
                  <c:v>0.397235035301</c:v>
                </c:pt>
                <c:pt idx="422">
                  <c:v>0.39351093372</c:v>
                </c:pt>
                <c:pt idx="423">
                  <c:v>0.392606327206</c:v>
                </c:pt>
                <c:pt idx="424">
                  <c:v>0.391983174173</c:v>
                </c:pt>
                <c:pt idx="425">
                  <c:v>0.39399743577</c:v>
                </c:pt>
                <c:pt idx="426">
                  <c:v>0.392895117496</c:v>
                </c:pt>
                <c:pt idx="427">
                  <c:v>0.394541381595</c:v>
                </c:pt>
                <c:pt idx="428">
                  <c:v>0.394298438795</c:v>
                </c:pt>
                <c:pt idx="429">
                  <c:v>0.310259232091</c:v>
                </c:pt>
                <c:pt idx="430">
                  <c:v>0.31042820302</c:v>
                </c:pt>
                <c:pt idx="431">
                  <c:v>0.310053261363</c:v>
                </c:pt>
                <c:pt idx="432">
                  <c:v>0.310685420261</c:v>
                </c:pt>
                <c:pt idx="433">
                  <c:v>0.311070369628</c:v>
                </c:pt>
                <c:pt idx="434">
                  <c:v>0.309695670888</c:v>
                </c:pt>
                <c:pt idx="435">
                  <c:v>0.307042728377</c:v>
                </c:pt>
                <c:pt idx="436">
                  <c:v>0.307446957985</c:v>
                </c:pt>
                <c:pt idx="437">
                  <c:v>0.305308482319</c:v>
                </c:pt>
                <c:pt idx="438">
                  <c:v>0.307496802204</c:v>
                </c:pt>
                <c:pt idx="439">
                  <c:v>0.308027127004</c:v>
                </c:pt>
                <c:pt idx="440">
                  <c:v>0.30684108195</c:v>
                </c:pt>
                <c:pt idx="441">
                  <c:v>0.303702743322</c:v>
                </c:pt>
                <c:pt idx="442">
                  <c:v>0.303134488672</c:v>
                </c:pt>
                <c:pt idx="443">
                  <c:v>0.304693297624</c:v>
                </c:pt>
                <c:pt idx="444">
                  <c:v>0.307640188218</c:v>
                </c:pt>
                <c:pt idx="445">
                  <c:v>0.308614704125</c:v>
                </c:pt>
                <c:pt idx="446">
                  <c:v>0.306866061391</c:v>
                </c:pt>
                <c:pt idx="447">
                  <c:v>0.304420715423</c:v>
                </c:pt>
                <c:pt idx="448">
                  <c:v>0.305160466045</c:v>
                </c:pt>
                <c:pt idx="449">
                  <c:v>0.301869866485</c:v>
                </c:pt>
                <c:pt idx="450">
                  <c:v>0.303872180831</c:v>
                </c:pt>
                <c:pt idx="451">
                  <c:v>0.315412163677</c:v>
                </c:pt>
                <c:pt idx="452">
                  <c:v>0.317237050251</c:v>
                </c:pt>
                <c:pt idx="453">
                  <c:v>0.319412454883</c:v>
                </c:pt>
                <c:pt idx="454">
                  <c:v>0.321176823056</c:v>
                </c:pt>
                <c:pt idx="455">
                  <c:v>0.321176593601</c:v>
                </c:pt>
                <c:pt idx="456">
                  <c:v>0.319035906286</c:v>
                </c:pt>
                <c:pt idx="457">
                  <c:v>0.317184062767</c:v>
                </c:pt>
                <c:pt idx="458">
                  <c:v>0.315853015267</c:v>
                </c:pt>
                <c:pt idx="459">
                  <c:v>0.31802871239</c:v>
                </c:pt>
                <c:pt idx="460">
                  <c:v>0.319929348207</c:v>
                </c:pt>
                <c:pt idx="461">
                  <c:v>0.320964034025</c:v>
                </c:pt>
                <c:pt idx="462">
                  <c:v>0.323518321128</c:v>
                </c:pt>
                <c:pt idx="463">
                  <c:v>0.323571155021</c:v>
                </c:pt>
                <c:pt idx="464">
                  <c:v>0.325810254117</c:v>
                </c:pt>
                <c:pt idx="465">
                  <c:v>0.324130384716</c:v>
                </c:pt>
                <c:pt idx="466">
                  <c:v>0.324693746754</c:v>
                </c:pt>
                <c:pt idx="467">
                  <c:v>0.324302174258</c:v>
                </c:pt>
                <c:pt idx="468">
                  <c:v>0.32344309759</c:v>
                </c:pt>
                <c:pt idx="469">
                  <c:v>0.325498413083</c:v>
                </c:pt>
                <c:pt idx="470">
                  <c:v>0.326566197976</c:v>
                </c:pt>
                <c:pt idx="471">
                  <c:v>0.326802276682</c:v>
                </c:pt>
                <c:pt idx="472">
                  <c:v>0.264576515512</c:v>
                </c:pt>
                <c:pt idx="473">
                  <c:v>0.267998886523</c:v>
                </c:pt>
                <c:pt idx="474">
                  <c:v>0.268233203628</c:v>
                </c:pt>
                <c:pt idx="475">
                  <c:v>0.266805557111</c:v>
                </c:pt>
                <c:pt idx="476">
                  <c:v>0.266057404716</c:v>
                </c:pt>
                <c:pt idx="477">
                  <c:v>0.264492014952</c:v>
                </c:pt>
                <c:pt idx="478">
                  <c:v>0.264534825515</c:v>
                </c:pt>
                <c:pt idx="479">
                  <c:v>0.26419307773</c:v>
                </c:pt>
                <c:pt idx="480">
                  <c:v>0.265912285581</c:v>
                </c:pt>
                <c:pt idx="481">
                  <c:v>0.26665093197</c:v>
                </c:pt>
                <c:pt idx="482">
                  <c:v>0.267856068842</c:v>
                </c:pt>
                <c:pt idx="483">
                  <c:v>0.267298796561</c:v>
                </c:pt>
                <c:pt idx="484">
                  <c:v>0.267605977905</c:v>
                </c:pt>
                <c:pt idx="485">
                  <c:v>0.267728645177</c:v>
                </c:pt>
                <c:pt idx="486">
                  <c:v>0.268321105244</c:v>
                </c:pt>
                <c:pt idx="487">
                  <c:v>0.268930513782</c:v>
                </c:pt>
                <c:pt idx="488">
                  <c:v>0.268687786219</c:v>
                </c:pt>
                <c:pt idx="489">
                  <c:v>0.268861069561</c:v>
                </c:pt>
                <c:pt idx="490">
                  <c:v>0.266977527852</c:v>
                </c:pt>
                <c:pt idx="491">
                  <c:v>0.270666648008</c:v>
                </c:pt>
                <c:pt idx="492">
                  <c:v>0.26814271284</c:v>
                </c:pt>
                <c:pt idx="493">
                  <c:v>0.26543939708</c:v>
                </c:pt>
                <c:pt idx="494">
                  <c:v>0.375360684832</c:v>
                </c:pt>
                <c:pt idx="495">
                  <c:v>0.37116233464</c:v>
                </c:pt>
                <c:pt idx="496">
                  <c:v>0.375510777492</c:v>
                </c:pt>
                <c:pt idx="497">
                  <c:v>0.381050412609</c:v>
                </c:pt>
                <c:pt idx="498">
                  <c:v>0.384073926934</c:v>
                </c:pt>
                <c:pt idx="499">
                  <c:v>0.382221913629</c:v>
                </c:pt>
                <c:pt idx="500">
                  <c:v>0.38429730353</c:v>
                </c:pt>
                <c:pt idx="501">
                  <c:v>0.379831790975</c:v>
                </c:pt>
                <c:pt idx="502">
                  <c:v>0.379099810499</c:v>
                </c:pt>
                <c:pt idx="503">
                  <c:v>0.384329977601</c:v>
                </c:pt>
                <c:pt idx="504">
                  <c:v>0.381699049135</c:v>
                </c:pt>
                <c:pt idx="505">
                  <c:v>0.377786868107</c:v>
                </c:pt>
                <c:pt idx="506">
                  <c:v>0.377087912438</c:v>
                </c:pt>
                <c:pt idx="507">
                  <c:v>0.380705919949</c:v>
                </c:pt>
                <c:pt idx="508">
                  <c:v>0.381575761959</c:v>
                </c:pt>
                <c:pt idx="509">
                  <c:v>0.384327051912</c:v>
                </c:pt>
                <c:pt idx="510">
                  <c:v>0.384327051912</c:v>
                </c:pt>
                <c:pt idx="511">
                  <c:v>0.38649113644</c:v>
                </c:pt>
                <c:pt idx="512">
                  <c:v>0.387133070312</c:v>
                </c:pt>
                <c:pt idx="513">
                  <c:v>0.389124707913</c:v>
                </c:pt>
                <c:pt idx="514">
                  <c:v>0.387293742539</c:v>
                </c:pt>
                <c:pt idx="515">
                  <c:v>0.386586935962</c:v>
                </c:pt>
                <c:pt idx="516">
                  <c:v>0.392495099438</c:v>
                </c:pt>
                <c:pt idx="517">
                  <c:v>0.214755098607</c:v>
                </c:pt>
                <c:pt idx="518">
                  <c:v>0.212458713112</c:v>
                </c:pt>
                <c:pt idx="519">
                  <c:v>0.212086946106</c:v>
                </c:pt>
                <c:pt idx="520">
                  <c:v>0.211567476801</c:v>
                </c:pt>
                <c:pt idx="521">
                  <c:v>0.210844972785</c:v>
                </c:pt>
                <c:pt idx="522">
                  <c:v>0.210657816745</c:v>
                </c:pt>
                <c:pt idx="523">
                  <c:v>0.21083070845</c:v>
                </c:pt>
                <c:pt idx="524">
                  <c:v>0.208207765765</c:v>
                </c:pt>
                <c:pt idx="525">
                  <c:v>0.208912539234</c:v>
                </c:pt>
                <c:pt idx="526">
                  <c:v>0.208945845755</c:v>
                </c:pt>
                <c:pt idx="527">
                  <c:v>0.206658030571</c:v>
                </c:pt>
                <c:pt idx="528">
                  <c:v>0.203930953496</c:v>
                </c:pt>
                <c:pt idx="529">
                  <c:v>0.20176760028</c:v>
                </c:pt>
                <c:pt idx="530">
                  <c:v>0.197785640271</c:v>
                </c:pt>
                <c:pt idx="531">
                  <c:v>0.199090792451</c:v>
                </c:pt>
                <c:pt idx="532">
                  <c:v>0.197196417673</c:v>
                </c:pt>
                <c:pt idx="533">
                  <c:v>0.197647111336</c:v>
                </c:pt>
                <c:pt idx="534">
                  <c:v>0.196250766222</c:v>
                </c:pt>
                <c:pt idx="535">
                  <c:v>0.200354005944</c:v>
                </c:pt>
                <c:pt idx="536">
                  <c:v>0.203222305583</c:v>
                </c:pt>
                <c:pt idx="537">
                  <c:v>0.204226130528</c:v>
                </c:pt>
                <c:pt idx="538">
                  <c:v>0.20520187651</c:v>
                </c:pt>
                <c:pt idx="539">
                  <c:v>0.201333108588</c:v>
                </c:pt>
                <c:pt idx="540">
                  <c:v>0.132680964505</c:v>
                </c:pt>
                <c:pt idx="541">
                  <c:v>0.13160139457</c:v>
                </c:pt>
                <c:pt idx="542">
                  <c:v>0.132024889108</c:v>
                </c:pt>
                <c:pt idx="543">
                  <c:v>0.132986261134</c:v>
                </c:pt>
                <c:pt idx="544">
                  <c:v>0.130705748847</c:v>
                </c:pt>
                <c:pt idx="545">
                  <c:v>0.128090951936</c:v>
                </c:pt>
                <c:pt idx="546">
                  <c:v>0.12788256247</c:v>
                </c:pt>
                <c:pt idx="547">
                  <c:v>0.130319854276</c:v>
                </c:pt>
                <c:pt idx="548">
                  <c:v>0.129955535587</c:v>
                </c:pt>
                <c:pt idx="549">
                  <c:v>0.126879964514</c:v>
                </c:pt>
                <c:pt idx="550">
                  <c:v>0.126111952088</c:v>
                </c:pt>
                <c:pt idx="551">
                  <c:v>0.126255463696</c:v>
                </c:pt>
                <c:pt idx="552">
                  <c:v>0.125299414546</c:v>
                </c:pt>
                <c:pt idx="553">
                  <c:v>0.122911217879</c:v>
                </c:pt>
                <c:pt idx="554">
                  <c:v>0.126374508632</c:v>
                </c:pt>
                <c:pt idx="555">
                  <c:v>0.129809467508</c:v>
                </c:pt>
                <c:pt idx="556">
                  <c:v>0.12944639619</c:v>
                </c:pt>
                <c:pt idx="557">
                  <c:v>0.125252686567</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0.180508623534</c:v>
                </c:pt>
                <c:pt idx="582">
                  <c:v>0.178742478646</c:v>
                </c:pt>
                <c:pt idx="583">
                  <c:v>0.17801841231</c:v>
                </c:pt>
                <c:pt idx="584">
                  <c:v>0.178699574374</c:v>
                </c:pt>
                <c:pt idx="585">
                  <c:v>0.178328005523</c:v>
                </c:pt>
                <c:pt idx="586">
                  <c:v>0.176376449775</c:v>
                </c:pt>
                <c:pt idx="587">
                  <c:v>0.175330476993</c:v>
                </c:pt>
                <c:pt idx="588">
                  <c:v>0.175785843127</c:v>
                </c:pt>
                <c:pt idx="589">
                  <c:v>0.173757109518</c:v>
                </c:pt>
                <c:pt idx="590">
                  <c:v>0.17385210708</c:v>
                </c:pt>
                <c:pt idx="591">
                  <c:v>0.177662377705</c:v>
                </c:pt>
                <c:pt idx="592">
                  <c:v>0.177111485543</c:v>
                </c:pt>
                <c:pt idx="593">
                  <c:v>0.174594720441</c:v>
                </c:pt>
                <c:pt idx="594">
                  <c:v>0.171502609695</c:v>
                </c:pt>
                <c:pt idx="595">
                  <c:v>0.173835276005</c:v>
                </c:pt>
                <c:pt idx="596">
                  <c:v>0.169678541306</c:v>
                </c:pt>
                <c:pt idx="597">
                  <c:v>0.170621832298</c:v>
                </c:pt>
                <c:pt idx="598">
                  <c:v>0.173138019654</c:v>
                </c:pt>
                <c:pt idx="599">
                  <c:v>0.167915333733</c:v>
                </c:pt>
                <c:pt idx="600">
                  <c:v>0.168812659317</c:v>
                </c:pt>
                <c:pt idx="601">
                  <c:v>0.169971396997</c:v>
                </c:pt>
                <c:pt idx="602">
                  <c:v>0.173353739702</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0.231179651953</c:v>
                </c:pt>
                <c:pt idx="776">
                  <c:v>0.226619789841</c:v>
                </c:pt>
                <c:pt idx="777">
                  <c:v>0.231744825576</c:v>
                </c:pt>
                <c:pt idx="778">
                  <c:v>0.22829228972</c:v>
                </c:pt>
                <c:pt idx="779">
                  <c:v>0.231465940151</c:v>
                </c:pt>
                <c:pt idx="780">
                  <c:v>0.233607615363</c:v>
                </c:pt>
                <c:pt idx="781">
                  <c:v>0.234541030139</c:v>
                </c:pt>
                <c:pt idx="782">
                  <c:v>0.232425476827</c:v>
                </c:pt>
                <c:pt idx="783">
                  <c:v>0.232505784119</c:v>
                </c:pt>
                <c:pt idx="784">
                  <c:v>0.232941442466</c:v>
                </c:pt>
                <c:pt idx="785">
                  <c:v>0.229195009462</c:v>
                </c:pt>
                <c:pt idx="786">
                  <c:v>0.228941921771</c:v>
                </c:pt>
                <c:pt idx="787">
                  <c:v>0.231279252777</c:v>
                </c:pt>
                <c:pt idx="788">
                  <c:v>0.233075966164</c:v>
                </c:pt>
                <c:pt idx="789">
                  <c:v>0.232835249813</c:v>
                </c:pt>
                <c:pt idx="790">
                  <c:v>0.230089998587</c:v>
                </c:pt>
                <c:pt idx="791">
                  <c:v>0.228725114891</c:v>
                </c:pt>
                <c:pt idx="792">
                  <c:v>0.228782306037</c:v>
                </c:pt>
                <c:pt idx="793">
                  <c:v>0.228126982311</c:v>
                </c:pt>
                <c:pt idx="794">
                  <c:v>0.23151504474</c:v>
                </c:pt>
                <c:pt idx="795">
                  <c:v>0.232366924458</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0.258368009961</c:v>
                </c:pt>
                <c:pt idx="840">
                  <c:v>0.257915883943</c:v>
                </c:pt>
                <c:pt idx="841">
                  <c:v>0.259320281269</c:v>
                </c:pt>
                <c:pt idx="842">
                  <c:v>0.26017231795</c:v>
                </c:pt>
                <c:pt idx="843">
                  <c:v>0.259686638912</c:v>
                </c:pt>
                <c:pt idx="844">
                  <c:v>0.259054125667</c:v>
                </c:pt>
                <c:pt idx="845">
                  <c:v>0.259937966231</c:v>
                </c:pt>
                <c:pt idx="846">
                  <c:v>0.260641509407</c:v>
                </c:pt>
                <c:pt idx="847">
                  <c:v>0.261915668196</c:v>
                </c:pt>
                <c:pt idx="848">
                  <c:v>0.261960003242</c:v>
                </c:pt>
                <c:pt idx="849">
                  <c:v>0.262442897803</c:v>
                </c:pt>
                <c:pt idx="850">
                  <c:v>0.261376839892</c:v>
                </c:pt>
                <c:pt idx="851">
                  <c:v>0.262250098759</c:v>
                </c:pt>
                <c:pt idx="852">
                  <c:v>0.262139927627</c:v>
                </c:pt>
                <c:pt idx="853">
                  <c:v>0.259549899137</c:v>
                </c:pt>
                <c:pt idx="854">
                  <c:v>0.259327249658</c:v>
                </c:pt>
                <c:pt idx="855">
                  <c:v>0.262894854969</c:v>
                </c:pt>
                <c:pt idx="856">
                  <c:v>0.264059885208</c:v>
                </c:pt>
                <c:pt idx="857">
                  <c:v>0.264763556277</c:v>
                </c:pt>
                <c:pt idx="858">
                  <c:v>0.261029372128</c:v>
                </c:pt>
                <c:pt idx="859">
                  <c:v>0.0874903226194</c:v>
                </c:pt>
                <c:pt idx="860">
                  <c:v>0.0866003735627</c:v>
                </c:pt>
                <c:pt idx="861">
                  <c:v>0.0880832060383</c:v>
                </c:pt>
                <c:pt idx="862">
                  <c:v>0.088139792031</c:v>
                </c:pt>
                <c:pt idx="863">
                  <c:v>0.0878104334073</c:v>
                </c:pt>
                <c:pt idx="864">
                  <c:v>0.0881933921242</c:v>
                </c:pt>
                <c:pt idx="865">
                  <c:v>0.08830345021</c:v>
                </c:pt>
                <c:pt idx="866">
                  <c:v>0.0887730023065</c:v>
                </c:pt>
                <c:pt idx="867">
                  <c:v>0.0889852327473</c:v>
                </c:pt>
                <c:pt idx="868">
                  <c:v>0.088846371204</c:v>
                </c:pt>
                <c:pt idx="869">
                  <c:v>0.0902664897528</c:v>
                </c:pt>
                <c:pt idx="870">
                  <c:v>0.0914400272107</c:v>
                </c:pt>
                <c:pt idx="871">
                  <c:v>0.0912120008249</c:v>
                </c:pt>
                <c:pt idx="872">
                  <c:v>0.0910597126814</c:v>
                </c:pt>
                <c:pt idx="873">
                  <c:v>0.0901533946477</c:v>
                </c:pt>
                <c:pt idx="874">
                  <c:v>0.090018936903</c:v>
                </c:pt>
                <c:pt idx="875">
                  <c:v>0.0910321521026</c:v>
                </c:pt>
                <c:pt idx="876">
                  <c:v>0.0918522560343</c:v>
                </c:pt>
                <c:pt idx="877">
                  <c:v>0.0918578928841</c:v>
                </c:pt>
                <c:pt idx="878">
                  <c:v>0.091893715492</c:v>
                </c:pt>
                <c:pt idx="879">
                  <c:v>0.0917038090345</c:v>
                </c:pt>
                <c:pt idx="880">
                  <c:v>0.0920032319918</c:v>
                </c:pt>
                <c:pt idx="881">
                  <c:v>0.0932434139545</c:v>
                </c:pt>
                <c:pt idx="882">
                  <c:v>0.405169536333</c:v>
                </c:pt>
                <c:pt idx="883">
                  <c:v>0.405429258246</c:v>
                </c:pt>
                <c:pt idx="884">
                  <c:v>0.407508729082</c:v>
                </c:pt>
                <c:pt idx="885">
                  <c:v>0.405796985575</c:v>
                </c:pt>
                <c:pt idx="886">
                  <c:v>0.406877836522</c:v>
                </c:pt>
                <c:pt idx="887">
                  <c:v>0.409271639596</c:v>
                </c:pt>
                <c:pt idx="888">
                  <c:v>0.412652439743</c:v>
                </c:pt>
                <c:pt idx="889">
                  <c:v>0.412806696853</c:v>
                </c:pt>
                <c:pt idx="890">
                  <c:v>0.414095746197</c:v>
                </c:pt>
                <c:pt idx="891">
                  <c:v>0.413641706855</c:v>
                </c:pt>
                <c:pt idx="892">
                  <c:v>0.413641706855</c:v>
                </c:pt>
                <c:pt idx="893">
                  <c:v>0.414904219987</c:v>
                </c:pt>
                <c:pt idx="894">
                  <c:v>0.41400888451</c:v>
                </c:pt>
                <c:pt idx="895">
                  <c:v>0.417304757793</c:v>
                </c:pt>
                <c:pt idx="896">
                  <c:v>0.414792110251</c:v>
                </c:pt>
                <c:pt idx="897">
                  <c:v>0.413377120969</c:v>
                </c:pt>
                <c:pt idx="898">
                  <c:v>0.41714266224</c:v>
                </c:pt>
                <c:pt idx="899">
                  <c:v>0.417827104327</c:v>
                </c:pt>
                <c:pt idx="900">
                  <c:v>0.419045295379</c:v>
                </c:pt>
                <c:pt idx="901">
                  <c:v>0.420285062534</c:v>
                </c:pt>
                <c:pt idx="902">
                  <c:v>0.420291994933</c:v>
                </c:pt>
                <c:pt idx="903">
                  <c:v>0.420291994933</c:v>
                </c:pt>
                <c:pt idx="904">
                  <c:v>0.387222758837</c:v>
                </c:pt>
                <c:pt idx="905">
                  <c:v>0.388148838331</c:v>
                </c:pt>
                <c:pt idx="906">
                  <c:v>0.386074010273</c:v>
                </c:pt>
                <c:pt idx="907">
                  <c:v>0.386515167512</c:v>
                </c:pt>
                <c:pt idx="908">
                  <c:v>0.386459249677</c:v>
                </c:pt>
                <c:pt idx="909">
                  <c:v>0.384669427438</c:v>
                </c:pt>
                <c:pt idx="910">
                  <c:v>0.384908441025</c:v>
                </c:pt>
                <c:pt idx="911">
                  <c:v>0.385861569049</c:v>
                </c:pt>
                <c:pt idx="912">
                  <c:v>0.386408463701</c:v>
                </c:pt>
                <c:pt idx="913">
                  <c:v>0.38741897447</c:v>
                </c:pt>
                <c:pt idx="914">
                  <c:v>0.387525770493</c:v>
                </c:pt>
                <c:pt idx="915">
                  <c:v>0.38776333636</c:v>
                </c:pt>
                <c:pt idx="916">
                  <c:v>0.388080782697</c:v>
                </c:pt>
                <c:pt idx="917">
                  <c:v>0.388501008918</c:v>
                </c:pt>
                <c:pt idx="918">
                  <c:v>0.387979308897</c:v>
                </c:pt>
                <c:pt idx="919">
                  <c:v>0.387031029999</c:v>
                </c:pt>
                <c:pt idx="920">
                  <c:v>0.38908087911</c:v>
                </c:pt>
                <c:pt idx="921">
                  <c:v>0.388196673163</c:v>
                </c:pt>
                <c:pt idx="922">
                  <c:v>0.38816918585</c:v>
                </c:pt>
                <c:pt idx="923">
                  <c:v>0.390455408333</c:v>
                </c:pt>
                <c:pt idx="924">
                  <c:v>0.760984237271</c:v>
                </c:pt>
                <c:pt idx="925">
                  <c:v>0.759775483385</c:v>
                </c:pt>
                <c:pt idx="926">
                  <c:v>0.758910999461</c:v>
                </c:pt>
                <c:pt idx="927">
                  <c:v>0.760857782333</c:v>
                </c:pt>
                <c:pt idx="928">
                  <c:v>0.762201347167</c:v>
                </c:pt>
                <c:pt idx="929">
                  <c:v>0.760400575096</c:v>
                </c:pt>
                <c:pt idx="930">
                  <c:v>0.760393186075</c:v>
                </c:pt>
                <c:pt idx="931">
                  <c:v>0.762770092151</c:v>
                </c:pt>
                <c:pt idx="932">
                  <c:v>0.76478901972</c:v>
                </c:pt>
                <c:pt idx="933">
                  <c:v>0.764447953027</c:v>
                </c:pt>
                <c:pt idx="934">
                  <c:v>0.764683560407</c:v>
                </c:pt>
                <c:pt idx="935">
                  <c:v>0.762817494959</c:v>
                </c:pt>
                <c:pt idx="936">
                  <c:v>0.764066287987</c:v>
                </c:pt>
                <c:pt idx="937">
                  <c:v>0.764672732123</c:v>
                </c:pt>
                <c:pt idx="938">
                  <c:v>0.764521082862</c:v>
                </c:pt>
                <c:pt idx="939">
                  <c:v>0.763802071418</c:v>
                </c:pt>
                <c:pt idx="940">
                  <c:v>0.761871121353</c:v>
                </c:pt>
                <c:pt idx="941">
                  <c:v>0.762920485145</c:v>
                </c:pt>
                <c:pt idx="942">
                  <c:v>0.762400461576</c:v>
                </c:pt>
                <c:pt idx="943">
                  <c:v>0.762657457943</c:v>
                </c:pt>
                <c:pt idx="944">
                  <c:v>0.763981261364</c:v>
                </c:pt>
                <c:pt idx="945">
                  <c:v>0.765867543986</c:v>
                </c:pt>
                <c:pt idx="946">
                  <c:v>0.764162183083</c:v>
                </c:pt>
                <c:pt idx="947">
                  <c:v>0.764162183083</c:v>
                </c:pt>
                <c:pt idx="948">
                  <c:v>0.764620410159</c:v>
                </c:pt>
                <c:pt idx="949">
                  <c:v>0.254528691418</c:v>
                </c:pt>
                <c:pt idx="950">
                  <c:v>0.254268175828</c:v>
                </c:pt>
                <c:pt idx="951">
                  <c:v>0.254527566018</c:v>
                </c:pt>
                <c:pt idx="952">
                  <c:v>0.254981898872</c:v>
                </c:pt>
                <c:pt idx="953">
                  <c:v>0.2541874612</c:v>
                </c:pt>
                <c:pt idx="954">
                  <c:v>0.254412412738</c:v>
                </c:pt>
                <c:pt idx="955">
                  <c:v>0.255067489944</c:v>
                </c:pt>
                <c:pt idx="956">
                  <c:v>0.252365498564</c:v>
                </c:pt>
                <c:pt idx="957">
                  <c:v>0.252042051231</c:v>
                </c:pt>
                <c:pt idx="958">
                  <c:v>0.252398021211</c:v>
                </c:pt>
                <c:pt idx="959">
                  <c:v>0.250858148606</c:v>
                </c:pt>
                <c:pt idx="960">
                  <c:v>0.249528501749</c:v>
                </c:pt>
                <c:pt idx="961">
                  <c:v>0.248589580852</c:v>
                </c:pt>
                <c:pt idx="962">
                  <c:v>0.249883285391</c:v>
                </c:pt>
                <c:pt idx="963">
                  <c:v>0.248182899165</c:v>
                </c:pt>
                <c:pt idx="964">
                  <c:v>0.249265430545</c:v>
                </c:pt>
                <c:pt idx="965">
                  <c:v>0.250700098748</c:v>
                </c:pt>
                <c:pt idx="966">
                  <c:v>0.251019197166</c:v>
                </c:pt>
                <c:pt idx="967">
                  <c:v>0.252300373486</c:v>
                </c:pt>
                <c:pt idx="968">
                  <c:v>0.58406071269</c:v>
                </c:pt>
                <c:pt idx="969">
                  <c:v>0.592799235377</c:v>
                </c:pt>
                <c:pt idx="970">
                  <c:v>0.593887357543</c:v>
                </c:pt>
                <c:pt idx="971">
                  <c:v>0.596226096998</c:v>
                </c:pt>
                <c:pt idx="972">
                  <c:v>0.592931530156</c:v>
                </c:pt>
                <c:pt idx="973">
                  <c:v>0.594018946872</c:v>
                </c:pt>
                <c:pt idx="974">
                  <c:v>0.596491560331</c:v>
                </c:pt>
                <c:pt idx="975">
                  <c:v>0.595516809878</c:v>
                </c:pt>
                <c:pt idx="976">
                  <c:v>0.588224173941</c:v>
                </c:pt>
                <c:pt idx="977">
                  <c:v>0.591082292477</c:v>
                </c:pt>
                <c:pt idx="978">
                  <c:v>0.590420851629</c:v>
                </c:pt>
                <c:pt idx="979">
                  <c:v>0.584902668371</c:v>
                </c:pt>
                <c:pt idx="980">
                  <c:v>0.580502237129</c:v>
                </c:pt>
                <c:pt idx="981">
                  <c:v>0.579424970417</c:v>
                </c:pt>
                <c:pt idx="982">
                  <c:v>0.580463514229</c:v>
                </c:pt>
                <c:pt idx="983">
                  <c:v>0.584576726012</c:v>
                </c:pt>
                <c:pt idx="984">
                  <c:v>0.579260615588</c:v>
                </c:pt>
                <c:pt idx="985">
                  <c:v>0.578785446947</c:v>
                </c:pt>
                <c:pt idx="986">
                  <c:v>0.57423177562</c:v>
                </c:pt>
                <c:pt idx="987">
                  <c:v>0.581068996343</c:v>
                </c:pt>
                <c:pt idx="988">
                  <c:v>0.583748575233</c:v>
                </c:pt>
                <c:pt idx="989">
                  <c:v>0.585993657686</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0.395111141904</c:v>
                </c:pt>
                <c:pt idx="1013">
                  <c:v>0.3965454789</c:v>
                </c:pt>
                <c:pt idx="1014">
                  <c:v>0.397857524164</c:v>
                </c:pt>
                <c:pt idx="1015">
                  <c:v>0.399073777956</c:v>
                </c:pt>
                <c:pt idx="1016">
                  <c:v>0.400791257166</c:v>
                </c:pt>
                <c:pt idx="1017">
                  <c:v>0.402641656758</c:v>
                </c:pt>
                <c:pt idx="1018">
                  <c:v>0.405414255111</c:v>
                </c:pt>
                <c:pt idx="1019">
                  <c:v>0.405088309079</c:v>
                </c:pt>
                <c:pt idx="1020">
                  <c:v>0.402825807293</c:v>
                </c:pt>
                <c:pt idx="1021">
                  <c:v>0.403432459795</c:v>
                </c:pt>
                <c:pt idx="1022">
                  <c:v>0.403926838696</c:v>
                </c:pt>
                <c:pt idx="1023">
                  <c:v>0.403395605925</c:v>
                </c:pt>
                <c:pt idx="1024">
                  <c:v>0.402824005349</c:v>
                </c:pt>
                <c:pt idx="1025">
                  <c:v>0.403189124275</c:v>
                </c:pt>
                <c:pt idx="1026">
                  <c:v>0.403885668232</c:v>
                </c:pt>
                <c:pt idx="1027">
                  <c:v>0.402864177815</c:v>
                </c:pt>
                <c:pt idx="1028">
                  <c:v>0.40282181826</c:v>
                </c:pt>
                <c:pt idx="1029">
                  <c:v>0.403752006551</c:v>
                </c:pt>
                <c:pt idx="1030">
                  <c:v>0.403776191856</c:v>
                </c:pt>
                <c:pt idx="1031">
                  <c:v>0.404236880271</c:v>
                </c:pt>
                <c:pt idx="1032">
                  <c:v>0.343256254553</c:v>
                </c:pt>
                <c:pt idx="1033">
                  <c:v>0.343617027094</c:v>
                </c:pt>
                <c:pt idx="1034">
                  <c:v>0.343423121845</c:v>
                </c:pt>
                <c:pt idx="1035">
                  <c:v>0.347205133581</c:v>
                </c:pt>
                <c:pt idx="1036">
                  <c:v>0.346491922632</c:v>
                </c:pt>
                <c:pt idx="1037">
                  <c:v>0.349214555434</c:v>
                </c:pt>
                <c:pt idx="1038">
                  <c:v>0.347836265704</c:v>
                </c:pt>
                <c:pt idx="1039">
                  <c:v>0.347468361232</c:v>
                </c:pt>
                <c:pt idx="1040">
                  <c:v>0.347693366949</c:v>
                </c:pt>
                <c:pt idx="1041">
                  <c:v>0.34824622078</c:v>
                </c:pt>
                <c:pt idx="1042">
                  <c:v>0.350896180032</c:v>
                </c:pt>
                <c:pt idx="1043">
                  <c:v>0.352287564623</c:v>
                </c:pt>
                <c:pt idx="1044">
                  <c:v>0.35407881185</c:v>
                </c:pt>
                <c:pt idx="1045">
                  <c:v>0.354777722156</c:v>
                </c:pt>
                <c:pt idx="1046">
                  <c:v>0.355636663879</c:v>
                </c:pt>
                <c:pt idx="1047">
                  <c:v>0.355575342881</c:v>
                </c:pt>
                <c:pt idx="1048">
                  <c:v>0.356681508545</c:v>
                </c:pt>
                <c:pt idx="1049">
                  <c:v>0.356081740468</c:v>
                </c:pt>
                <c:pt idx="1050">
                  <c:v>0.358157966602</c:v>
                </c:pt>
                <c:pt idx="1051">
                  <c:v>0.357424731537</c:v>
                </c:pt>
                <c:pt idx="1052">
                  <c:v>0.353594805183</c:v>
                </c:pt>
                <c:pt idx="1053">
                  <c:v>0.355925833837</c:v>
                </c:pt>
                <c:pt idx="1054">
                  <c:v>0.59094609521</c:v>
                </c:pt>
                <c:pt idx="1055">
                  <c:v>0.591400825167</c:v>
                </c:pt>
                <c:pt idx="1056">
                  <c:v>0.590842021699</c:v>
                </c:pt>
                <c:pt idx="1057">
                  <c:v>0.59291241399</c:v>
                </c:pt>
                <c:pt idx="1058">
                  <c:v>0.593236738486</c:v>
                </c:pt>
                <c:pt idx="1059">
                  <c:v>0.59556236648</c:v>
                </c:pt>
                <c:pt idx="1060">
                  <c:v>0.596086491541</c:v>
                </c:pt>
                <c:pt idx="1061">
                  <c:v>0.59609029928</c:v>
                </c:pt>
                <c:pt idx="1062">
                  <c:v>0.598409820561</c:v>
                </c:pt>
                <c:pt idx="1063">
                  <c:v>0.598451825391</c:v>
                </c:pt>
                <c:pt idx="1064">
                  <c:v>0.596371804942</c:v>
                </c:pt>
                <c:pt idx="1065">
                  <c:v>0.596371804942</c:v>
                </c:pt>
                <c:pt idx="1066">
                  <c:v>0.593584520581</c:v>
                </c:pt>
                <c:pt idx="1067">
                  <c:v>0.593790088264</c:v>
                </c:pt>
                <c:pt idx="1068">
                  <c:v>0.598618789571</c:v>
                </c:pt>
                <c:pt idx="1069">
                  <c:v>0.597429795027</c:v>
                </c:pt>
                <c:pt idx="1070">
                  <c:v>0.597083391108</c:v>
                </c:pt>
                <c:pt idx="1071">
                  <c:v>0.597785511056</c:v>
                </c:pt>
                <c:pt idx="1072">
                  <c:v>0.597032849461</c:v>
                </c:pt>
                <c:pt idx="1073">
                  <c:v>0.596660217602</c:v>
                </c:pt>
                <c:pt idx="1074">
                  <c:v>0.594398491006</c:v>
                </c:pt>
                <c:pt idx="1075">
                  <c:v>0.424905521887</c:v>
                </c:pt>
                <c:pt idx="1076">
                  <c:v>0.421751719905</c:v>
                </c:pt>
                <c:pt idx="1077">
                  <c:v>0.42066740464</c:v>
                </c:pt>
                <c:pt idx="1078">
                  <c:v>0.421672677071</c:v>
                </c:pt>
                <c:pt idx="1079">
                  <c:v>0.418717986205</c:v>
                </c:pt>
                <c:pt idx="1080">
                  <c:v>0.418045616023</c:v>
                </c:pt>
                <c:pt idx="1081">
                  <c:v>0.422172794615</c:v>
                </c:pt>
                <c:pt idx="1082">
                  <c:v>0.420735815736</c:v>
                </c:pt>
                <c:pt idx="1083">
                  <c:v>0.421342477175</c:v>
                </c:pt>
                <c:pt idx="1084">
                  <c:v>0.420578907345</c:v>
                </c:pt>
                <c:pt idx="1085">
                  <c:v>0.42161360952</c:v>
                </c:pt>
                <c:pt idx="1086">
                  <c:v>0.423410218936</c:v>
                </c:pt>
                <c:pt idx="1087">
                  <c:v>0.422818564642</c:v>
                </c:pt>
                <c:pt idx="1088">
                  <c:v>0.423766488843</c:v>
                </c:pt>
                <c:pt idx="1089">
                  <c:v>0.425168251335</c:v>
                </c:pt>
                <c:pt idx="1090">
                  <c:v>0.423825339934</c:v>
                </c:pt>
                <c:pt idx="1091">
                  <c:v>0.422893612934</c:v>
                </c:pt>
                <c:pt idx="1092">
                  <c:v>0.42343311095</c:v>
                </c:pt>
                <c:pt idx="1093">
                  <c:v>0.420748915525</c:v>
                </c:pt>
                <c:pt idx="1094">
                  <c:v>0.418308255048</c:v>
                </c:pt>
                <c:pt idx="1095">
                  <c:v>0.398202902783</c:v>
                </c:pt>
                <c:pt idx="1096">
                  <c:v>0.397374888392</c:v>
                </c:pt>
                <c:pt idx="1097">
                  <c:v>0.39495586394</c:v>
                </c:pt>
                <c:pt idx="1098">
                  <c:v>0.396135888634</c:v>
                </c:pt>
                <c:pt idx="1099">
                  <c:v>0.395109372795</c:v>
                </c:pt>
                <c:pt idx="1100">
                  <c:v>0.3937835762</c:v>
                </c:pt>
                <c:pt idx="1101">
                  <c:v>0.394640599006</c:v>
                </c:pt>
                <c:pt idx="1102">
                  <c:v>0.394040774698</c:v>
                </c:pt>
                <c:pt idx="1103">
                  <c:v>0.393524909447</c:v>
                </c:pt>
                <c:pt idx="1104">
                  <c:v>0.389685767757</c:v>
                </c:pt>
                <c:pt idx="1105">
                  <c:v>0.390338522741</c:v>
                </c:pt>
                <c:pt idx="1106">
                  <c:v>0.389219164282</c:v>
                </c:pt>
                <c:pt idx="1107">
                  <c:v>0.388265687584</c:v>
                </c:pt>
                <c:pt idx="1108">
                  <c:v>0.385959521538</c:v>
                </c:pt>
                <c:pt idx="1109">
                  <c:v>0.390414100917</c:v>
                </c:pt>
                <c:pt idx="1110">
                  <c:v>0.39288019967</c:v>
                </c:pt>
                <c:pt idx="1111">
                  <c:v>0.393141921024</c:v>
                </c:pt>
                <c:pt idx="1112">
                  <c:v>0.391781405076</c:v>
                </c:pt>
                <c:pt idx="1113">
                  <c:v>0.392610714758</c:v>
                </c:pt>
                <c:pt idx="1114">
                  <c:v>0.392512948239</c:v>
                </c:pt>
                <c:pt idx="1115">
                  <c:v>0.392380551486</c:v>
                </c:pt>
                <c:pt idx="1116">
                  <c:v>0.390136311562</c:v>
                </c:pt>
                <c:pt idx="1117">
                  <c:v>0.390713815027</c:v>
                </c:pt>
                <c:pt idx="1118">
                  <c:v>0.235147523734</c:v>
                </c:pt>
                <c:pt idx="1119">
                  <c:v>0.236302509079</c:v>
                </c:pt>
                <c:pt idx="1120">
                  <c:v>0.236956576049</c:v>
                </c:pt>
                <c:pt idx="1121">
                  <c:v>0.237707207427</c:v>
                </c:pt>
                <c:pt idx="1122">
                  <c:v>0.237871640215</c:v>
                </c:pt>
                <c:pt idx="1123">
                  <c:v>0.236911687804</c:v>
                </c:pt>
                <c:pt idx="1124">
                  <c:v>0.236948158256</c:v>
                </c:pt>
                <c:pt idx="1125">
                  <c:v>0.236819086368</c:v>
                </c:pt>
                <c:pt idx="1126">
                  <c:v>0.237936345389</c:v>
                </c:pt>
                <c:pt idx="1127">
                  <c:v>0.237019963041</c:v>
                </c:pt>
                <c:pt idx="1128">
                  <c:v>0.236466631346</c:v>
                </c:pt>
                <c:pt idx="1129">
                  <c:v>0.236583858785</c:v>
                </c:pt>
                <c:pt idx="1130">
                  <c:v>0.237619759486</c:v>
                </c:pt>
                <c:pt idx="1131">
                  <c:v>0.238120041094</c:v>
                </c:pt>
                <c:pt idx="1132">
                  <c:v>0.237929776985</c:v>
                </c:pt>
                <c:pt idx="1133">
                  <c:v>0.238990053047</c:v>
                </c:pt>
                <c:pt idx="1134">
                  <c:v>0.238867115707</c:v>
                </c:pt>
                <c:pt idx="1135">
                  <c:v>0.2384034814</c:v>
                </c:pt>
                <c:pt idx="1136">
                  <c:v>0.238691575896</c:v>
                </c:pt>
                <c:pt idx="1137">
                  <c:v>0.237414960043</c:v>
                </c:pt>
                <c:pt idx="1138">
                  <c:v>0.239391824297</c:v>
                </c:pt>
                <c:pt idx="1139">
                  <c:v>0.237853756583</c:v>
                </c:pt>
                <c:pt idx="1140">
                  <c:v>0.324681003541</c:v>
                </c:pt>
                <c:pt idx="1141">
                  <c:v>0.326524200333</c:v>
                </c:pt>
                <c:pt idx="1142">
                  <c:v>0.326203186256</c:v>
                </c:pt>
                <c:pt idx="1143">
                  <c:v>0.328358972214</c:v>
                </c:pt>
                <c:pt idx="1144">
                  <c:v>0.329194953279</c:v>
                </c:pt>
                <c:pt idx="1145">
                  <c:v>0.330059087639</c:v>
                </c:pt>
                <c:pt idx="1146">
                  <c:v>0.33163741329</c:v>
                </c:pt>
                <c:pt idx="1147">
                  <c:v>0.331515794419</c:v>
                </c:pt>
                <c:pt idx="1148">
                  <c:v>0.331989387677</c:v>
                </c:pt>
                <c:pt idx="1149">
                  <c:v>0.334147449195</c:v>
                </c:pt>
                <c:pt idx="1150">
                  <c:v>0.334169808656</c:v>
                </c:pt>
                <c:pt idx="1151">
                  <c:v>0.333620363024</c:v>
                </c:pt>
                <c:pt idx="1152">
                  <c:v>0.332939945147</c:v>
                </c:pt>
                <c:pt idx="1153">
                  <c:v>0.333641745439</c:v>
                </c:pt>
                <c:pt idx="1154">
                  <c:v>0.332461451094</c:v>
                </c:pt>
                <c:pt idx="1155">
                  <c:v>0.333050134291</c:v>
                </c:pt>
                <c:pt idx="1156">
                  <c:v>0.334367792719</c:v>
                </c:pt>
                <c:pt idx="1157">
                  <c:v>0.33457868023</c:v>
                </c:pt>
                <c:pt idx="1158">
                  <c:v>0.332936505464</c:v>
                </c:pt>
                <c:pt idx="1159">
                  <c:v>0.332852047467</c:v>
                </c:pt>
                <c:pt idx="1160">
                  <c:v>0.521571430593</c:v>
                </c:pt>
                <c:pt idx="1161">
                  <c:v>0.519943790611</c:v>
                </c:pt>
                <c:pt idx="1162">
                  <c:v>0.519943790611</c:v>
                </c:pt>
                <c:pt idx="1163">
                  <c:v>0.5193640188</c:v>
                </c:pt>
                <c:pt idx="1164">
                  <c:v>0.521537971968</c:v>
                </c:pt>
                <c:pt idx="1165">
                  <c:v>0.521717763921</c:v>
                </c:pt>
                <c:pt idx="1166">
                  <c:v>0.523348265154</c:v>
                </c:pt>
                <c:pt idx="1167">
                  <c:v>0.51870441331</c:v>
                </c:pt>
                <c:pt idx="1168">
                  <c:v>0.520149196689</c:v>
                </c:pt>
                <c:pt idx="1169">
                  <c:v>0.521740465884</c:v>
                </c:pt>
                <c:pt idx="1170">
                  <c:v>0.520913659902</c:v>
                </c:pt>
                <c:pt idx="1171">
                  <c:v>0.519302172751</c:v>
                </c:pt>
                <c:pt idx="1172">
                  <c:v>0.51922788927</c:v>
                </c:pt>
                <c:pt idx="1173">
                  <c:v>0.521082213654</c:v>
                </c:pt>
                <c:pt idx="1174">
                  <c:v>0.522852860858</c:v>
                </c:pt>
                <c:pt idx="1175">
                  <c:v>0.523487053895</c:v>
                </c:pt>
                <c:pt idx="1176">
                  <c:v>0.519325538965</c:v>
                </c:pt>
                <c:pt idx="1177">
                  <c:v>0.519917841982</c:v>
                </c:pt>
                <c:pt idx="1178">
                  <c:v>0.521099391903</c:v>
                </c:pt>
                <c:pt idx="1179">
                  <c:v>0.522094233974</c:v>
                </c:pt>
                <c:pt idx="1180">
                  <c:v>0.520324936517</c:v>
                </c:pt>
                <c:pt idx="1181">
                  <c:v>0.519412593648</c:v>
                </c:pt>
                <c:pt idx="1182">
                  <c:v>0.518311215595</c:v>
                </c:pt>
                <c:pt idx="1183">
                  <c:v>0.282018649523</c:v>
                </c:pt>
                <c:pt idx="1184">
                  <c:v>0.280990025659</c:v>
                </c:pt>
                <c:pt idx="1185">
                  <c:v>0.283910325615</c:v>
                </c:pt>
                <c:pt idx="1186">
                  <c:v>0.281130926109</c:v>
                </c:pt>
                <c:pt idx="1187">
                  <c:v>0.283221562794</c:v>
                </c:pt>
                <c:pt idx="1188">
                  <c:v>0.283614822969</c:v>
                </c:pt>
                <c:pt idx="1189">
                  <c:v>0.282048582606</c:v>
                </c:pt>
                <c:pt idx="1190">
                  <c:v>0.284331255985</c:v>
                </c:pt>
                <c:pt idx="1191">
                  <c:v>0.285150619931</c:v>
                </c:pt>
                <c:pt idx="1192">
                  <c:v>0.286889570298</c:v>
                </c:pt>
                <c:pt idx="1193">
                  <c:v>0.284529333702</c:v>
                </c:pt>
                <c:pt idx="1194">
                  <c:v>0.285676720421</c:v>
                </c:pt>
                <c:pt idx="1195">
                  <c:v>0.284627084889</c:v>
                </c:pt>
                <c:pt idx="1196">
                  <c:v>0.285023382889</c:v>
                </c:pt>
                <c:pt idx="1197">
                  <c:v>0.284719926329</c:v>
                </c:pt>
                <c:pt idx="1198">
                  <c:v>0.285422248721</c:v>
                </c:pt>
                <c:pt idx="1199">
                  <c:v>0.284370630573</c:v>
                </c:pt>
                <c:pt idx="1200">
                  <c:v>0.28439495689</c:v>
                </c:pt>
                <c:pt idx="1201">
                  <c:v>0.284221567874</c:v>
                </c:pt>
                <c:pt idx="1202">
                  <c:v>0.283479398342</c:v>
                </c:pt>
                <c:pt idx="1203">
                  <c:v>0.285229717537</c:v>
                </c:pt>
                <c:pt idx="1204">
                  <c:v>0.285032038161</c:v>
                </c:pt>
                <c:pt idx="1205">
                  <c:v>0.281569567735</c:v>
                </c:pt>
                <c:pt idx="1206">
                  <c:v>0.162731407812</c:v>
                </c:pt>
                <c:pt idx="1207">
                  <c:v>0.161355371729</c:v>
                </c:pt>
                <c:pt idx="1208">
                  <c:v>0.159701925136</c:v>
                </c:pt>
                <c:pt idx="1209">
                  <c:v>0.16019867187</c:v>
                </c:pt>
                <c:pt idx="1210">
                  <c:v>0.160229398874</c:v>
                </c:pt>
                <c:pt idx="1211">
                  <c:v>0.161265117775</c:v>
                </c:pt>
                <c:pt idx="1212">
                  <c:v>0.161328500314</c:v>
                </c:pt>
                <c:pt idx="1213">
                  <c:v>0.161240199576</c:v>
                </c:pt>
                <c:pt idx="1214">
                  <c:v>0.160932521283</c:v>
                </c:pt>
                <c:pt idx="1215">
                  <c:v>0.160888739721</c:v>
                </c:pt>
                <c:pt idx="1216">
                  <c:v>0.161242066635</c:v>
                </c:pt>
                <c:pt idx="1217">
                  <c:v>0.162052025399</c:v>
                </c:pt>
                <c:pt idx="1218">
                  <c:v>0.161436566895</c:v>
                </c:pt>
                <c:pt idx="1219">
                  <c:v>0.161290666519</c:v>
                </c:pt>
                <c:pt idx="1220">
                  <c:v>0.160529370729</c:v>
                </c:pt>
                <c:pt idx="1221">
                  <c:v>0.161261547954</c:v>
                </c:pt>
                <c:pt idx="1222">
                  <c:v>0.161082990721</c:v>
                </c:pt>
                <c:pt idx="1223">
                  <c:v>0.161200796763</c:v>
                </c:pt>
                <c:pt idx="1224">
                  <c:v>0.162112888175</c:v>
                </c:pt>
                <c:pt idx="1225">
                  <c:v>0.160388503175</c:v>
                </c:pt>
                <c:pt idx="1226">
                  <c:v>0.132900942205</c:v>
                </c:pt>
                <c:pt idx="1227">
                  <c:v>0.133415915501</c:v>
                </c:pt>
                <c:pt idx="1228">
                  <c:v>0.134790704692</c:v>
                </c:pt>
                <c:pt idx="1229">
                  <c:v>0.134197895247</c:v>
                </c:pt>
                <c:pt idx="1230">
                  <c:v>0.135972550672</c:v>
                </c:pt>
                <c:pt idx="1231">
                  <c:v>0.136871035467</c:v>
                </c:pt>
                <c:pt idx="1232">
                  <c:v>0.136519097706</c:v>
                </c:pt>
                <c:pt idx="1233">
                  <c:v>0.137037231765</c:v>
                </c:pt>
                <c:pt idx="1234">
                  <c:v>0.137948879049</c:v>
                </c:pt>
                <c:pt idx="1235">
                  <c:v>0.137005120491</c:v>
                </c:pt>
                <c:pt idx="1236">
                  <c:v>0.137137290229</c:v>
                </c:pt>
                <c:pt idx="1237">
                  <c:v>0.137035382287</c:v>
                </c:pt>
                <c:pt idx="1238">
                  <c:v>0.136940168268</c:v>
                </c:pt>
                <c:pt idx="1239">
                  <c:v>0.137300621093</c:v>
                </c:pt>
                <c:pt idx="1240">
                  <c:v>0.137386791341</c:v>
                </c:pt>
                <c:pt idx="1241">
                  <c:v>0.136815682239</c:v>
                </c:pt>
                <c:pt idx="1242">
                  <c:v>0.136817042198</c:v>
                </c:pt>
                <c:pt idx="1243">
                  <c:v>0.136869790141</c:v>
                </c:pt>
                <c:pt idx="1244">
                  <c:v>0.137441655167</c:v>
                </c:pt>
                <c:pt idx="1245">
                  <c:v>0.137407252851</c:v>
                </c:pt>
                <c:pt idx="1246">
                  <c:v>0.137345793267</c:v>
                </c:pt>
                <c:pt idx="1247">
                  <c:v>0.135513980013</c:v>
                </c:pt>
                <c:pt idx="1248">
                  <c:v>0.136307812254</c:v>
                </c:pt>
                <c:pt idx="1249">
                  <c:v>0.160121112704</c:v>
                </c:pt>
                <c:pt idx="1250">
                  <c:v>0.161088512167</c:v>
                </c:pt>
                <c:pt idx="1251">
                  <c:v>0.165397751044</c:v>
                </c:pt>
                <c:pt idx="1252">
                  <c:v>0.165044037581</c:v>
                </c:pt>
                <c:pt idx="1253">
                  <c:v>0.164602911337</c:v>
                </c:pt>
                <c:pt idx="1254">
                  <c:v>0.166020548925</c:v>
                </c:pt>
                <c:pt idx="1255">
                  <c:v>0.167241057525</c:v>
                </c:pt>
                <c:pt idx="1256">
                  <c:v>0.167805149934</c:v>
                </c:pt>
                <c:pt idx="1257">
                  <c:v>0.167032566561</c:v>
                </c:pt>
                <c:pt idx="1258">
                  <c:v>0.165396158422</c:v>
                </c:pt>
                <c:pt idx="1259">
                  <c:v>0.164925353589</c:v>
                </c:pt>
                <c:pt idx="1260">
                  <c:v>0.16425069374</c:v>
                </c:pt>
                <c:pt idx="1261">
                  <c:v>0.164077837689</c:v>
                </c:pt>
                <c:pt idx="1262">
                  <c:v>0.165113993125</c:v>
                </c:pt>
                <c:pt idx="1263">
                  <c:v>0.165079021507</c:v>
                </c:pt>
                <c:pt idx="1264">
                  <c:v>0.166037830124</c:v>
                </c:pt>
                <c:pt idx="1265">
                  <c:v>0.1677071329</c:v>
                </c:pt>
                <c:pt idx="1266">
                  <c:v>0.166921288978</c:v>
                </c:pt>
                <c:pt idx="1267">
                  <c:v>0.166408066902</c:v>
                </c:pt>
                <c:pt idx="1268">
                  <c:v>0.166474381576</c:v>
                </c:pt>
                <c:pt idx="1269">
                  <c:v>0.166652388961</c:v>
                </c:pt>
                <c:pt idx="1270">
                  <c:v>0.255605073943</c:v>
                </c:pt>
                <c:pt idx="1271">
                  <c:v>0.255984571265</c:v>
                </c:pt>
                <c:pt idx="1272">
                  <c:v>0.255097576662</c:v>
                </c:pt>
                <c:pt idx="1273">
                  <c:v>0.255483825717</c:v>
                </c:pt>
                <c:pt idx="1274">
                  <c:v>0.254700405871</c:v>
                </c:pt>
                <c:pt idx="1275">
                  <c:v>0.253345560551</c:v>
                </c:pt>
                <c:pt idx="1276">
                  <c:v>0.255541471277</c:v>
                </c:pt>
                <c:pt idx="1277">
                  <c:v>0.255294432639</c:v>
                </c:pt>
                <c:pt idx="1278">
                  <c:v>0.255912130829</c:v>
                </c:pt>
                <c:pt idx="1279">
                  <c:v>0.256619379995</c:v>
                </c:pt>
                <c:pt idx="1280">
                  <c:v>0.256447865692</c:v>
                </c:pt>
                <c:pt idx="1281">
                  <c:v>0.252666079938</c:v>
                </c:pt>
                <c:pt idx="1282">
                  <c:v>0.254631867215</c:v>
                </c:pt>
                <c:pt idx="1283">
                  <c:v>0.257326095031</c:v>
                </c:pt>
                <c:pt idx="1284">
                  <c:v>0.257547791689</c:v>
                </c:pt>
                <c:pt idx="1285">
                  <c:v>0.259103593388</c:v>
                </c:pt>
                <c:pt idx="1286">
                  <c:v>0.259219904172</c:v>
                </c:pt>
                <c:pt idx="1287">
                  <c:v>0.257544887786</c:v>
                </c:pt>
                <c:pt idx="1288">
                  <c:v>0.254948342707</c:v>
                </c:pt>
                <c:pt idx="1289">
                  <c:v>0.254874418171</c:v>
                </c:pt>
                <c:pt idx="1290">
                  <c:v>0.253523245469</c:v>
                </c:pt>
                <c:pt idx="1291">
                  <c:v>0.126169931104</c:v>
                </c:pt>
                <c:pt idx="1292">
                  <c:v>0.126866518331</c:v>
                </c:pt>
                <c:pt idx="1293">
                  <c:v>0.124856066053</c:v>
                </c:pt>
                <c:pt idx="1294">
                  <c:v>0.12346646924</c:v>
                </c:pt>
                <c:pt idx="1295">
                  <c:v>0.124642311419</c:v>
                </c:pt>
                <c:pt idx="1296">
                  <c:v>0.123520812778</c:v>
                </c:pt>
                <c:pt idx="1297">
                  <c:v>0.124711188524</c:v>
                </c:pt>
                <c:pt idx="1298">
                  <c:v>0.12425772764</c:v>
                </c:pt>
                <c:pt idx="1299">
                  <c:v>0.12628965463</c:v>
                </c:pt>
                <c:pt idx="1300">
                  <c:v>0.125166808066</c:v>
                </c:pt>
                <c:pt idx="1301">
                  <c:v>0.126423486939</c:v>
                </c:pt>
                <c:pt idx="1302">
                  <c:v>0.126492362953</c:v>
                </c:pt>
                <c:pt idx="1303">
                  <c:v>0.126522581497</c:v>
                </c:pt>
                <c:pt idx="1304">
                  <c:v>0.12703457494</c:v>
                </c:pt>
                <c:pt idx="1305">
                  <c:v>0.1274162476</c:v>
                </c:pt>
                <c:pt idx="1306">
                  <c:v>0.126910268494</c:v>
                </c:pt>
                <c:pt idx="1307">
                  <c:v>0.125377357682</c:v>
                </c:pt>
                <c:pt idx="1308">
                  <c:v>0.126031614608</c:v>
                </c:pt>
                <c:pt idx="1309">
                  <c:v>0.125782397185</c:v>
                </c:pt>
                <c:pt idx="1310">
                  <c:v>0.125751243999</c:v>
                </c:pt>
                <c:pt idx="1311">
                  <c:v>0.12438735925</c:v>
                </c:pt>
                <c:pt idx="1312">
                  <c:v>0.124926294843</c:v>
                </c:pt>
                <c:pt idx="1313">
                  <c:v>0.167788839061</c:v>
                </c:pt>
                <c:pt idx="1314">
                  <c:v>0.167698721969</c:v>
                </c:pt>
                <c:pt idx="1315">
                  <c:v>0.167740822621</c:v>
                </c:pt>
                <c:pt idx="1316">
                  <c:v>0.16595182249</c:v>
                </c:pt>
                <c:pt idx="1317">
                  <c:v>0.16583822198</c:v>
                </c:pt>
                <c:pt idx="1318">
                  <c:v>0.16631881861</c:v>
                </c:pt>
                <c:pt idx="1319">
                  <c:v>0.165586994927</c:v>
                </c:pt>
                <c:pt idx="1320">
                  <c:v>0.166239430517</c:v>
                </c:pt>
                <c:pt idx="1321">
                  <c:v>0.166539109903</c:v>
                </c:pt>
                <c:pt idx="1322">
                  <c:v>0.165857355303</c:v>
                </c:pt>
                <c:pt idx="1323">
                  <c:v>0.164848639384</c:v>
                </c:pt>
                <c:pt idx="1324">
                  <c:v>0.165157727478</c:v>
                </c:pt>
                <c:pt idx="1325">
                  <c:v>0.164469319089</c:v>
                </c:pt>
                <c:pt idx="1326">
                  <c:v>0.161769004646</c:v>
                </c:pt>
                <c:pt idx="1327">
                  <c:v>0.160856377188</c:v>
                </c:pt>
                <c:pt idx="1328">
                  <c:v>0.161544599195</c:v>
                </c:pt>
                <c:pt idx="1329">
                  <c:v>0.161335675251</c:v>
                </c:pt>
                <c:pt idx="1330">
                  <c:v>0.160126082443</c:v>
                </c:pt>
                <c:pt idx="1331">
                  <c:v>0.163696219282</c:v>
                </c:pt>
                <c:pt idx="1332">
                  <c:v>0.160249267834</c:v>
                </c:pt>
                <c:pt idx="1333">
                  <c:v>0.155497250108</c:v>
                </c:pt>
                <c:pt idx="1334">
                  <c:v>0.15605951786</c:v>
                </c:pt>
                <c:pt idx="1335">
                  <c:v>0.153128668806</c:v>
                </c:pt>
                <c:pt idx="1336">
                  <c:v>0.154139720685</c:v>
                </c:pt>
                <c:pt idx="1337">
                  <c:v>0.151208105222</c:v>
                </c:pt>
                <c:pt idx="1338">
                  <c:v>0.151382243066</c:v>
                </c:pt>
                <c:pt idx="1339">
                  <c:v>0.151540772613</c:v>
                </c:pt>
                <c:pt idx="1340">
                  <c:v>0.149270318418</c:v>
                </c:pt>
                <c:pt idx="1341">
                  <c:v>0.152001622242</c:v>
                </c:pt>
                <c:pt idx="1342">
                  <c:v>0.1519968157</c:v>
                </c:pt>
                <c:pt idx="1343">
                  <c:v>0.149259282384</c:v>
                </c:pt>
                <c:pt idx="1344">
                  <c:v>0.150243879075</c:v>
                </c:pt>
                <c:pt idx="1345">
                  <c:v>0.149261544832</c:v>
                </c:pt>
                <c:pt idx="1346">
                  <c:v>0.150174209912</c:v>
                </c:pt>
                <c:pt idx="1347">
                  <c:v>0.152238780739</c:v>
                </c:pt>
                <c:pt idx="1348">
                  <c:v>0.152273725622</c:v>
                </c:pt>
                <c:pt idx="1349">
                  <c:v>0.150372608358</c:v>
                </c:pt>
                <c:pt idx="1350">
                  <c:v>0.149592968904</c:v>
                </c:pt>
                <c:pt idx="1351">
                  <c:v>0.146651611808</c:v>
                </c:pt>
                <c:pt idx="1352">
                  <c:v>0.147047865747</c:v>
                </c:pt>
                <c:pt idx="1353">
                  <c:v>0.14776481982</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0.131891378826</c:v>
                </c:pt>
                <c:pt idx="1419">
                  <c:v>0.132867083747</c:v>
                </c:pt>
                <c:pt idx="1420">
                  <c:v>0.132872990558</c:v>
                </c:pt>
                <c:pt idx="1421">
                  <c:v>0.132229654132</c:v>
                </c:pt>
                <c:pt idx="1422">
                  <c:v>0.132210751365</c:v>
                </c:pt>
                <c:pt idx="1423">
                  <c:v>0.132653922501</c:v>
                </c:pt>
                <c:pt idx="1424">
                  <c:v>0.132556600319</c:v>
                </c:pt>
                <c:pt idx="1425">
                  <c:v>0.131907521154</c:v>
                </c:pt>
                <c:pt idx="1426">
                  <c:v>0.132021553758</c:v>
                </c:pt>
                <c:pt idx="1427">
                  <c:v>0.131485665711</c:v>
                </c:pt>
                <c:pt idx="1428">
                  <c:v>0.13164488657</c:v>
                </c:pt>
                <c:pt idx="1429">
                  <c:v>0.131771721551</c:v>
                </c:pt>
                <c:pt idx="1430">
                  <c:v>0.13137240397</c:v>
                </c:pt>
                <c:pt idx="1431">
                  <c:v>0.130707196212</c:v>
                </c:pt>
                <c:pt idx="1432">
                  <c:v>0.130360847571</c:v>
                </c:pt>
                <c:pt idx="1433">
                  <c:v>0.131144897186</c:v>
                </c:pt>
                <c:pt idx="1434">
                  <c:v>0.130616618634</c:v>
                </c:pt>
                <c:pt idx="1435">
                  <c:v>0.131942929745</c:v>
                </c:pt>
                <c:pt idx="1436">
                  <c:v>0.13232463962</c:v>
                </c:pt>
                <c:pt idx="1437">
                  <c:v>0.132331319885</c:v>
                </c:pt>
                <c:pt idx="1438">
                  <c:v>0.133279733962</c:v>
                </c:pt>
                <c:pt idx="1439">
                  <c:v>0.133416586356</c:v>
                </c:pt>
                <c:pt idx="1440">
                  <c:v>0.131199809832</c:v>
                </c:pt>
                <c:pt idx="1441">
                  <c:v>0.185094112642</c:v>
                </c:pt>
                <c:pt idx="1442">
                  <c:v>0.1839467563</c:v>
                </c:pt>
                <c:pt idx="1443">
                  <c:v>0.18476385894</c:v>
                </c:pt>
                <c:pt idx="1444">
                  <c:v>0.183159281532</c:v>
                </c:pt>
                <c:pt idx="1445">
                  <c:v>0.184285714393</c:v>
                </c:pt>
                <c:pt idx="1446">
                  <c:v>0.185138734909</c:v>
                </c:pt>
                <c:pt idx="1447">
                  <c:v>0.186320419852</c:v>
                </c:pt>
                <c:pt idx="1448">
                  <c:v>0.185365246917</c:v>
                </c:pt>
                <c:pt idx="1449">
                  <c:v>0.185958833455</c:v>
                </c:pt>
                <c:pt idx="1450">
                  <c:v>0.186309269956</c:v>
                </c:pt>
                <c:pt idx="1451">
                  <c:v>0.186396417303</c:v>
                </c:pt>
                <c:pt idx="1452">
                  <c:v>0.185847756825</c:v>
                </c:pt>
                <c:pt idx="1453">
                  <c:v>0.185180673475</c:v>
                </c:pt>
                <c:pt idx="1454">
                  <c:v>0.184552144833</c:v>
                </c:pt>
                <c:pt idx="1455">
                  <c:v>0.185448435125</c:v>
                </c:pt>
                <c:pt idx="1456">
                  <c:v>0.184477599858</c:v>
                </c:pt>
                <c:pt idx="1457">
                  <c:v>0.185306060223</c:v>
                </c:pt>
                <c:pt idx="1458">
                  <c:v>0.185711828019</c:v>
                </c:pt>
                <c:pt idx="1459">
                  <c:v>0.185744785341</c:v>
                </c:pt>
                <c:pt idx="1460">
                  <c:v>0.183988973331</c:v>
                </c:pt>
                <c:pt idx="1461">
                  <c:v>0.18383629914</c:v>
                </c:pt>
                <c:pt idx="1462">
                  <c:v>0.181580183598</c:v>
                </c:pt>
                <c:pt idx="1463">
                  <c:v>0.12540626517</c:v>
                </c:pt>
                <c:pt idx="1464">
                  <c:v>0.126392815244</c:v>
                </c:pt>
                <c:pt idx="1465">
                  <c:v>0.12514880323</c:v>
                </c:pt>
                <c:pt idx="1466">
                  <c:v>0.124689179933</c:v>
                </c:pt>
                <c:pt idx="1467">
                  <c:v>0.12507343417</c:v>
                </c:pt>
                <c:pt idx="1468">
                  <c:v>0.124561791704</c:v>
                </c:pt>
                <c:pt idx="1469">
                  <c:v>0.125331609684</c:v>
                </c:pt>
                <c:pt idx="1470">
                  <c:v>0.125138681878</c:v>
                </c:pt>
                <c:pt idx="1471">
                  <c:v>0.125304354121</c:v>
                </c:pt>
                <c:pt idx="1472">
                  <c:v>0.12496628275</c:v>
                </c:pt>
                <c:pt idx="1473">
                  <c:v>0.124993999957</c:v>
                </c:pt>
                <c:pt idx="1474">
                  <c:v>0.125792135319</c:v>
                </c:pt>
                <c:pt idx="1475">
                  <c:v>0.126327429578</c:v>
                </c:pt>
                <c:pt idx="1476">
                  <c:v>0.126308287047</c:v>
                </c:pt>
                <c:pt idx="1477">
                  <c:v>0.125374860024</c:v>
                </c:pt>
                <c:pt idx="1478">
                  <c:v>0.125654130185</c:v>
                </c:pt>
                <c:pt idx="1479">
                  <c:v>0.125480265518</c:v>
                </c:pt>
                <c:pt idx="1480">
                  <c:v>0.126178772883</c:v>
                </c:pt>
                <c:pt idx="1481">
                  <c:v>0.125439330042</c:v>
                </c:pt>
                <c:pt idx="1482">
                  <c:v>0.125264604462</c:v>
                </c:pt>
                <c:pt idx="1483">
                  <c:v>0.125147994876</c:v>
                </c:pt>
                <c:pt idx="1484">
                  <c:v>0.208287380282</c:v>
                </c:pt>
                <c:pt idx="1485">
                  <c:v>0.207767376949</c:v>
                </c:pt>
                <c:pt idx="1486">
                  <c:v>0.20737959377</c:v>
                </c:pt>
                <c:pt idx="1487">
                  <c:v>0.206522058348</c:v>
                </c:pt>
                <c:pt idx="1488">
                  <c:v>0.206636221772</c:v>
                </c:pt>
                <c:pt idx="1489">
                  <c:v>0.207721422374</c:v>
                </c:pt>
                <c:pt idx="1490">
                  <c:v>0.205697514892</c:v>
                </c:pt>
                <c:pt idx="1491">
                  <c:v>0.205669346946</c:v>
                </c:pt>
                <c:pt idx="1492">
                  <c:v>0.206504161222</c:v>
                </c:pt>
                <c:pt idx="1493">
                  <c:v>0.20497867305</c:v>
                </c:pt>
                <c:pt idx="1494">
                  <c:v>0.202818907502</c:v>
                </c:pt>
                <c:pt idx="1495">
                  <c:v>0.204736716686</c:v>
                </c:pt>
                <c:pt idx="1496">
                  <c:v>0.204237224759</c:v>
                </c:pt>
                <c:pt idx="1497">
                  <c:v>0.206797048218</c:v>
                </c:pt>
                <c:pt idx="1498">
                  <c:v>0.205966042178</c:v>
                </c:pt>
                <c:pt idx="1499">
                  <c:v>0.206014861722</c:v>
                </c:pt>
                <c:pt idx="1500">
                  <c:v>0.207069241737</c:v>
                </c:pt>
                <c:pt idx="1501">
                  <c:v>0.208815811902</c:v>
                </c:pt>
                <c:pt idx="1502">
                  <c:v>0.209223980716</c:v>
                </c:pt>
                <c:pt idx="1503">
                  <c:v>0.209163986398</c:v>
                </c:pt>
                <c:pt idx="1504">
                  <c:v>0.207761810722</c:v>
                </c:pt>
                <c:pt idx="1505">
                  <c:v>0.208663703619</c:v>
                </c:pt>
                <c:pt idx="1506">
                  <c:v>0.208178568013</c:v>
                </c:pt>
                <c:pt idx="1507">
                  <c:v>0.190084841077</c:v>
                </c:pt>
                <c:pt idx="1508">
                  <c:v>0.19072745476</c:v>
                </c:pt>
                <c:pt idx="1509">
                  <c:v>0.187977691899</c:v>
                </c:pt>
                <c:pt idx="1510">
                  <c:v>0.188177598709</c:v>
                </c:pt>
                <c:pt idx="1511">
                  <c:v>0.189162236087</c:v>
                </c:pt>
                <c:pt idx="1512">
                  <c:v>0.188536867256</c:v>
                </c:pt>
                <c:pt idx="1513">
                  <c:v>0.188344292187</c:v>
                </c:pt>
                <c:pt idx="1514">
                  <c:v>0.186047644518</c:v>
                </c:pt>
                <c:pt idx="1515">
                  <c:v>0.187171315832</c:v>
                </c:pt>
                <c:pt idx="1516">
                  <c:v>0.185923688035</c:v>
                </c:pt>
                <c:pt idx="1517">
                  <c:v>0.185182904792</c:v>
                </c:pt>
                <c:pt idx="1518">
                  <c:v>0.185985713798</c:v>
                </c:pt>
                <c:pt idx="1519">
                  <c:v>0.183996860081</c:v>
                </c:pt>
                <c:pt idx="1520">
                  <c:v>0.186196548247</c:v>
                </c:pt>
                <c:pt idx="1521">
                  <c:v>0.187180737028</c:v>
                </c:pt>
                <c:pt idx="1522">
                  <c:v>0.188518321522</c:v>
                </c:pt>
                <c:pt idx="1523">
                  <c:v>0.1886134995</c:v>
                </c:pt>
                <c:pt idx="1524">
                  <c:v>0.188109834745</c:v>
                </c:pt>
                <c:pt idx="1525">
                  <c:v>0.188409655014</c:v>
                </c:pt>
                <c:pt idx="1526">
                  <c:v>0.188074694393</c:v>
                </c:pt>
                <c:pt idx="1527">
                  <c:v>0.127105522161</c:v>
                </c:pt>
                <c:pt idx="1528">
                  <c:v>0.127225091911</c:v>
                </c:pt>
                <c:pt idx="1529">
                  <c:v>0.127401299489</c:v>
                </c:pt>
                <c:pt idx="1530">
                  <c:v>0.12776274309</c:v>
                </c:pt>
                <c:pt idx="1531">
                  <c:v>0.127893132495</c:v>
                </c:pt>
                <c:pt idx="1532">
                  <c:v>0.127740985237</c:v>
                </c:pt>
                <c:pt idx="1533">
                  <c:v>0.128005229901</c:v>
                </c:pt>
                <c:pt idx="1534">
                  <c:v>0.12793861776</c:v>
                </c:pt>
                <c:pt idx="1535">
                  <c:v>0.126752695384</c:v>
                </c:pt>
                <c:pt idx="1536">
                  <c:v>0.126715127292</c:v>
                </c:pt>
                <c:pt idx="1537">
                  <c:v>0.126450507484</c:v>
                </c:pt>
                <c:pt idx="1538">
                  <c:v>0.125131489206</c:v>
                </c:pt>
                <c:pt idx="1539">
                  <c:v>0.125865535712</c:v>
                </c:pt>
                <c:pt idx="1540">
                  <c:v>0.126544868347</c:v>
                </c:pt>
                <c:pt idx="1541">
                  <c:v>0.126527617865</c:v>
                </c:pt>
                <c:pt idx="1542">
                  <c:v>0.12606215857</c:v>
                </c:pt>
                <c:pt idx="1543">
                  <c:v>0.125913174164</c:v>
                </c:pt>
                <c:pt idx="1544">
                  <c:v>0.125980209877</c:v>
                </c:pt>
                <c:pt idx="1545">
                  <c:v>0.12633654497</c:v>
                </c:pt>
                <c:pt idx="1546">
                  <c:v>0.125950315715</c:v>
                </c:pt>
                <c:pt idx="1547">
                  <c:v>0.125777230497</c:v>
                </c:pt>
                <c:pt idx="1548">
                  <c:v>0.125172697877</c:v>
                </c:pt>
                <c:pt idx="1549">
                  <c:v>0.149293078642</c:v>
                </c:pt>
                <c:pt idx="1550">
                  <c:v>0.148723725857</c:v>
                </c:pt>
                <c:pt idx="1551">
                  <c:v>0.148457775584</c:v>
                </c:pt>
                <c:pt idx="1552">
                  <c:v>0.148450275526</c:v>
                </c:pt>
                <c:pt idx="1553">
                  <c:v>0.149120457445</c:v>
                </c:pt>
                <c:pt idx="1554">
                  <c:v>0.148056009865</c:v>
                </c:pt>
                <c:pt idx="1555">
                  <c:v>0.147515580597</c:v>
                </c:pt>
                <c:pt idx="1556">
                  <c:v>0.146424944519</c:v>
                </c:pt>
                <c:pt idx="1557">
                  <c:v>0.146740473867</c:v>
                </c:pt>
                <c:pt idx="1558">
                  <c:v>0.146566308359</c:v>
                </c:pt>
                <c:pt idx="1559">
                  <c:v>0.146788356334</c:v>
                </c:pt>
                <c:pt idx="1560">
                  <c:v>0.143483109543</c:v>
                </c:pt>
                <c:pt idx="1561">
                  <c:v>0.144115813604</c:v>
                </c:pt>
                <c:pt idx="1562">
                  <c:v>0.143790736609</c:v>
                </c:pt>
                <c:pt idx="1563">
                  <c:v>0.142288121064</c:v>
                </c:pt>
                <c:pt idx="1564">
                  <c:v>0.142361053792</c:v>
                </c:pt>
                <c:pt idx="1565">
                  <c:v>0.140841657396</c:v>
                </c:pt>
                <c:pt idx="1566">
                  <c:v>0.139172538292</c:v>
                </c:pt>
                <c:pt idx="1567">
                  <c:v>0.138720459505</c:v>
                </c:pt>
                <c:pt idx="1568">
                  <c:v>0.14220069707</c:v>
                </c:pt>
                <c:pt idx="1569">
                  <c:v>0.144644625401</c:v>
                </c:pt>
                <c:pt idx="1570">
                  <c:v>0.183959303054</c:v>
                </c:pt>
                <c:pt idx="1571">
                  <c:v>0.18341972948</c:v>
                </c:pt>
                <c:pt idx="1572">
                  <c:v>0.181946061513</c:v>
                </c:pt>
                <c:pt idx="1573">
                  <c:v>0.184145348561</c:v>
                </c:pt>
                <c:pt idx="1574">
                  <c:v>0.183738906547</c:v>
                </c:pt>
                <c:pt idx="1575">
                  <c:v>0.182843012058</c:v>
                </c:pt>
                <c:pt idx="1576">
                  <c:v>0.181940026679</c:v>
                </c:pt>
                <c:pt idx="1577">
                  <c:v>0.179688512457</c:v>
                </c:pt>
                <c:pt idx="1578">
                  <c:v>0.180142005968</c:v>
                </c:pt>
                <c:pt idx="1579">
                  <c:v>0.180151861056</c:v>
                </c:pt>
                <c:pt idx="1580">
                  <c:v>0.180997425285</c:v>
                </c:pt>
                <c:pt idx="1581">
                  <c:v>0.181029351851</c:v>
                </c:pt>
                <c:pt idx="1582">
                  <c:v>0.179978408056</c:v>
                </c:pt>
                <c:pt idx="1583">
                  <c:v>0.180199112013</c:v>
                </c:pt>
                <c:pt idx="1584">
                  <c:v>0.177866988267</c:v>
                </c:pt>
                <c:pt idx="1585">
                  <c:v>0.179135641054</c:v>
                </c:pt>
                <c:pt idx="1586">
                  <c:v>0.180082856853</c:v>
                </c:pt>
                <c:pt idx="1587">
                  <c:v>0.179731511135</c:v>
                </c:pt>
                <c:pt idx="1588">
                  <c:v>0.178091134757</c:v>
                </c:pt>
                <c:pt idx="1589">
                  <c:v>0.1799303256</c:v>
                </c:pt>
                <c:pt idx="1590">
                  <c:v>0.0774216920758</c:v>
                </c:pt>
                <c:pt idx="1591">
                  <c:v>0.0782881646583</c:v>
                </c:pt>
                <c:pt idx="1592">
                  <c:v>0.0780265449022</c:v>
                </c:pt>
                <c:pt idx="1593">
                  <c:v>0.0769956721237</c:v>
                </c:pt>
                <c:pt idx="1594">
                  <c:v>0.0777952922064</c:v>
                </c:pt>
                <c:pt idx="1595">
                  <c:v>0.0770584769509</c:v>
                </c:pt>
                <c:pt idx="1596">
                  <c:v>0.0772371760856</c:v>
                </c:pt>
                <c:pt idx="1597">
                  <c:v>0.0765795483415</c:v>
                </c:pt>
                <c:pt idx="1598">
                  <c:v>0.0765546604163</c:v>
                </c:pt>
                <c:pt idx="1599">
                  <c:v>0.0768209005687</c:v>
                </c:pt>
                <c:pt idx="1600">
                  <c:v>0.0764316841186</c:v>
                </c:pt>
                <c:pt idx="1601">
                  <c:v>0.075521234048</c:v>
                </c:pt>
                <c:pt idx="1602">
                  <c:v>0.0757629669526</c:v>
                </c:pt>
                <c:pt idx="1603">
                  <c:v>0.0757156186913</c:v>
                </c:pt>
                <c:pt idx="1604">
                  <c:v>0.0769414935517</c:v>
                </c:pt>
                <c:pt idx="1605">
                  <c:v>0.0765652986938</c:v>
                </c:pt>
                <c:pt idx="1606">
                  <c:v>0.0763314606209</c:v>
                </c:pt>
                <c:pt idx="1607">
                  <c:v>0.0758560351912</c:v>
                </c:pt>
                <c:pt idx="1608">
                  <c:v>0.074606799592</c:v>
                </c:pt>
                <c:pt idx="1609">
                  <c:v>0.0741638343606</c:v>
                </c:pt>
                <c:pt idx="1610">
                  <c:v>0.0757657831878</c:v>
                </c:pt>
                <c:pt idx="1611">
                  <c:v>0.0756094213393</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0.087852515993</c:v>
                </c:pt>
                <c:pt idx="1635">
                  <c:v>0.0888107835852</c:v>
                </c:pt>
                <c:pt idx="1636">
                  <c:v>0.0885167909712</c:v>
                </c:pt>
                <c:pt idx="1637">
                  <c:v>0.0889429022777</c:v>
                </c:pt>
                <c:pt idx="1638">
                  <c:v>0.0882157454537</c:v>
                </c:pt>
                <c:pt idx="1639">
                  <c:v>0.0881389513624</c:v>
                </c:pt>
                <c:pt idx="1640">
                  <c:v>0.088289484504</c:v>
                </c:pt>
                <c:pt idx="1641">
                  <c:v>0.0892067035025</c:v>
                </c:pt>
                <c:pt idx="1642">
                  <c:v>0.0891346195573</c:v>
                </c:pt>
                <c:pt idx="1643">
                  <c:v>0.0889021332534</c:v>
                </c:pt>
                <c:pt idx="1644">
                  <c:v>0.0881151449048</c:v>
                </c:pt>
                <c:pt idx="1645">
                  <c:v>0.0893499938174</c:v>
                </c:pt>
                <c:pt idx="1646">
                  <c:v>0.0894437660336</c:v>
                </c:pt>
                <c:pt idx="1647">
                  <c:v>0.0898627568756</c:v>
                </c:pt>
                <c:pt idx="1648">
                  <c:v>0.0897133264733</c:v>
                </c:pt>
                <c:pt idx="1649">
                  <c:v>0.0904130103817</c:v>
                </c:pt>
                <c:pt idx="1650">
                  <c:v>0.0910123821515</c:v>
                </c:pt>
                <c:pt idx="1651">
                  <c:v>0.0913521344246</c:v>
                </c:pt>
                <c:pt idx="1652">
                  <c:v>0.0914354302318</c:v>
                </c:pt>
                <c:pt idx="1653">
                  <c:v>0.0910914018616</c:v>
                </c:pt>
                <c:pt idx="1654">
                  <c:v>0.0905359956088</c:v>
                </c:pt>
                <c:pt idx="1655">
                  <c:v>0.16834877472</c:v>
                </c:pt>
                <c:pt idx="1656">
                  <c:v>0.170393875292</c:v>
                </c:pt>
                <c:pt idx="1657">
                  <c:v>0.170357756558</c:v>
                </c:pt>
                <c:pt idx="1658">
                  <c:v>0.170838544681</c:v>
                </c:pt>
                <c:pt idx="1659">
                  <c:v>0.170478028768</c:v>
                </c:pt>
                <c:pt idx="1660">
                  <c:v>0.169566798299</c:v>
                </c:pt>
                <c:pt idx="1661">
                  <c:v>0.170649655213</c:v>
                </c:pt>
                <c:pt idx="1662">
                  <c:v>0.171159658507</c:v>
                </c:pt>
                <c:pt idx="1663">
                  <c:v>0.172238782134</c:v>
                </c:pt>
                <c:pt idx="1664">
                  <c:v>0.17204830736</c:v>
                </c:pt>
                <c:pt idx="1665">
                  <c:v>0.170062090721</c:v>
                </c:pt>
                <c:pt idx="1666">
                  <c:v>0.170582269325</c:v>
                </c:pt>
                <c:pt idx="1667">
                  <c:v>0.171056667941</c:v>
                </c:pt>
                <c:pt idx="1668">
                  <c:v>0.171029168805</c:v>
                </c:pt>
                <c:pt idx="1669">
                  <c:v>0.170948483843</c:v>
                </c:pt>
                <c:pt idx="1670">
                  <c:v>0.172169136289</c:v>
                </c:pt>
                <c:pt idx="1671">
                  <c:v>0.171137161497</c:v>
                </c:pt>
                <c:pt idx="1672">
                  <c:v>0.171593209425</c:v>
                </c:pt>
                <c:pt idx="1673">
                  <c:v>0.173496846871</c:v>
                </c:pt>
                <c:pt idx="1674">
                  <c:v>0.174153973458</c:v>
                </c:pt>
                <c:pt idx="1675">
                  <c:v>0.175386040417</c:v>
                </c:pt>
                <c:pt idx="1676">
                  <c:v>0.108147141839</c:v>
                </c:pt>
                <c:pt idx="1677">
                  <c:v>0.107903758327</c:v>
                </c:pt>
                <c:pt idx="1678">
                  <c:v>0.10750849918</c:v>
                </c:pt>
                <c:pt idx="1679">
                  <c:v>0.106580188299</c:v>
                </c:pt>
                <c:pt idx="1680">
                  <c:v>0.105434245594</c:v>
                </c:pt>
                <c:pt idx="1681">
                  <c:v>0.105932074918</c:v>
                </c:pt>
                <c:pt idx="1682">
                  <c:v>0.105742537028</c:v>
                </c:pt>
                <c:pt idx="1683">
                  <c:v>0.104810673962</c:v>
                </c:pt>
                <c:pt idx="1684">
                  <c:v>0.104535267133</c:v>
                </c:pt>
                <c:pt idx="1685">
                  <c:v>0.103934371088</c:v>
                </c:pt>
                <c:pt idx="1686">
                  <c:v>0.104317931796</c:v>
                </c:pt>
                <c:pt idx="1687">
                  <c:v>0.1033796763</c:v>
                </c:pt>
                <c:pt idx="1688">
                  <c:v>0.103082278398</c:v>
                </c:pt>
                <c:pt idx="1689">
                  <c:v>0.102560692037</c:v>
                </c:pt>
                <c:pt idx="1690">
                  <c:v>0.101916369221</c:v>
                </c:pt>
                <c:pt idx="1691">
                  <c:v>0.100449455603</c:v>
                </c:pt>
                <c:pt idx="1692">
                  <c:v>0.101137593577</c:v>
                </c:pt>
                <c:pt idx="1693">
                  <c:v>0.101792336112</c:v>
                </c:pt>
                <c:pt idx="1694">
                  <c:v>0.102792938766</c:v>
                </c:pt>
                <c:pt idx="1695">
                  <c:v>0.100224985314</c:v>
                </c:pt>
                <c:pt idx="1696">
                  <c:v>0.101358771648</c:v>
                </c:pt>
                <c:pt idx="1697">
                  <c:v>0.101706753985</c:v>
                </c:pt>
                <c:pt idx="1698">
                  <c:v>0.103757844941</c:v>
                </c:pt>
                <c:pt idx="1699">
                  <c:v>0.327166513439</c:v>
                </c:pt>
                <c:pt idx="1700">
                  <c:v>0.32727376164</c:v>
                </c:pt>
                <c:pt idx="1701">
                  <c:v>0.324324860036</c:v>
                </c:pt>
                <c:pt idx="1702">
                  <c:v>0.324842062421</c:v>
                </c:pt>
                <c:pt idx="1703">
                  <c:v>0.321913850175</c:v>
                </c:pt>
                <c:pt idx="1704">
                  <c:v>0.319690252054</c:v>
                </c:pt>
                <c:pt idx="1705">
                  <c:v>0.319788221351</c:v>
                </c:pt>
                <c:pt idx="1706">
                  <c:v>0.322040592975</c:v>
                </c:pt>
                <c:pt idx="1707">
                  <c:v>0.320647144081</c:v>
                </c:pt>
                <c:pt idx="1708">
                  <c:v>0.316881522994</c:v>
                </c:pt>
                <c:pt idx="1709">
                  <c:v>0.317068832975</c:v>
                </c:pt>
                <c:pt idx="1710">
                  <c:v>0.317091981289</c:v>
                </c:pt>
                <c:pt idx="1711">
                  <c:v>0.31358853574</c:v>
                </c:pt>
                <c:pt idx="1712">
                  <c:v>0.313954229922</c:v>
                </c:pt>
                <c:pt idx="1713">
                  <c:v>0.314299206394</c:v>
                </c:pt>
                <c:pt idx="1714">
                  <c:v>0.314831611021</c:v>
                </c:pt>
                <c:pt idx="1715">
                  <c:v>0.314833283522</c:v>
                </c:pt>
                <c:pt idx="1716">
                  <c:v>0.315985363532</c:v>
                </c:pt>
                <c:pt idx="1717">
                  <c:v>0.315820794909</c:v>
                </c:pt>
                <c:pt idx="1718">
                  <c:v>0.313548108982</c:v>
                </c:pt>
                <c:pt idx="1719">
                  <c:v>0.31097849174</c:v>
                </c:pt>
                <c:pt idx="1720">
                  <c:v>0.332766320757</c:v>
                </c:pt>
                <c:pt idx="1721">
                  <c:v>0.334343720572</c:v>
                </c:pt>
                <c:pt idx="1722">
                  <c:v>0.331800426892</c:v>
                </c:pt>
                <c:pt idx="1723">
                  <c:v>0.332036186184</c:v>
                </c:pt>
                <c:pt idx="1724">
                  <c:v>0.330152528135</c:v>
                </c:pt>
                <c:pt idx="1725">
                  <c:v>0.328486697158</c:v>
                </c:pt>
                <c:pt idx="1726">
                  <c:v>0.326741481233</c:v>
                </c:pt>
                <c:pt idx="1727">
                  <c:v>0.329490486959</c:v>
                </c:pt>
                <c:pt idx="1728">
                  <c:v>0.328766691605</c:v>
                </c:pt>
                <c:pt idx="1729">
                  <c:v>0.328263288637</c:v>
                </c:pt>
                <c:pt idx="1730">
                  <c:v>0.32893631128</c:v>
                </c:pt>
                <c:pt idx="1731">
                  <c:v>0.33155127171</c:v>
                </c:pt>
                <c:pt idx="1732">
                  <c:v>0.33182695565</c:v>
                </c:pt>
              </c:numCache>
            </c:numRef>
          </c:val>
        </c:ser>
        <c:ser>
          <c:idx val="1"/>
          <c:order val="1"/>
          <c:tx>
            <c:strRef>
              <c:f>ES3.SI</c:f>
              <c:strCache>
                <c:ptCount val="1"/>
                <c:pt idx="0">
                  <c:v>ES3.SI</c:v>
                </c:pt>
              </c:strCache>
            </c:strRef>
          </c:tx>
          <c:spPr>
            <a:solidFill>
              <a:srgbClr val="72B5C0"/>
            </a:solidFill>
            <a:ln w="0">
              <a:noFill/>
            </a:ln>
          </c:spPr>
          <c:dLbls>
            <c:delete val="1"/>
          </c:dLbls>
          <c:cat>
            <c:strRef>
              <c:f>'Chart Data'!$C$2:$C$1734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Data'!$D$2:$D$1734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0.227029755344</c:v>
                </c:pt>
                <c:pt idx="194">
                  <c:v>0.226162865346</c:v>
                </c:pt>
                <c:pt idx="195">
                  <c:v>0.228672295728</c:v>
                </c:pt>
                <c:pt idx="196">
                  <c:v>0.227550865184</c:v>
                </c:pt>
                <c:pt idx="197">
                  <c:v>0.226916222103</c:v>
                </c:pt>
                <c:pt idx="198">
                  <c:v>0.224534000961</c:v>
                </c:pt>
                <c:pt idx="199">
                  <c:v>0.225595205956</c:v>
                </c:pt>
                <c:pt idx="200">
                  <c:v>0.227482180438</c:v>
                </c:pt>
                <c:pt idx="201">
                  <c:v>0.226636904815</c:v>
                </c:pt>
                <c:pt idx="202">
                  <c:v>0.224929070817</c:v>
                </c:pt>
                <c:pt idx="203">
                  <c:v>0.22539522938</c:v>
                </c:pt>
                <c:pt idx="204">
                  <c:v>0.22737445071</c:v>
                </c:pt>
                <c:pt idx="205">
                  <c:v>0.225202590192</c:v>
                </c:pt>
                <c:pt idx="206">
                  <c:v>0.224482698925</c:v>
                </c:pt>
                <c:pt idx="207">
                  <c:v>0.225058411854</c:v>
                </c:pt>
                <c:pt idx="208">
                  <c:v>0.225342760021</c:v>
                </c:pt>
                <c:pt idx="209">
                  <c:v>0.22643588188</c:v>
                </c:pt>
                <c:pt idx="210">
                  <c:v>0.225061263122</c:v>
                </c:pt>
                <c:pt idx="211">
                  <c:v>0.227370668499</c:v>
                </c:pt>
                <c:pt idx="212">
                  <c:v>0.225413418322</c:v>
                </c:pt>
                <c:pt idx="213">
                  <c:v>0.223008511502</c:v>
                </c:pt>
                <c:pt idx="214">
                  <c:v>0.222029416657</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0.234880211236</c:v>
                </c:pt>
                <c:pt idx="237">
                  <c:v>0.234484022043</c:v>
                </c:pt>
                <c:pt idx="238">
                  <c:v>0.23549680339</c:v>
                </c:pt>
                <c:pt idx="239">
                  <c:v>0.234483780038</c:v>
                </c:pt>
                <c:pt idx="240">
                  <c:v>0.233258584775</c:v>
                </c:pt>
                <c:pt idx="241">
                  <c:v>0.235970476916</c:v>
                </c:pt>
                <c:pt idx="242">
                  <c:v>0.23391549456</c:v>
                </c:pt>
                <c:pt idx="243">
                  <c:v>0.234089978375</c:v>
                </c:pt>
                <c:pt idx="244">
                  <c:v>0.237140599935</c:v>
                </c:pt>
                <c:pt idx="245">
                  <c:v>0.234923475421</c:v>
                </c:pt>
                <c:pt idx="246">
                  <c:v>0.23526932393</c:v>
                </c:pt>
                <c:pt idx="247">
                  <c:v>0.233727469545</c:v>
                </c:pt>
                <c:pt idx="248">
                  <c:v>0.233989333228</c:v>
                </c:pt>
                <c:pt idx="249">
                  <c:v>0.234210210873</c:v>
                </c:pt>
                <c:pt idx="250">
                  <c:v>0.233665456149</c:v>
                </c:pt>
                <c:pt idx="251">
                  <c:v>0.233135342699</c:v>
                </c:pt>
                <c:pt idx="252">
                  <c:v>0.233589698558</c:v>
                </c:pt>
                <c:pt idx="253">
                  <c:v>0.234020520075</c:v>
                </c:pt>
                <c:pt idx="254">
                  <c:v>0.233119266882</c:v>
                </c:pt>
                <c:pt idx="255">
                  <c:v>0.23343709036</c:v>
                </c:pt>
                <c:pt idx="256">
                  <c:v>0.233564594989</c:v>
                </c:pt>
                <c:pt idx="257">
                  <c:v>0.232420111961</c:v>
                </c:pt>
                <c:pt idx="258">
                  <c:v>0.234350820889</c:v>
                </c:pt>
                <c:pt idx="259">
                  <c:v>0.235396045825</c:v>
                </c:pt>
                <c:pt idx="260">
                  <c:v>0.236852446191</c:v>
                </c:pt>
                <c:pt idx="261">
                  <c:v>0.239472534893</c:v>
                </c:pt>
                <c:pt idx="262">
                  <c:v>0.240099930044</c:v>
                </c:pt>
                <c:pt idx="263">
                  <c:v>0.238270006737</c:v>
                </c:pt>
                <c:pt idx="264">
                  <c:v>0.239405773986</c:v>
                </c:pt>
                <c:pt idx="265">
                  <c:v>0.239380453145</c:v>
                </c:pt>
                <c:pt idx="266">
                  <c:v>0.242033360676</c:v>
                </c:pt>
                <c:pt idx="267">
                  <c:v>0.240196559822</c:v>
                </c:pt>
                <c:pt idx="268">
                  <c:v>0.239203164476</c:v>
                </c:pt>
                <c:pt idx="269">
                  <c:v>0.23731680684</c:v>
                </c:pt>
                <c:pt idx="270">
                  <c:v>0.238285360449</c:v>
                </c:pt>
                <c:pt idx="271">
                  <c:v>0.23826908702</c:v>
                </c:pt>
                <c:pt idx="272">
                  <c:v>0.235906486218</c:v>
                </c:pt>
                <c:pt idx="273">
                  <c:v>0.234705257054</c:v>
                </c:pt>
                <c:pt idx="274">
                  <c:v>0.239474926113</c:v>
                </c:pt>
                <c:pt idx="275">
                  <c:v>0.235153911875</c:v>
                </c:pt>
                <c:pt idx="276">
                  <c:v>0.237590974423</c:v>
                </c:pt>
                <c:pt idx="277">
                  <c:v>0.233285398707</c:v>
                </c:pt>
                <c:pt idx="278">
                  <c:v>0.428398115142</c:v>
                </c:pt>
                <c:pt idx="279">
                  <c:v>0.427977356474</c:v>
                </c:pt>
                <c:pt idx="280">
                  <c:v>0.425244495027</c:v>
                </c:pt>
                <c:pt idx="281">
                  <c:v>0.422749141337</c:v>
                </c:pt>
                <c:pt idx="282">
                  <c:v>0.426761012063</c:v>
                </c:pt>
                <c:pt idx="283">
                  <c:v>0.423119869941</c:v>
                </c:pt>
                <c:pt idx="284">
                  <c:v>0.423026256848</c:v>
                </c:pt>
                <c:pt idx="285">
                  <c:v>0.421886223046</c:v>
                </c:pt>
                <c:pt idx="286">
                  <c:v>0.420850617805</c:v>
                </c:pt>
                <c:pt idx="287">
                  <c:v>0.42136557322</c:v>
                </c:pt>
                <c:pt idx="288">
                  <c:v>0.420655802829</c:v>
                </c:pt>
                <c:pt idx="289">
                  <c:v>0.417587911741</c:v>
                </c:pt>
                <c:pt idx="290">
                  <c:v>0.418864158053</c:v>
                </c:pt>
                <c:pt idx="291">
                  <c:v>0.416376131178</c:v>
                </c:pt>
                <c:pt idx="292">
                  <c:v>0.417345699595</c:v>
                </c:pt>
                <c:pt idx="293">
                  <c:v>0.418149476255</c:v>
                </c:pt>
                <c:pt idx="294">
                  <c:v>0.41986096516</c:v>
                </c:pt>
                <c:pt idx="295">
                  <c:v>0.427848402497</c:v>
                </c:pt>
                <c:pt idx="296">
                  <c:v>0.427790594645</c:v>
                </c:pt>
                <c:pt idx="297">
                  <c:v>0.426300078794</c:v>
                </c:pt>
                <c:pt idx="298">
                  <c:v>0.344406182099</c:v>
                </c:pt>
                <c:pt idx="299">
                  <c:v>0.345729088102</c:v>
                </c:pt>
                <c:pt idx="300">
                  <c:v>0.347401695901</c:v>
                </c:pt>
                <c:pt idx="301">
                  <c:v>0.342447114896</c:v>
                </c:pt>
                <c:pt idx="302">
                  <c:v>0.350234156081</c:v>
                </c:pt>
                <c:pt idx="303">
                  <c:v>0.349206278567</c:v>
                </c:pt>
                <c:pt idx="304">
                  <c:v>0.348111377789</c:v>
                </c:pt>
                <c:pt idx="305">
                  <c:v>0.345572930756</c:v>
                </c:pt>
                <c:pt idx="306">
                  <c:v>0.346995261047</c:v>
                </c:pt>
                <c:pt idx="307">
                  <c:v>0.346993468108</c:v>
                </c:pt>
                <c:pt idx="308">
                  <c:v>0.347003113511</c:v>
                </c:pt>
                <c:pt idx="309">
                  <c:v>0.347246951472</c:v>
                </c:pt>
                <c:pt idx="310">
                  <c:v>0.356604907552</c:v>
                </c:pt>
                <c:pt idx="311">
                  <c:v>0.353413252435</c:v>
                </c:pt>
                <c:pt idx="312">
                  <c:v>0.353080150317</c:v>
                </c:pt>
                <c:pt idx="313">
                  <c:v>0.358355609062</c:v>
                </c:pt>
                <c:pt idx="314">
                  <c:v>0.357195501457</c:v>
                </c:pt>
                <c:pt idx="315">
                  <c:v>0.360017001883</c:v>
                </c:pt>
                <c:pt idx="316">
                  <c:v>0.355899341661</c:v>
                </c:pt>
                <c:pt idx="317">
                  <c:v>0.35837803316</c:v>
                </c:pt>
                <c:pt idx="318">
                  <c:v>0.359822613437</c:v>
                </c:pt>
                <c:pt idx="319">
                  <c:v>0.357984546464</c:v>
                </c:pt>
                <c:pt idx="320">
                  <c:v>0.355728666717</c:v>
                </c:pt>
                <c:pt idx="321">
                  <c:v>0.596542451812</c:v>
                </c:pt>
                <c:pt idx="322">
                  <c:v>0.596396734071</c:v>
                </c:pt>
                <c:pt idx="323">
                  <c:v>0.596874155801</c:v>
                </c:pt>
                <c:pt idx="324">
                  <c:v>0.59456241234</c:v>
                </c:pt>
                <c:pt idx="325">
                  <c:v>0.59448564942</c:v>
                </c:pt>
                <c:pt idx="326">
                  <c:v>0.593908296234</c:v>
                </c:pt>
                <c:pt idx="327">
                  <c:v>0.594400910017</c:v>
                </c:pt>
                <c:pt idx="328">
                  <c:v>0.590841569679</c:v>
                </c:pt>
                <c:pt idx="329">
                  <c:v>0.589778498845</c:v>
                </c:pt>
                <c:pt idx="330">
                  <c:v>0.590999634759</c:v>
                </c:pt>
                <c:pt idx="331">
                  <c:v>0.592068151434</c:v>
                </c:pt>
                <c:pt idx="332">
                  <c:v>0.59219429972</c:v>
                </c:pt>
                <c:pt idx="333">
                  <c:v>0.589312710622</c:v>
                </c:pt>
                <c:pt idx="334">
                  <c:v>0.591620344063</c:v>
                </c:pt>
                <c:pt idx="335">
                  <c:v>0.589753944963</c:v>
                </c:pt>
                <c:pt idx="336">
                  <c:v>0.590155545024</c:v>
                </c:pt>
                <c:pt idx="337">
                  <c:v>0.590046271135</c:v>
                </c:pt>
                <c:pt idx="338">
                  <c:v>0.589393634037</c:v>
                </c:pt>
                <c:pt idx="339">
                  <c:v>0.589465608699</c:v>
                </c:pt>
                <c:pt idx="340">
                  <c:v>0.592164965777</c:v>
                </c:pt>
                <c:pt idx="341">
                  <c:v>0.587200457021</c:v>
                </c:pt>
                <c:pt idx="342">
                  <c:v>0.47113748089</c:v>
                </c:pt>
                <c:pt idx="343">
                  <c:v>0.466980310297</c:v>
                </c:pt>
                <c:pt idx="344">
                  <c:v>0.467182687707</c:v>
                </c:pt>
                <c:pt idx="345">
                  <c:v>0.468170685853</c:v>
                </c:pt>
                <c:pt idx="346">
                  <c:v>0.471117230844</c:v>
                </c:pt>
                <c:pt idx="347">
                  <c:v>0.467217738485</c:v>
                </c:pt>
                <c:pt idx="348">
                  <c:v>0.469351102658</c:v>
                </c:pt>
                <c:pt idx="349">
                  <c:v>0.469777281525</c:v>
                </c:pt>
                <c:pt idx="350">
                  <c:v>0.461557707482</c:v>
                </c:pt>
                <c:pt idx="351">
                  <c:v>0.463194035571</c:v>
                </c:pt>
                <c:pt idx="352">
                  <c:v>0.468117145121</c:v>
                </c:pt>
                <c:pt idx="353">
                  <c:v>0.468937653683</c:v>
                </c:pt>
                <c:pt idx="354">
                  <c:v>0.468034053422</c:v>
                </c:pt>
                <c:pt idx="355">
                  <c:v>0.4687828421</c:v>
                </c:pt>
                <c:pt idx="356">
                  <c:v>0.466929661191</c:v>
                </c:pt>
                <c:pt idx="357">
                  <c:v>0.46948214319</c:v>
                </c:pt>
                <c:pt idx="358">
                  <c:v>0.469131047466</c:v>
                </c:pt>
                <c:pt idx="359">
                  <c:v>0.468207678628</c:v>
                </c:pt>
                <c:pt idx="360">
                  <c:v>0.47054905032</c:v>
                </c:pt>
                <c:pt idx="361">
                  <c:v>0.469335988406</c:v>
                </c:pt>
                <c:pt idx="362">
                  <c:v>0.468784360854</c:v>
                </c:pt>
                <c:pt idx="363">
                  <c:v>0.287152868761</c:v>
                </c:pt>
                <c:pt idx="364">
                  <c:v>0.288967083978</c:v>
                </c:pt>
                <c:pt idx="365">
                  <c:v>0.285612826897</c:v>
                </c:pt>
                <c:pt idx="366">
                  <c:v>0.287161918324</c:v>
                </c:pt>
                <c:pt idx="367">
                  <c:v>0.286945965234</c:v>
                </c:pt>
                <c:pt idx="368">
                  <c:v>0.286708800115</c:v>
                </c:pt>
                <c:pt idx="369">
                  <c:v>0.285952378596</c:v>
                </c:pt>
                <c:pt idx="370">
                  <c:v>0.286240617795</c:v>
                </c:pt>
                <c:pt idx="371">
                  <c:v>0.2858788969</c:v>
                </c:pt>
                <c:pt idx="372">
                  <c:v>0.287132410099</c:v>
                </c:pt>
                <c:pt idx="373">
                  <c:v>0.28753668776</c:v>
                </c:pt>
                <c:pt idx="374">
                  <c:v>0.288199070334</c:v>
                </c:pt>
                <c:pt idx="375">
                  <c:v>0.288603831664</c:v>
                </c:pt>
                <c:pt idx="376">
                  <c:v>0.283751176561</c:v>
                </c:pt>
                <c:pt idx="377">
                  <c:v>0.283259674463</c:v>
                </c:pt>
                <c:pt idx="378">
                  <c:v>0.283978776647</c:v>
                </c:pt>
                <c:pt idx="379">
                  <c:v>0.28211309139</c:v>
                </c:pt>
                <c:pt idx="380">
                  <c:v>0.282025083614</c:v>
                </c:pt>
                <c:pt idx="381">
                  <c:v>0.282514055001</c:v>
                </c:pt>
                <c:pt idx="382">
                  <c:v>0.280597141984</c:v>
                </c:pt>
                <c:pt idx="383">
                  <c:v>0.28195171276</c:v>
                </c:pt>
                <c:pt idx="384">
                  <c:v>0.280720209717</c:v>
                </c:pt>
                <c:pt idx="385">
                  <c:v>0.32017149569</c:v>
                </c:pt>
                <c:pt idx="386">
                  <c:v>0.320865208305</c:v>
                </c:pt>
                <c:pt idx="387">
                  <c:v>0.327663160093</c:v>
                </c:pt>
                <c:pt idx="388">
                  <c:v>0.324893251232</c:v>
                </c:pt>
                <c:pt idx="389">
                  <c:v>0.32319084661</c:v>
                </c:pt>
                <c:pt idx="390">
                  <c:v>0.321666791874</c:v>
                </c:pt>
                <c:pt idx="391">
                  <c:v>0.322025596352</c:v>
                </c:pt>
                <c:pt idx="392">
                  <c:v>0.323046737091</c:v>
                </c:pt>
                <c:pt idx="393">
                  <c:v>0.322138865778</c:v>
                </c:pt>
                <c:pt idx="394">
                  <c:v>0.322136425273</c:v>
                </c:pt>
                <c:pt idx="395">
                  <c:v>0.324154252349</c:v>
                </c:pt>
                <c:pt idx="396">
                  <c:v>0.326157918881</c:v>
                </c:pt>
                <c:pt idx="397">
                  <c:v>0.322291256079</c:v>
                </c:pt>
                <c:pt idx="398">
                  <c:v>0.31969633927</c:v>
                </c:pt>
                <c:pt idx="399">
                  <c:v>0.321531282957</c:v>
                </c:pt>
                <c:pt idx="400">
                  <c:v>0.321493379445</c:v>
                </c:pt>
                <c:pt idx="401">
                  <c:v>0.319345075486</c:v>
                </c:pt>
                <c:pt idx="402">
                  <c:v>0.321431362661</c:v>
                </c:pt>
                <c:pt idx="403">
                  <c:v>0.320214593044</c:v>
                </c:pt>
                <c:pt idx="404">
                  <c:v>0.321238536072</c:v>
                </c:pt>
                <c:pt idx="405">
                  <c:v>0.323543502807</c:v>
                </c:pt>
                <c:pt idx="406">
                  <c:v>0.322956460977</c:v>
                </c:pt>
                <c:pt idx="407">
                  <c:v>0.318830116074</c:v>
                </c:pt>
                <c:pt idx="408">
                  <c:v>0.324942155368</c:v>
                </c:pt>
                <c:pt idx="409">
                  <c:v>0.321650033787</c:v>
                </c:pt>
                <c:pt idx="410">
                  <c:v>0.322374545753</c:v>
                </c:pt>
                <c:pt idx="411">
                  <c:v>0.323013577389</c:v>
                </c:pt>
                <c:pt idx="412">
                  <c:v>0.323211468895</c:v>
                </c:pt>
                <c:pt idx="413">
                  <c:v>0.320535159507</c:v>
                </c:pt>
                <c:pt idx="414">
                  <c:v>0.321090065291</c:v>
                </c:pt>
                <c:pt idx="415">
                  <c:v>0.320797812195</c:v>
                </c:pt>
                <c:pt idx="416">
                  <c:v>0.321018447812</c:v>
                </c:pt>
                <c:pt idx="417">
                  <c:v>0.321131171879</c:v>
                </c:pt>
                <c:pt idx="418">
                  <c:v>0.322981607058</c:v>
                </c:pt>
                <c:pt idx="419">
                  <c:v>0.321248705935</c:v>
                </c:pt>
                <c:pt idx="420">
                  <c:v>0.323167281081</c:v>
                </c:pt>
                <c:pt idx="421">
                  <c:v>0.318566570276</c:v>
                </c:pt>
                <c:pt idx="422">
                  <c:v>0.318476092622</c:v>
                </c:pt>
                <c:pt idx="423">
                  <c:v>0.31766896528</c:v>
                </c:pt>
                <c:pt idx="424">
                  <c:v>0.318929373767</c:v>
                </c:pt>
                <c:pt idx="425">
                  <c:v>0.314809432551</c:v>
                </c:pt>
                <c:pt idx="426">
                  <c:v>0.317132660237</c:v>
                </c:pt>
                <c:pt idx="427">
                  <c:v>0.314999323458</c:v>
                </c:pt>
                <c:pt idx="428">
                  <c:v>0.317023854795</c:v>
                </c:pt>
                <c:pt idx="429">
                  <c:v>0.28125995344</c:v>
                </c:pt>
                <c:pt idx="430">
                  <c:v>0.281386815518</c:v>
                </c:pt>
                <c:pt idx="431">
                  <c:v>0.282254771508</c:v>
                </c:pt>
                <c:pt idx="432">
                  <c:v>0.284274776298</c:v>
                </c:pt>
                <c:pt idx="433">
                  <c:v>0.281020895711</c:v>
                </c:pt>
                <c:pt idx="434">
                  <c:v>0.280807448427</c:v>
                </c:pt>
                <c:pt idx="435">
                  <c:v>0.284303060393</c:v>
                </c:pt>
                <c:pt idx="436">
                  <c:v>0.282023416642</c:v>
                </c:pt>
                <c:pt idx="437">
                  <c:v>0.282002719227</c:v>
                </c:pt>
                <c:pt idx="438">
                  <c:v>0.279340650898</c:v>
                </c:pt>
                <c:pt idx="439">
                  <c:v>0.281212441356</c:v>
                </c:pt>
                <c:pt idx="440">
                  <c:v>0.282204326796</c:v>
                </c:pt>
                <c:pt idx="441">
                  <c:v>0.281163209562</c:v>
                </c:pt>
                <c:pt idx="442">
                  <c:v>0.281753888737</c:v>
                </c:pt>
                <c:pt idx="443">
                  <c:v>0.279629194996</c:v>
                </c:pt>
                <c:pt idx="444">
                  <c:v>0.281256840931</c:v>
                </c:pt>
                <c:pt idx="445">
                  <c:v>0.280828158509</c:v>
                </c:pt>
                <c:pt idx="446">
                  <c:v>0.282375136378</c:v>
                </c:pt>
                <c:pt idx="447">
                  <c:v>0.28473560958</c:v>
                </c:pt>
                <c:pt idx="448">
                  <c:v>0.283618707883</c:v>
                </c:pt>
                <c:pt idx="449">
                  <c:v>0.283901883059</c:v>
                </c:pt>
                <c:pt idx="450">
                  <c:v>0.28021011703</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0.175440363937</c:v>
                </c:pt>
                <c:pt idx="473">
                  <c:v>0.176573751839</c:v>
                </c:pt>
                <c:pt idx="474">
                  <c:v>0.176156488943</c:v>
                </c:pt>
                <c:pt idx="475">
                  <c:v>0.174747278976</c:v>
                </c:pt>
                <c:pt idx="476">
                  <c:v>0.175975031982</c:v>
                </c:pt>
                <c:pt idx="477">
                  <c:v>0.174138754861</c:v>
                </c:pt>
                <c:pt idx="478">
                  <c:v>0.174767345879</c:v>
                </c:pt>
                <c:pt idx="479">
                  <c:v>0.174297793894</c:v>
                </c:pt>
                <c:pt idx="480">
                  <c:v>0.174063188114</c:v>
                </c:pt>
                <c:pt idx="481">
                  <c:v>0.175090696626</c:v>
                </c:pt>
                <c:pt idx="482">
                  <c:v>0.175107168456</c:v>
                </c:pt>
                <c:pt idx="483">
                  <c:v>0.17436493361</c:v>
                </c:pt>
                <c:pt idx="484">
                  <c:v>0.174244661479</c:v>
                </c:pt>
                <c:pt idx="485">
                  <c:v>0.17440905618</c:v>
                </c:pt>
                <c:pt idx="486">
                  <c:v>0.175086867867</c:v>
                </c:pt>
                <c:pt idx="487">
                  <c:v>0.174446957337</c:v>
                </c:pt>
                <c:pt idx="488">
                  <c:v>0.173640865335</c:v>
                </c:pt>
                <c:pt idx="489">
                  <c:v>0.173107926066</c:v>
                </c:pt>
                <c:pt idx="490">
                  <c:v>0.172931518542</c:v>
                </c:pt>
                <c:pt idx="491">
                  <c:v>0.17080013647</c:v>
                </c:pt>
                <c:pt idx="492">
                  <c:v>0.170151282847</c:v>
                </c:pt>
                <c:pt idx="493">
                  <c:v>0.172223563592</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0.161925751129</c:v>
                </c:pt>
                <c:pt idx="518">
                  <c:v>0.161853736424</c:v>
                </c:pt>
                <c:pt idx="519">
                  <c:v>0.162797886472</c:v>
                </c:pt>
                <c:pt idx="520">
                  <c:v>0.163515005098</c:v>
                </c:pt>
                <c:pt idx="521">
                  <c:v>0.164937005593</c:v>
                </c:pt>
                <c:pt idx="522">
                  <c:v>0.164460006274</c:v>
                </c:pt>
                <c:pt idx="523">
                  <c:v>0.165027870047</c:v>
                </c:pt>
                <c:pt idx="524">
                  <c:v>0.166085690508</c:v>
                </c:pt>
                <c:pt idx="525">
                  <c:v>0.166965619151</c:v>
                </c:pt>
                <c:pt idx="526">
                  <c:v>0.166832810096</c:v>
                </c:pt>
                <c:pt idx="527">
                  <c:v>0.168201675474</c:v>
                </c:pt>
                <c:pt idx="528">
                  <c:v>0.167361650487</c:v>
                </c:pt>
                <c:pt idx="529">
                  <c:v>0.168334584449</c:v>
                </c:pt>
                <c:pt idx="530">
                  <c:v>0.168989276214</c:v>
                </c:pt>
                <c:pt idx="531">
                  <c:v>0.16841221216</c:v>
                </c:pt>
                <c:pt idx="532">
                  <c:v>0.167132023382</c:v>
                </c:pt>
                <c:pt idx="533">
                  <c:v>0.169566104467</c:v>
                </c:pt>
                <c:pt idx="534">
                  <c:v>0.167987282609</c:v>
                </c:pt>
                <c:pt idx="535">
                  <c:v>0.166388363613</c:v>
                </c:pt>
                <c:pt idx="536">
                  <c:v>0.166294702103</c:v>
                </c:pt>
                <c:pt idx="537">
                  <c:v>0.166526341079</c:v>
                </c:pt>
                <c:pt idx="538">
                  <c:v>0.16608086568</c:v>
                </c:pt>
                <c:pt idx="539">
                  <c:v>0.169737658847</c:v>
                </c:pt>
                <c:pt idx="540">
                  <c:v>0.508236295944</c:v>
                </c:pt>
                <c:pt idx="541">
                  <c:v>0.510397099548</c:v>
                </c:pt>
                <c:pt idx="542">
                  <c:v>0.514283769381</c:v>
                </c:pt>
                <c:pt idx="543">
                  <c:v>0.512687771239</c:v>
                </c:pt>
                <c:pt idx="544">
                  <c:v>0.516045281638</c:v>
                </c:pt>
                <c:pt idx="545">
                  <c:v>0.51396329403</c:v>
                </c:pt>
                <c:pt idx="546">
                  <c:v>0.511521269319</c:v>
                </c:pt>
                <c:pt idx="547">
                  <c:v>0.513783797684</c:v>
                </c:pt>
                <c:pt idx="548">
                  <c:v>0.515311670894</c:v>
                </c:pt>
                <c:pt idx="549">
                  <c:v>0.516256412847</c:v>
                </c:pt>
                <c:pt idx="550">
                  <c:v>0.515503222146</c:v>
                </c:pt>
                <c:pt idx="551">
                  <c:v>0.514951879386</c:v>
                </c:pt>
                <c:pt idx="552">
                  <c:v>0.509947694232</c:v>
                </c:pt>
                <c:pt idx="553">
                  <c:v>0.50939217162</c:v>
                </c:pt>
                <c:pt idx="554">
                  <c:v>0.498622293105</c:v>
                </c:pt>
                <c:pt idx="555">
                  <c:v>0.499835975197</c:v>
                </c:pt>
                <c:pt idx="556">
                  <c:v>0.493530071852</c:v>
                </c:pt>
                <c:pt idx="557">
                  <c:v>0.488956205016</c:v>
                </c:pt>
                <c:pt idx="558">
                  <c:v>0.406714645343</c:v>
                </c:pt>
                <c:pt idx="559">
                  <c:v>0.406860243703</c:v>
                </c:pt>
                <c:pt idx="560">
                  <c:v>0.395204327367</c:v>
                </c:pt>
                <c:pt idx="561">
                  <c:v>0.38778657905</c:v>
                </c:pt>
                <c:pt idx="562">
                  <c:v>0.379484076176</c:v>
                </c:pt>
                <c:pt idx="563">
                  <c:v>0.398759472758</c:v>
                </c:pt>
                <c:pt idx="564">
                  <c:v>0.405714462088</c:v>
                </c:pt>
                <c:pt idx="565">
                  <c:v>0.403114859341</c:v>
                </c:pt>
                <c:pt idx="566">
                  <c:v>0.407331493045</c:v>
                </c:pt>
                <c:pt idx="567">
                  <c:v>0.412695642848</c:v>
                </c:pt>
                <c:pt idx="568">
                  <c:v>0.418725271531</c:v>
                </c:pt>
                <c:pt idx="569">
                  <c:v>0.413927622546</c:v>
                </c:pt>
                <c:pt idx="570">
                  <c:v>0.416120014026</c:v>
                </c:pt>
                <c:pt idx="571">
                  <c:v>0.408746197063</c:v>
                </c:pt>
                <c:pt idx="572">
                  <c:v>0.410379726604</c:v>
                </c:pt>
                <c:pt idx="573">
                  <c:v>0.405908797368</c:v>
                </c:pt>
                <c:pt idx="574">
                  <c:v>0.408722698916</c:v>
                </c:pt>
                <c:pt idx="575">
                  <c:v>0.407749284039</c:v>
                </c:pt>
                <c:pt idx="576">
                  <c:v>0.418591945197</c:v>
                </c:pt>
                <c:pt idx="577">
                  <c:v>0.418265219232</c:v>
                </c:pt>
                <c:pt idx="578">
                  <c:v>0.41572414927</c:v>
                </c:pt>
                <c:pt idx="579">
                  <c:v>0.418325455303</c:v>
                </c:pt>
                <c:pt idx="580">
                  <c:v>0.417116142246</c:v>
                </c:pt>
                <c:pt idx="581">
                  <c:v>0.434081937688</c:v>
                </c:pt>
                <c:pt idx="582">
                  <c:v>0.437494411544</c:v>
                </c:pt>
                <c:pt idx="583">
                  <c:v>0.436683761365</c:v>
                </c:pt>
                <c:pt idx="584">
                  <c:v>0.435078392903</c:v>
                </c:pt>
                <c:pt idx="585">
                  <c:v>0.43180308124</c:v>
                </c:pt>
                <c:pt idx="586">
                  <c:v>0.431588707888</c:v>
                </c:pt>
                <c:pt idx="587">
                  <c:v>0.426882040323</c:v>
                </c:pt>
                <c:pt idx="588">
                  <c:v>0.424984572191</c:v>
                </c:pt>
                <c:pt idx="589">
                  <c:v>0.425744018195</c:v>
                </c:pt>
                <c:pt idx="590">
                  <c:v>0.422878213639</c:v>
                </c:pt>
                <c:pt idx="591">
                  <c:v>0.424922565884</c:v>
                </c:pt>
                <c:pt idx="592">
                  <c:v>0.425223615838</c:v>
                </c:pt>
                <c:pt idx="593">
                  <c:v>0.428609577765</c:v>
                </c:pt>
                <c:pt idx="594">
                  <c:v>0.43318957806</c:v>
                </c:pt>
                <c:pt idx="595">
                  <c:v>0.433072316155</c:v>
                </c:pt>
                <c:pt idx="596">
                  <c:v>0.432302020861</c:v>
                </c:pt>
                <c:pt idx="597">
                  <c:v>0.430640749445</c:v>
                </c:pt>
                <c:pt idx="598">
                  <c:v>0.429902521504</c:v>
                </c:pt>
                <c:pt idx="599">
                  <c:v>0.433574828649</c:v>
                </c:pt>
                <c:pt idx="600">
                  <c:v>0.434160540782</c:v>
                </c:pt>
                <c:pt idx="601">
                  <c:v>0.434536673757</c:v>
                </c:pt>
                <c:pt idx="602">
                  <c:v>0.427469871639</c:v>
                </c:pt>
                <c:pt idx="603">
                  <c:v>0.463185378412</c:v>
                </c:pt>
                <c:pt idx="604">
                  <c:v>0.458988449867</c:v>
                </c:pt>
                <c:pt idx="605">
                  <c:v>0.463116998032</c:v>
                </c:pt>
                <c:pt idx="606">
                  <c:v>0.462253302744</c:v>
                </c:pt>
                <c:pt idx="607">
                  <c:v>0.458129093163</c:v>
                </c:pt>
                <c:pt idx="608">
                  <c:v>0.455988211779</c:v>
                </c:pt>
                <c:pt idx="609">
                  <c:v>0.456316570077</c:v>
                </c:pt>
                <c:pt idx="610">
                  <c:v>0.453900497876</c:v>
                </c:pt>
                <c:pt idx="611">
                  <c:v>0.457335796085</c:v>
                </c:pt>
                <c:pt idx="612">
                  <c:v>0.462825726209</c:v>
                </c:pt>
                <c:pt idx="613">
                  <c:v>0.454888307382</c:v>
                </c:pt>
                <c:pt idx="614">
                  <c:v>0.459557238357</c:v>
                </c:pt>
                <c:pt idx="615">
                  <c:v>0.457538571353</c:v>
                </c:pt>
                <c:pt idx="616">
                  <c:v>0.456306563126</c:v>
                </c:pt>
                <c:pt idx="617">
                  <c:v>0.455849377627</c:v>
                </c:pt>
                <c:pt idx="618">
                  <c:v>0.455882457438</c:v>
                </c:pt>
                <c:pt idx="619">
                  <c:v>0.456198042718</c:v>
                </c:pt>
                <c:pt idx="620">
                  <c:v>0.458077163376</c:v>
                </c:pt>
                <c:pt idx="621">
                  <c:v>0.46141342358</c:v>
                </c:pt>
                <c:pt idx="622">
                  <c:v>0.458086427839</c:v>
                </c:pt>
                <c:pt idx="623">
                  <c:v>0.541758835771</c:v>
                </c:pt>
                <c:pt idx="624">
                  <c:v>0.542620218884</c:v>
                </c:pt>
                <c:pt idx="625">
                  <c:v>0.541572503055</c:v>
                </c:pt>
                <c:pt idx="626">
                  <c:v>0.538951097517</c:v>
                </c:pt>
                <c:pt idx="627">
                  <c:v>0.538359977395</c:v>
                </c:pt>
                <c:pt idx="628">
                  <c:v>0.536739600921</c:v>
                </c:pt>
                <c:pt idx="629">
                  <c:v>0.533290130718</c:v>
                </c:pt>
                <c:pt idx="630">
                  <c:v>0.533807752312</c:v>
                </c:pt>
                <c:pt idx="631">
                  <c:v>0.533571285165</c:v>
                </c:pt>
                <c:pt idx="632">
                  <c:v>0.532772281698</c:v>
                </c:pt>
                <c:pt idx="633">
                  <c:v>0.530438473399</c:v>
                </c:pt>
                <c:pt idx="634">
                  <c:v>0.536496779944</c:v>
                </c:pt>
                <c:pt idx="635">
                  <c:v>0.536138700031</c:v>
                </c:pt>
                <c:pt idx="636">
                  <c:v>0.538538972071</c:v>
                </c:pt>
                <c:pt idx="637">
                  <c:v>0.539174491127</c:v>
                </c:pt>
                <c:pt idx="638">
                  <c:v>0.543014121972</c:v>
                </c:pt>
                <c:pt idx="639">
                  <c:v>0.542534814225</c:v>
                </c:pt>
                <c:pt idx="640">
                  <c:v>0.545036907031</c:v>
                </c:pt>
                <c:pt idx="641">
                  <c:v>0.544331489351</c:v>
                </c:pt>
                <c:pt idx="642">
                  <c:v>0.545757952776</c:v>
                </c:pt>
                <c:pt idx="643">
                  <c:v>0.548302581734</c:v>
                </c:pt>
                <c:pt idx="644">
                  <c:v>0.547224569629</c:v>
                </c:pt>
                <c:pt idx="645">
                  <c:v>0.547575703289</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1</c:v>
                </c:pt>
                <c:pt idx="755">
                  <c:v>1</c:v>
                </c:pt>
                <c:pt idx="756">
                  <c:v>1</c:v>
                </c:pt>
                <c:pt idx="757">
                  <c:v>1</c:v>
                </c:pt>
                <c:pt idx="758">
                  <c:v>1</c:v>
                </c:pt>
                <c:pt idx="759">
                  <c:v>1</c:v>
                </c:pt>
                <c:pt idx="760">
                  <c:v>1</c:v>
                </c:pt>
                <c:pt idx="761">
                  <c:v>1</c:v>
                </c:pt>
                <c:pt idx="762">
                  <c:v>1</c:v>
                </c:pt>
                <c:pt idx="763">
                  <c:v>1</c:v>
                </c:pt>
                <c:pt idx="764">
                  <c:v>1</c:v>
                </c:pt>
                <c:pt idx="765">
                  <c:v>1</c:v>
                </c:pt>
                <c:pt idx="766">
                  <c:v>1</c:v>
                </c:pt>
                <c:pt idx="767">
                  <c:v>1</c:v>
                </c:pt>
                <c:pt idx="768">
                  <c:v>1</c:v>
                </c:pt>
                <c:pt idx="769">
                  <c:v>1</c:v>
                </c:pt>
                <c:pt idx="770">
                  <c:v>1</c:v>
                </c:pt>
                <c:pt idx="771">
                  <c:v>1</c:v>
                </c:pt>
                <c:pt idx="772">
                  <c:v>1</c:v>
                </c:pt>
                <c:pt idx="773">
                  <c:v>1</c:v>
                </c:pt>
                <c:pt idx="774">
                  <c:v>1</c:v>
                </c:pt>
                <c:pt idx="775">
                  <c:v>0.768820348047</c:v>
                </c:pt>
                <c:pt idx="776">
                  <c:v>0.773380210159</c:v>
                </c:pt>
                <c:pt idx="777">
                  <c:v>0.768255174424</c:v>
                </c:pt>
                <c:pt idx="778">
                  <c:v>0.77170771028</c:v>
                </c:pt>
                <c:pt idx="779">
                  <c:v>0.768534059849</c:v>
                </c:pt>
                <c:pt idx="780">
                  <c:v>0.766392384637</c:v>
                </c:pt>
                <c:pt idx="781">
                  <c:v>0.765458969861</c:v>
                </c:pt>
                <c:pt idx="782">
                  <c:v>0.767574523173</c:v>
                </c:pt>
                <c:pt idx="783">
                  <c:v>0.767494215881</c:v>
                </c:pt>
                <c:pt idx="784">
                  <c:v>0.767058557534</c:v>
                </c:pt>
                <c:pt idx="785">
                  <c:v>0.770804990538</c:v>
                </c:pt>
                <c:pt idx="786">
                  <c:v>0.771058078229</c:v>
                </c:pt>
                <c:pt idx="787">
                  <c:v>0.768720747223</c:v>
                </c:pt>
                <c:pt idx="788">
                  <c:v>0.766924033836</c:v>
                </c:pt>
                <c:pt idx="789">
                  <c:v>0.767164750187</c:v>
                </c:pt>
                <c:pt idx="790">
                  <c:v>0.769910001413</c:v>
                </c:pt>
                <c:pt idx="791">
                  <c:v>0.771274885109</c:v>
                </c:pt>
                <c:pt idx="792">
                  <c:v>0.771217693963</c:v>
                </c:pt>
                <c:pt idx="793">
                  <c:v>0.771873017689</c:v>
                </c:pt>
                <c:pt idx="794">
                  <c:v>0.76848495526</c:v>
                </c:pt>
                <c:pt idx="795">
                  <c:v>0.767633075542</c:v>
                </c:pt>
                <c:pt idx="796">
                  <c:v>0.537317340763</c:v>
                </c:pt>
                <c:pt idx="797">
                  <c:v>0.542833946845</c:v>
                </c:pt>
                <c:pt idx="798">
                  <c:v>0.540996919475</c:v>
                </c:pt>
                <c:pt idx="799">
                  <c:v>0.539911137592</c:v>
                </c:pt>
                <c:pt idx="800">
                  <c:v>0.541274242433</c:v>
                </c:pt>
                <c:pt idx="801">
                  <c:v>0.540225086669</c:v>
                </c:pt>
                <c:pt idx="802">
                  <c:v>0.540655307815</c:v>
                </c:pt>
                <c:pt idx="803">
                  <c:v>0.537789927858</c:v>
                </c:pt>
                <c:pt idx="804">
                  <c:v>0.537743952365</c:v>
                </c:pt>
                <c:pt idx="805">
                  <c:v>0.537163499265</c:v>
                </c:pt>
                <c:pt idx="806">
                  <c:v>0.537916294759</c:v>
                </c:pt>
                <c:pt idx="807">
                  <c:v>0.537988798403</c:v>
                </c:pt>
                <c:pt idx="808">
                  <c:v>0.537610237852</c:v>
                </c:pt>
                <c:pt idx="809">
                  <c:v>0.538681675565</c:v>
                </c:pt>
                <c:pt idx="810">
                  <c:v>0.538542687464</c:v>
                </c:pt>
                <c:pt idx="811">
                  <c:v>0.537952440631</c:v>
                </c:pt>
                <c:pt idx="812">
                  <c:v>0.540132589689</c:v>
                </c:pt>
                <c:pt idx="813">
                  <c:v>0.536036486086</c:v>
                </c:pt>
                <c:pt idx="814">
                  <c:v>0.536085176625</c:v>
                </c:pt>
                <c:pt idx="815">
                  <c:v>0.533215957134</c:v>
                </c:pt>
                <c:pt idx="816">
                  <c:v>0.503441160567</c:v>
                </c:pt>
                <c:pt idx="817">
                  <c:v>0.499923466016</c:v>
                </c:pt>
                <c:pt idx="818">
                  <c:v>0.502668276938</c:v>
                </c:pt>
                <c:pt idx="819">
                  <c:v>0.507005249159</c:v>
                </c:pt>
                <c:pt idx="820">
                  <c:v>0.504008739647</c:v>
                </c:pt>
                <c:pt idx="821">
                  <c:v>0.50093835737</c:v>
                </c:pt>
                <c:pt idx="822">
                  <c:v>0.492318518242</c:v>
                </c:pt>
                <c:pt idx="823">
                  <c:v>0.48472342701</c:v>
                </c:pt>
                <c:pt idx="824">
                  <c:v>0.486202138496</c:v>
                </c:pt>
                <c:pt idx="825">
                  <c:v>0.487350320608</c:v>
                </c:pt>
                <c:pt idx="826">
                  <c:v>0.485037679036</c:v>
                </c:pt>
                <c:pt idx="827">
                  <c:v>0.480768583243</c:v>
                </c:pt>
                <c:pt idx="828">
                  <c:v>0.478633714476</c:v>
                </c:pt>
                <c:pt idx="829">
                  <c:v>0.486515976491</c:v>
                </c:pt>
                <c:pt idx="830">
                  <c:v>0.486504939266</c:v>
                </c:pt>
                <c:pt idx="831">
                  <c:v>0.484194849212</c:v>
                </c:pt>
                <c:pt idx="832">
                  <c:v>0.487031020737</c:v>
                </c:pt>
                <c:pt idx="833">
                  <c:v>0.490201417673</c:v>
                </c:pt>
                <c:pt idx="834">
                  <c:v>0.490269520961</c:v>
                </c:pt>
                <c:pt idx="835">
                  <c:v>0.492349102321</c:v>
                </c:pt>
                <c:pt idx="836">
                  <c:v>0.489220570937</c:v>
                </c:pt>
                <c:pt idx="837">
                  <c:v>0.49038803462</c:v>
                </c:pt>
                <c:pt idx="838">
                  <c:v>0.489760413974</c:v>
                </c:pt>
                <c:pt idx="839">
                  <c:v>0.287738863846</c:v>
                </c:pt>
                <c:pt idx="840">
                  <c:v>0.28838693953</c:v>
                </c:pt>
                <c:pt idx="841">
                  <c:v>0.287368822413</c:v>
                </c:pt>
                <c:pt idx="842">
                  <c:v>0.28819472502</c:v>
                </c:pt>
                <c:pt idx="843">
                  <c:v>0.286993825761</c:v>
                </c:pt>
                <c:pt idx="844">
                  <c:v>0.286545890047</c:v>
                </c:pt>
                <c:pt idx="845">
                  <c:v>0.285333818527</c:v>
                </c:pt>
                <c:pt idx="846">
                  <c:v>0.28825709333</c:v>
                </c:pt>
                <c:pt idx="847">
                  <c:v>0.287707321151</c:v>
                </c:pt>
                <c:pt idx="848">
                  <c:v>0.286915286093</c:v>
                </c:pt>
                <c:pt idx="849">
                  <c:v>0.288151577553</c:v>
                </c:pt>
                <c:pt idx="850">
                  <c:v>0.28728242594</c:v>
                </c:pt>
                <c:pt idx="851">
                  <c:v>0.289386315708</c:v>
                </c:pt>
                <c:pt idx="852">
                  <c:v>0.288976170886</c:v>
                </c:pt>
                <c:pt idx="853">
                  <c:v>0.289108693701</c:v>
                </c:pt>
                <c:pt idx="854">
                  <c:v>0.28897749755</c:v>
                </c:pt>
                <c:pt idx="855">
                  <c:v>0.287006433623</c:v>
                </c:pt>
                <c:pt idx="856">
                  <c:v>0.285904540794</c:v>
                </c:pt>
                <c:pt idx="857">
                  <c:v>0.287031485294</c:v>
                </c:pt>
                <c:pt idx="858">
                  <c:v>0.286779198548</c:v>
                </c:pt>
                <c:pt idx="859">
                  <c:v>0.380904955573</c:v>
                </c:pt>
                <c:pt idx="860">
                  <c:v>0.381693983324</c:v>
                </c:pt>
                <c:pt idx="861">
                  <c:v>0.382708859516</c:v>
                </c:pt>
                <c:pt idx="862">
                  <c:v>0.383952143216</c:v>
                </c:pt>
                <c:pt idx="863">
                  <c:v>0.38395296786</c:v>
                </c:pt>
                <c:pt idx="864">
                  <c:v>0.382737501364</c:v>
                </c:pt>
                <c:pt idx="865">
                  <c:v>0.382528682441</c:v>
                </c:pt>
                <c:pt idx="866">
                  <c:v>0.381905681357</c:v>
                </c:pt>
                <c:pt idx="867">
                  <c:v>0.380028278538</c:v>
                </c:pt>
                <c:pt idx="868">
                  <c:v>0.381857998625</c:v>
                </c:pt>
                <c:pt idx="869">
                  <c:v>0.378664196008</c:v>
                </c:pt>
                <c:pt idx="870">
                  <c:v>0.380416607906</c:v>
                </c:pt>
                <c:pt idx="871">
                  <c:v>0.379789142764</c:v>
                </c:pt>
                <c:pt idx="872">
                  <c:v>0.380569368806</c:v>
                </c:pt>
                <c:pt idx="873">
                  <c:v>0.38277566055</c:v>
                </c:pt>
                <c:pt idx="874">
                  <c:v>0.38333354311</c:v>
                </c:pt>
                <c:pt idx="875">
                  <c:v>0.383787409961</c:v>
                </c:pt>
                <c:pt idx="876">
                  <c:v>0.380184534502</c:v>
                </c:pt>
                <c:pt idx="877">
                  <c:v>0.380146497258</c:v>
                </c:pt>
                <c:pt idx="878">
                  <c:v>0.379506579699</c:v>
                </c:pt>
                <c:pt idx="879">
                  <c:v>0.37788599204</c:v>
                </c:pt>
                <c:pt idx="880">
                  <c:v>0.375526070616</c:v>
                </c:pt>
                <c:pt idx="881">
                  <c:v>0.376416280328</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0.159067020934</c:v>
                </c:pt>
                <c:pt idx="950">
                  <c:v>0.159209497046</c:v>
                </c:pt>
                <c:pt idx="951">
                  <c:v>0.158482381408</c:v>
                </c:pt>
                <c:pt idx="952">
                  <c:v>0.158101036341</c:v>
                </c:pt>
                <c:pt idx="953">
                  <c:v>0.158676729812</c:v>
                </c:pt>
                <c:pt idx="954">
                  <c:v>0.159151619068</c:v>
                </c:pt>
                <c:pt idx="955">
                  <c:v>0.159650198223</c:v>
                </c:pt>
                <c:pt idx="956">
                  <c:v>0.160516465754</c:v>
                </c:pt>
                <c:pt idx="957">
                  <c:v>0.160110921872</c:v>
                </c:pt>
                <c:pt idx="958">
                  <c:v>0.158898830585</c:v>
                </c:pt>
                <c:pt idx="959">
                  <c:v>0.159965949079</c:v>
                </c:pt>
                <c:pt idx="960">
                  <c:v>0.159608829725</c:v>
                </c:pt>
                <c:pt idx="961">
                  <c:v>0.159280378928</c:v>
                </c:pt>
                <c:pt idx="962">
                  <c:v>0.160112583519</c:v>
                </c:pt>
                <c:pt idx="963">
                  <c:v>0.161298790746</c:v>
                </c:pt>
                <c:pt idx="964">
                  <c:v>0.16063096914</c:v>
                </c:pt>
                <c:pt idx="965">
                  <c:v>0.160497759263</c:v>
                </c:pt>
                <c:pt idx="966">
                  <c:v>0.162949422708</c:v>
                </c:pt>
                <c:pt idx="967">
                  <c:v>0.163338792932</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0.360879816853</c:v>
                </c:pt>
                <c:pt idx="1033">
                  <c:v>0.359207175396</c:v>
                </c:pt>
                <c:pt idx="1034">
                  <c:v>0.359791291817</c:v>
                </c:pt>
                <c:pt idx="1035">
                  <c:v>0.358571678744</c:v>
                </c:pt>
                <c:pt idx="1036">
                  <c:v>0.360290425101</c:v>
                </c:pt>
                <c:pt idx="1037">
                  <c:v>0.35759481353</c:v>
                </c:pt>
                <c:pt idx="1038">
                  <c:v>0.359234250206</c:v>
                </c:pt>
                <c:pt idx="1039">
                  <c:v>0.357639288741</c:v>
                </c:pt>
                <c:pt idx="1040">
                  <c:v>0.357223323293</c:v>
                </c:pt>
                <c:pt idx="1041">
                  <c:v>0.358890635667</c:v>
                </c:pt>
                <c:pt idx="1042">
                  <c:v>0.355805476575</c:v>
                </c:pt>
                <c:pt idx="1043">
                  <c:v>0.353554097136</c:v>
                </c:pt>
                <c:pt idx="1044">
                  <c:v>0.352570535247</c:v>
                </c:pt>
                <c:pt idx="1045">
                  <c:v>0.353284666445</c:v>
                </c:pt>
                <c:pt idx="1046">
                  <c:v>0.35120114102</c:v>
                </c:pt>
                <c:pt idx="1047">
                  <c:v>0.35287353628</c:v>
                </c:pt>
                <c:pt idx="1048">
                  <c:v>0.351492843053</c:v>
                </c:pt>
                <c:pt idx="1049">
                  <c:v>0.352276900013</c:v>
                </c:pt>
                <c:pt idx="1050">
                  <c:v>0.349143756741</c:v>
                </c:pt>
                <c:pt idx="1051">
                  <c:v>0.350401128543</c:v>
                </c:pt>
                <c:pt idx="1052">
                  <c:v>0.353030779515</c:v>
                </c:pt>
                <c:pt idx="1053">
                  <c:v>0.349607358626</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0.320226468505</c:v>
                </c:pt>
                <c:pt idx="1119">
                  <c:v>0.318803359576</c:v>
                </c:pt>
                <c:pt idx="1120">
                  <c:v>0.318574456293</c:v>
                </c:pt>
                <c:pt idx="1121">
                  <c:v>0.317760554888</c:v>
                </c:pt>
                <c:pt idx="1122">
                  <c:v>0.315622047941</c:v>
                </c:pt>
                <c:pt idx="1123">
                  <c:v>0.317638802878</c:v>
                </c:pt>
                <c:pt idx="1124">
                  <c:v>0.318877840417</c:v>
                </c:pt>
                <c:pt idx="1125">
                  <c:v>0.318212180995</c:v>
                </c:pt>
                <c:pt idx="1126">
                  <c:v>0.314980294789</c:v>
                </c:pt>
                <c:pt idx="1127">
                  <c:v>0.31733276987</c:v>
                </c:pt>
                <c:pt idx="1128">
                  <c:v>0.316078109335</c:v>
                </c:pt>
                <c:pt idx="1129">
                  <c:v>0.31609873263</c:v>
                </c:pt>
                <c:pt idx="1130">
                  <c:v>0.31480864778</c:v>
                </c:pt>
                <c:pt idx="1131">
                  <c:v>0.316410528353</c:v>
                </c:pt>
                <c:pt idx="1132">
                  <c:v>0.319643257764</c:v>
                </c:pt>
                <c:pt idx="1133">
                  <c:v>0.318607644085</c:v>
                </c:pt>
                <c:pt idx="1134">
                  <c:v>0.318958154755</c:v>
                </c:pt>
                <c:pt idx="1135">
                  <c:v>0.319955663943</c:v>
                </c:pt>
                <c:pt idx="1136">
                  <c:v>0.321032696945</c:v>
                </c:pt>
                <c:pt idx="1137">
                  <c:v>0.320778871766</c:v>
                </c:pt>
                <c:pt idx="1138">
                  <c:v>0.320795073648</c:v>
                </c:pt>
                <c:pt idx="1139">
                  <c:v>0.320700674227</c:v>
                </c:pt>
                <c:pt idx="1140">
                  <c:v>0.426031372974</c:v>
                </c:pt>
                <c:pt idx="1141">
                  <c:v>0.422527332798</c:v>
                </c:pt>
                <c:pt idx="1142">
                  <c:v>0.421376234698</c:v>
                </c:pt>
                <c:pt idx="1143">
                  <c:v>0.424450527013</c:v>
                </c:pt>
                <c:pt idx="1144">
                  <c:v>0.421775712361</c:v>
                </c:pt>
                <c:pt idx="1145">
                  <c:v>0.420531801309</c:v>
                </c:pt>
                <c:pt idx="1146">
                  <c:v>0.418649251774</c:v>
                </c:pt>
                <c:pt idx="1147">
                  <c:v>0.420927896854</c:v>
                </c:pt>
                <c:pt idx="1148">
                  <c:v>0.417840102139</c:v>
                </c:pt>
                <c:pt idx="1149">
                  <c:v>0.4164895941</c:v>
                </c:pt>
                <c:pt idx="1150">
                  <c:v>0.415765666497</c:v>
                </c:pt>
                <c:pt idx="1151">
                  <c:v>0.416726270938</c:v>
                </c:pt>
                <c:pt idx="1152">
                  <c:v>0.415206943477</c:v>
                </c:pt>
                <c:pt idx="1153">
                  <c:v>0.416635317925</c:v>
                </c:pt>
                <c:pt idx="1154">
                  <c:v>0.417201609695</c:v>
                </c:pt>
                <c:pt idx="1155">
                  <c:v>0.418173289696</c:v>
                </c:pt>
                <c:pt idx="1156">
                  <c:v>0.417989904818</c:v>
                </c:pt>
                <c:pt idx="1157">
                  <c:v>0.415948774483</c:v>
                </c:pt>
                <c:pt idx="1158">
                  <c:v>0.417641689611</c:v>
                </c:pt>
                <c:pt idx="1159">
                  <c:v>0.417693273767</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0.245046853487</c:v>
                </c:pt>
                <c:pt idx="1184">
                  <c:v>0.242987424122</c:v>
                </c:pt>
                <c:pt idx="1185">
                  <c:v>0.241221607151</c:v>
                </c:pt>
                <c:pt idx="1186">
                  <c:v>0.244292451358</c:v>
                </c:pt>
                <c:pt idx="1187">
                  <c:v>0.241055346564</c:v>
                </c:pt>
                <c:pt idx="1188">
                  <c:v>0.24042273096</c:v>
                </c:pt>
                <c:pt idx="1189">
                  <c:v>0.239230247457</c:v>
                </c:pt>
                <c:pt idx="1190">
                  <c:v>0.239527814547</c:v>
                </c:pt>
                <c:pt idx="1191">
                  <c:v>0.242139941546</c:v>
                </c:pt>
                <c:pt idx="1192">
                  <c:v>0.242750852921</c:v>
                </c:pt>
                <c:pt idx="1193">
                  <c:v>0.241487709758</c:v>
                </c:pt>
                <c:pt idx="1194">
                  <c:v>0.24156099191</c:v>
                </c:pt>
                <c:pt idx="1195">
                  <c:v>0.243872286443</c:v>
                </c:pt>
                <c:pt idx="1196">
                  <c:v>0.244000499694</c:v>
                </c:pt>
                <c:pt idx="1197">
                  <c:v>0.246742119006</c:v>
                </c:pt>
                <c:pt idx="1198">
                  <c:v>0.243640721243</c:v>
                </c:pt>
                <c:pt idx="1199">
                  <c:v>0.245927788636</c:v>
                </c:pt>
                <c:pt idx="1200">
                  <c:v>0.245262027294</c:v>
                </c:pt>
                <c:pt idx="1201">
                  <c:v>0.246350274083</c:v>
                </c:pt>
                <c:pt idx="1202">
                  <c:v>0.246705413085</c:v>
                </c:pt>
                <c:pt idx="1203">
                  <c:v>0.248184150786</c:v>
                </c:pt>
                <c:pt idx="1204">
                  <c:v>0.248705199185</c:v>
                </c:pt>
                <c:pt idx="1205">
                  <c:v>0.252638495477</c:v>
                </c:pt>
                <c:pt idx="1206">
                  <c:v>0.323880328656</c:v>
                </c:pt>
                <c:pt idx="1207">
                  <c:v>0.325203112755</c:v>
                </c:pt>
                <c:pt idx="1208">
                  <c:v>0.327072642069</c:v>
                </c:pt>
                <c:pt idx="1209">
                  <c:v>0.328116123264</c:v>
                </c:pt>
                <c:pt idx="1210">
                  <c:v>0.328208611155</c:v>
                </c:pt>
                <c:pt idx="1211">
                  <c:v>0.329069395722</c:v>
                </c:pt>
                <c:pt idx="1212">
                  <c:v>0.328434673327</c:v>
                </c:pt>
                <c:pt idx="1213">
                  <c:v>0.327976780596</c:v>
                </c:pt>
                <c:pt idx="1214">
                  <c:v>0.328230405296</c:v>
                </c:pt>
                <c:pt idx="1215">
                  <c:v>0.330811694148</c:v>
                </c:pt>
                <c:pt idx="1216">
                  <c:v>0.332106158279</c:v>
                </c:pt>
                <c:pt idx="1217">
                  <c:v>0.331900915082</c:v>
                </c:pt>
                <c:pt idx="1218">
                  <c:v>0.330977435124</c:v>
                </c:pt>
                <c:pt idx="1219">
                  <c:v>0.331952704004</c:v>
                </c:pt>
                <c:pt idx="1220">
                  <c:v>0.329975551452</c:v>
                </c:pt>
                <c:pt idx="1221">
                  <c:v>0.328462769058</c:v>
                </c:pt>
                <c:pt idx="1222">
                  <c:v>0.326353918975</c:v>
                </c:pt>
                <c:pt idx="1223">
                  <c:v>0.326769625193</c:v>
                </c:pt>
                <c:pt idx="1224">
                  <c:v>0.329204329152</c:v>
                </c:pt>
                <c:pt idx="1225">
                  <c:v>0.327349317586</c:v>
                </c:pt>
                <c:pt idx="1226">
                  <c:v>0.385843515177</c:v>
                </c:pt>
                <c:pt idx="1227">
                  <c:v>0.385442394211</c:v>
                </c:pt>
                <c:pt idx="1228">
                  <c:v>0.384698349268</c:v>
                </c:pt>
                <c:pt idx="1229">
                  <c:v>0.384169898845</c:v>
                </c:pt>
                <c:pt idx="1230">
                  <c:v>0.384556877051</c:v>
                </c:pt>
                <c:pt idx="1231">
                  <c:v>0.386446450173</c:v>
                </c:pt>
                <c:pt idx="1232">
                  <c:v>0.385767208576</c:v>
                </c:pt>
                <c:pt idx="1233">
                  <c:v>0.383532057586</c:v>
                </c:pt>
                <c:pt idx="1234">
                  <c:v>0.383984248344</c:v>
                </c:pt>
                <c:pt idx="1235">
                  <c:v>0.384196574441</c:v>
                </c:pt>
                <c:pt idx="1236">
                  <c:v>0.38293821419</c:v>
                </c:pt>
                <c:pt idx="1237">
                  <c:v>0.384452513723</c:v>
                </c:pt>
                <c:pt idx="1238">
                  <c:v>0.383200976264</c:v>
                </c:pt>
                <c:pt idx="1239">
                  <c:v>0.383772000562</c:v>
                </c:pt>
                <c:pt idx="1240">
                  <c:v>0.380708093017</c:v>
                </c:pt>
                <c:pt idx="1241">
                  <c:v>0.382772833809</c:v>
                </c:pt>
                <c:pt idx="1242">
                  <c:v>0.381315891105</c:v>
                </c:pt>
                <c:pt idx="1243">
                  <c:v>0.381267505248</c:v>
                </c:pt>
                <c:pt idx="1244">
                  <c:v>0.380151350866</c:v>
                </c:pt>
                <c:pt idx="1245">
                  <c:v>0.378536346139</c:v>
                </c:pt>
                <c:pt idx="1246">
                  <c:v>0.376505452895</c:v>
                </c:pt>
                <c:pt idx="1247">
                  <c:v>0.379367549588</c:v>
                </c:pt>
                <c:pt idx="1248">
                  <c:v>0.380426099384</c:v>
                </c:pt>
                <c:pt idx="1249">
                  <c:v>0.41058412267</c:v>
                </c:pt>
                <c:pt idx="1250">
                  <c:v>0.40995796671</c:v>
                </c:pt>
                <c:pt idx="1251">
                  <c:v>0.415982679526</c:v>
                </c:pt>
                <c:pt idx="1252">
                  <c:v>0.413646156163</c:v>
                </c:pt>
                <c:pt idx="1253">
                  <c:v>0.419299206574</c:v>
                </c:pt>
                <c:pt idx="1254">
                  <c:v>0.421169219582</c:v>
                </c:pt>
                <c:pt idx="1255">
                  <c:v>0.420658150428</c:v>
                </c:pt>
                <c:pt idx="1256">
                  <c:v>0.4227922434</c:v>
                </c:pt>
                <c:pt idx="1257">
                  <c:v>0.423181046657</c:v>
                </c:pt>
                <c:pt idx="1258">
                  <c:v>0.424274507407</c:v>
                </c:pt>
                <c:pt idx="1259">
                  <c:v>0.422379410741</c:v>
                </c:pt>
                <c:pt idx="1260">
                  <c:v>0.423681316115</c:v>
                </c:pt>
                <c:pt idx="1261">
                  <c:v>0.423614262099</c:v>
                </c:pt>
                <c:pt idx="1262">
                  <c:v>0.420613102181</c:v>
                </c:pt>
                <c:pt idx="1263">
                  <c:v>0.418977780631</c:v>
                </c:pt>
                <c:pt idx="1264">
                  <c:v>0.420864046813</c:v>
                </c:pt>
                <c:pt idx="1265">
                  <c:v>0.417482432594</c:v>
                </c:pt>
                <c:pt idx="1266">
                  <c:v>0.417676090211</c:v>
                </c:pt>
                <c:pt idx="1267">
                  <c:v>0.419466523819</c:v>
                </c:pt>
                <c:pt idx="1268">
                  <c:v>0.418462353771</c:v>
                </c:pt>
                <c:pt idx="1269">
                  <c:v>0.420066027801</c:v>
                </c:pt>
                <c:pt idx="1270">
                  <c:v>0.43787660536</c:v>
                </c:pt>
                <c:pt idx="1271">
                  <c:v>0.437061237578</c:v>
                </c:pt>
                <c:pt idx="1272">
                  <c:v>0.438908831394</c:v>
                </c:pt>
                <c:pt idx="1273">
                  <c:v>0.43849603621</c:v>
                </c:pt>
                <c:pt idx="1274">
                  <c:v>0.437650191865</c:v>
                </c:pt>
                <c:pt idx="1275">
                  <c:v>0.439305351083</c:v>
                </c:pt>
                <c:pt idx="1276">
                  <c:v>0.436516145668</c:v>
                </c:pt>
                <c:pt idx="1277">
                  <c:v>0.439253540731</c:v>
                </c:pt>
                <c:pt idx="1278">
                  <c:v>0.440693270774</c:v>
                </c:pt>
                <c:pt idx="1279">
                  <c:v>0.439955790383</c:v>
                </c:pt>
                <c:pt idx="1280">
                  <c:v>0.43945560761</c:v>
                </c:pt>
                <c:pt idx="1281">
                  <c:v>0.443790752155</c:v>
                </c:pt>
                <c:pt idx="1282">
                  <c:v>0.440871281394</c:v>
                </c:pt>
                <c:pt idx="1283">
                  <c:v>0.436369552114</c:v>
                </c:pt>
                <c:pt idx="1284">
                  <c:v>0.439197298909</c:v>
                </c:pt>
                <c:pt idx="1285">
                  <c:v>0.438248188864</c:v>
                </c:pt>
                <c:pt idx="1286">
                  <c:v>0.437361673679</c:v>
                </c:pt>
                <c:pt idx="1287">
                  <c:v>0.439907016868</c:v>
                </c:pt>
                <c:pt idx="1288">
                  <c:v>0.44192673351</c:v>
                </c:pt>
                <c:pt idx="1289">
                  <c:v>0.440903488595</c:v>
                </c:pt>
                <c:pt idx="1290">
                  <c:v>0.441063535183</c:v>
                </c:pt>
                <c:pt idx="1291">
                  <c:v>0.633233756983</c:v>
                </c:pt>
                <c:pt idx="1292">
                  <c:v>0.632890853005</c:v>
                </c:pt>
                <c:pt idx="1293">
                  <c:v>0.634658031706</c:v>
                </c:pt>
                <c:pt idx="1294">
                  <c:v>0.637808781281</c:v>
                </c:pt>
                <c:pt idx="1295">
                  <c:v>0.634359426046</c:v>
                </c:pt>
                <c:pt idx="1296">
                  <c:v>0.631628281853</c:v>
                </c:pt>
                <c:pt idx="1297">
                  <c:v>0.630917238644</c:v>
                </c:pt>
                <c:pt idx="1298">
                  <c:v>0.631317425057</c:v>
                </c:pt>
                <c:pt idx="1299">
                  <c:v>0.627899428701</c:v>
                </c:pt>
                <c:pt idx="1300">
                  <c:v>0.629051401796</c:v>
                </c:pt>
                <c:pt idx="1301">
                  <c:v>0.629099121621</c:v>
                </c:pt>
                <c:pt idx="1302">
                  <c:v>0.628897053362</c:v>
                </c:pt>
                <c:pt idx="1303">
                  <c:v>0.627273276269</c:v>
                </c:pt>
                <c:pt idx="1304">
                  <c:v>0.625884374931</c:v>
                </c:pt>
                <c:pt idx="1305">
                  <c:v>0.626454406079</c:v>
                </c:pt>
                <c:pt idx="1306">
                  <c:v>0.625691031768</c:v>
                </c:pt>
                <c:pt idx="1307">
                  <c:v>0.629284845507</c:v>
                </c:pt>
                <c:pt idx="1308">
                  <c:v>0.627334680236</c:v>
                </c:pt>
                <c:pt idx="1309">
                  <c:v>0.627912768418</c:v>
                </c:pt>
                <c:pt idx="1310">
                  <c:v>0.625609871043</c:v>
                </c:pt>
                <c:pt idx="1311">
                  <c:v>0.627865888601</c:v>
                </c:pt>
                <c:pt idx="1312">
                  <c:v>0.623230734718</c:v>
                </c:pt>
                <c:pt idx="1313">
                  <c:v>0.462420632408</c:v>
                </c:pt>
                <c:pt idx="1314">
                  <c:v>0.461916112451</c:v>
                </c:pt>
                <c:pt idx="1315">
                  <c:v>0.464042703067</c:v>
                </c:pt>
                <c:pt idx="1316">
                  <c:v>0.465737487064</c:v>
                </c:pt>
                <c:pt idx="1317">
                  <c:v>0.462393737772</c:v>
                </c:pt>
                <c:pt idx="1318">
                  <c:v>0.462479573875</c:v>
                </c:pt>
                <c:pt idx="1319">
                  <c:v>0.463262047986</c:v>
                </c:pt>
                <c:pt idx="1320">
                  <c:v>0.461403410222</c:v>
                </c:pt>
                <c:pt idx="1321">
                  <c:v>0.465961997619</c:v>
                </c:pt>
                <c:pt idx="1322">
                  <c:v>0.468148167973</c:v>
                </c:pt>
                <c:pt idx="1323">
                  <c:v>0.466440936919</c:v>
                </c:pt>
                <c:pt idx="1324">
                  <c:v>0.466104167509</c:v>
                </c:pt>
                <c:pt idx="1325">
                  <c:v>0.46660491445</c:v>
                </c:pt>
                <c:pt idx="1326">
                  <c:v>0.469388473848</c:v>
                </c:pt>
                <c:pt idx="1327">
                  <c:v>0.468704903878</c:v>
                </c:pt>
                <c:pt idx="1328">
                  <c:v>0.469503289117</c:v>
                </c:pt>
                <c:pt idx="1329">
                  <c:v>0.469813114717</c:v>
                </c:pt>
                <c:pt idx="1330">
                  <c:v>0.47351954997</c:v>
                </c:pt>
                <c:pt idx="1331">
                  <c:v>0.469846699376</c:v>
                </c:pt>
                <c:pt idx="1332">
                  <c:v>0.469800297504</c:v>
                </c:pt>
                <c:pt idx="1333">
                  <c:v>0.537227899746</c:v>
                </c:pt>
                <c:pt idx="1334">
                  <c:v>0.538543526632</c:v>
                </c:pt>
                <c:pt idx="1335">
                  <c:v>0.543139334356</c:v>
                </c:pt>
                <c:pt idx="1336">
                  <c:v>0.541155922007</c:v>
                </c:pt>
                <c:pt idx="1337">
                  <c:v>0.544188992296</c:v>
                </c:pt>
                <c:pt idx="1338">
                  <c:v>0.537978861103</c:v>
                </c:pt>
                <c:pt idx="1339">
                  <c:v>0.538058663525</c:v>
                </c:pt>
                <c:pt idx="1340">
                  <c:v>0.536885530115</c:v>
                </c:pt>
                <c:pt idx="1341">
                  <c:v>0.534561397141</c:v>
                </c:pt>
                <c:pt idx="1342">
                  <c:v>0.535082090272</c:v>
                </c:pt>
                <c:pt idx="1343">
                  <c:v>0.537493551273</c:v>
                </c:pt>
                <c:pt idx="1344">
                  <c:v>0.536422509595</c:v>
                </c:pt>
                <c:pt idx="1345">
                  <c:v>0.538748305442</c:v>
                </c:pt>
                <c:pt idx="1346">
                  <c:v>0.53840100867</c:v>
                </c:pt>
                <c:pt idx="1347">
                  <c:v>0.538393683214</c:v>
                </c:pt>
                <c:pt idx="1348">
                  <c:v>0.537938733876</c:v>
                </c:pt>
                <c:pt idx="1349">
                  <c:v>0.540260791268</c:v>
                </c:pt>
                <c:pt idx="1350">
                  <c:v>0.538448269367</c:v>
                </c:pt>
                <c:pt idx="1351">
                  <c:v>0.539736925571</c:v>
                </c:pt>
                <c:pt idx="1352">
                  <c:v>0.536229303214</c:v>
                </c:pt>
                <c:pt idx="1353">
                  <c:v>0.53523871967</c:v>
                </c:pt>
                <c:pt idx="1354">
                  <c:v>0.530141789685</c:v>
                </c:pt>
                <c:pt idx="1355">
                  <c:v>0.533213434842</c:v>
                </c:pt>
                <c:pt idx="1356">
                  <c:v>0.535135640214</c:v>
                </c:pt>
                <c:pt idx="1357">
                  <c:v>0.518873393364</c:v>
                </c:pt>
                <c:pt idx="1358">
                  <c:v>0.515804199274</c:v>
                </c:pt>
                <c:pt idx="1359">
                  <c:v>0.499731519446</c:v>
                </c:pt>
                <c:pt idx="1360">
                  <c:v>0.51142031781</c:v>
                </c:pt>
                <c:pt idx="1361">
                  <c:v>0.505545346691</c:v>
                </c:pt>
                <c:pt idx="1362">
                  <c:v>0.511038154824</c:v>
                </c:pt>
                <c:pt idx="1363">
                  <c:v>0.515350148047</c:v>
                </c:pt>
                <c:pt idx="1364">
                  <c:v>0.510603022166</c:v>
                </c:pt>
                <c:pt idx="1365">
                  <c:v>0.517371506723</c:v>
                </c:pt>
                <c:pt idx="1366">
                  <c:v>0.51559443846</c:v>
                </c:pt>
                <c:pt idx="1367">
                  <c:v>0.521326646823</c:v>
                </c:pt>
                <c:pt idx="1368">
                  <c:v>0.52598649698</c:v>
                </c:pt>
                <c:pt idx="1369">
                  <c:v>0.522517697197</c:v>
                </c:pt>
                <c:pt idx="1370">
                  <c:v>0.526093063281</c:v>
                </c:pt>
                <c:pt idx="1371">
                  <c:v>0.52309911589</c:v>
                </c:pt>
                <c:pt idx="1372">
                  <c:v>0.527041485776</c:v>
                </c:pt>
                <c:pt idx="1373">
                  <c:v>0.530731365634</c:v>
                </c:pt>
                <c:pt idx="1374">
                  <c:v>0.534496622408</c:v>
                </c:pt>
                <c:pt idx="1375">
                  <c:v>0.534249164954</c:v>
                </c:pt>
                <c:pt idx="1376">
                  <c:v>0.395157307502</c:v>
                </c:pt>
                <c:pt idx="1377">
                  <c:v>0.389703163371</c:v>
                </c:pt>
                <c:pt idx="1378">
                  <c:v>0.394261278843</c:v>
                </c:pt>
                <c:pt idx="1379">
                  <c:v>0.396674361483</c:v>
                </c:pt>
                <c:pt idx="1380">
                  <c:v>0.396750525901</c:v>
                </c:pt>
                <c:pt idx="1381">
                  <c:v>0.404136998872</c:v>
                </c:pt>
                <c:pt idx="1382">
                  <c:v>0.401115383593</c:v>
                </c:pt>
                <c:pt idx="1383">
                  <c:v>0.406845442416</c:v>
                </c:pt>
                <c:pt idx="1384">
                  <c:v>0.403984226542</c:v>
                </c:pt>
                <c:pt idx="1385">
                  <c:v>0.409567939358</c:v>
                </c:pt>
                <c:pt idx="1386">
                  <c:v>0.405205697354</c:v>
                </c:pt>
                <c:pt idx="1387">
                  <c:v>0.401355769226</c:v>
                </c:pt>
                <c:pt idx="1388">
                  <c:v>0.39948646119</c:v>
                </c:pt>
                <c:pt idx="1389">
                  <c:v>0.402271953155</c:v>
                </c:pt>
                <c:pt idx="1390">
                  <c:v>0.397328346093</c:v>
                </c:pt>
                <c:pt idx="1391">
                  <c:v>0.398267304276</c:v>
                </c:pt>
                <c:pt idx="1392">
                  <c:v>0.403994126054</c:v>
                </c:pt>
                <c:pt idx="1393">
                  <c:v>0.404559844926</c:v>
                </c:pt>
                <c:pt idx="1394">
                  <c:v>0.402244603412</c:v>
                </c:pt>
                <c:pt idx="1395">
                  <c:v>0.404796754779</c:v>
                </c:pt>
                <c:pt idx="1396">
                  <c:v>0.396464394457</c:v>
                </c:pt>
                <c:pt idx="1397">
                  <c:v>0.469003791248</c:v>
                </c:pt>
                <c:pt idx="1398">
                  <c:v>0.467283522283</c:v>
                </c:pt>
                <c:pt idx="1399">
                  <c:v>0.469020521019</c:v>
                </c:pt>
                <c:pt idx="1400">
                  <c:v>0.471214980938</c:v>
                </c:pt>
                <c:pt idx="1401">
                  <c:v>0.470624672386</c:v>
                </c:pt>
                <c:pt idx="1402">
                  <c:v>0.469954929831</c:v>
                </c:pt>
                <c:pt idx="1403">
                  <c:v>0.467386797624</c:v>
                </c:pt>
                <c:pt idx="1404">
                  <c:v>0.465935617243</c:v>
                </c:pt>
                <c:pt idx="1405">
                  <c:v>0.465544192774</c:v>
                </c:pt>
                <c:pt idx="1406">
                  <c:v>0.466505011218</c:v>
                </c:pt>
                <c:pt idx="1407">
                  <c:v>0.468838505913</c:v>
                </c:pt>
                <c:pt idx="1408">
                  <c:v>0.468124636556</c:v>
                </c:pt>
                <c:pt idx="1409">
                  <c:v>0.466572585502</c:v>
                </c:pt>
                <c:pt idx="1410">
                  <c:v>0.468265459801</c:v>
                </c:pt>
                <c:pt idx="1411">
                  <c:v>0.464309182495</c:v>
                </c:pt>
                <c:pt idx="1412">
                  <c:v>0.467406612322</c:v>
                </c:pt>
                <c:pt idx="1413">
                  <c:v>0.469159503402</c:v>
                </c:pt>
                <c:pt idx="1414">
                  <c:v>0.469920169868</c:v>
                </c:pt>
                <c:pt idx="1415">
                  <c:v>0.474204118089</c:v>
                </c:pt>
                <c:pt idx="1416">
                  <c:v>0.471914555474</c:v>
                </c:pt>
                <c:pt idx="1417">
                  <c:v>0.473335864281</c:v>
                </c:pt>
                <c:pt idx="1418">
                  <c:v>0.387570798676</c:v>
                </c:pt>
                <c:pt idx="1419">
                  <c:v>0.388074302109</c:v>
                </c:pt>
                <c:pt idx="1420">
                  <c:v>0.388047098011</c:v>
                </c:pt>
                <c:pt idx="1421">
                  <c:v>0.390494169638</c:v>
                </c:pt>
                <c:pt idx="1422">
                  <c:v>0.391864056061</c:v>
                </c:pt>
                <c:pt idx="1423">
                  <c:v>0.390979304384</c:v>
                </c:pt>
                <c:pt idx="1424">
                  <c:v>0.391664780745</c:v>
                </c:pt>
                <c:pt idx="1425">
                  <c:v>0.392335769122</c:v>
                </c:pt>
                <c:pt idx="1426">
                  <c:v>0.393397941143</c:v>
                </c:pt>
                <c:pt idx="1427">
                  <c:v>0.394108687523</c:v>
                </c:pt>
                <c:pt idx="1428">
                  <c:v>0.393039876396</c:v>
                </c:pt>
                <c:pt idx="1429">
                  <c:v>0.394868015122</c:v>
                </c:pt>
                <c:pt idx="1430">
                  <c:v>0.39602354693</c:v>
                </c:pt>
                <c:pt idx="1431">
                  <c:v>0.394827224887</c:v>
                </c:pt>
                <c:pt idx="1432">
                  <c:v>0.394006483648</c:v>
                </c:pt>
                <c:pt idx="1433">
                  <c:v>0.395836094644</c:v>
                </c:pt>
                <c:pt idx="1434">
                  <c:v>0.400847475098</c:v>
                </c:pt>
                <c:pt idx="1435">
                  <c:v>0.398929643343</c:v>
                </c:pt>
                <c:pt idx="1436">
                  <c:v>0.400320971104</c:v>
                </c:pt>
                <c:pt idx="1437">
                  <c:v>0.39698979862</c:v>
                </c:pt>
                <c:pt idx="1438">
                  <c:v>0.397544582386</c:v>
                </c:pt>
                <c:pt idx="1439">
                  <c:v>0.394632056715</c:v>
                </c:pt>
                <c:pt idx="1440">
                  <c:v>0.392552606764</c:v>
                </c:pt>
                <c:pt idx="1441">
                  <c:v>0.367156044434</c:v>
                </c:pt>
                <c:pt idx="1442">
                  <c:v>0.367967277345</c:v>
                </c:pt>
                <c:pt idx="1443">
                  <c:v>0.368364435486</c:v>
                </c:pt>
                <c:pt idx="1444">
                  <c:v>0.369810748443</c:v>
                </c:pt>
                <c:pt idx="1445">
                  <c:v>0.369711383234</c:v>
                </c:pt>
                <c:pt idx="1446">
                  <c:v>0.370142767352</c:v>
                </c:pt>
                <c:pt idx="1447">
                  <c:v>0.368755396455</c:v>
                </c:pt>
                <c:pt idx="1448">
                  <c:v>0.370798499333</c:v>
                </c:pt>
                <c:pt idx="1449">
                  <c:v>0.372630182305</c:v>
                </c:pt>
                <c:pt idx="1450">
                  <c:v>0.369812940564</c:v>
                </c:pt>
                <c:pt idx="1451">
                  <c:v>0.368697978948</c:v>
                </c:pt>
                <c:pt idx="1452">
                  <c:v>0.371048011262</c:v>
                </c:pt>
                <c:pt idx="1453">
                  <c:v>0.3699320515</c:v>
                </c:pt>
                <c:pt idx="1454">
                  <c:v>0.371488018657</c:v>
                </c:pt>
                <c:pt idx="1455">
                  <c:v>0.369009319884</c:v>
                </c:pt>
                <c:pt idx="1456">
                  <c:v>0.371952569926</c:v>
                </c:pt>
                <c:pt idx="1457">
                  <c:v>0.369371201556</c:v>
                </c:pt>
                <c:pt idx="1458">
                  <c:v>0.369508016688</c:v>
                </c:pt>
                <c:pt idx="1459">
                  <c:v>0.36835538257</c:v>
                </c:pt>
                <c:pt idx="1460">
                  <c:v>0.369996882355</c:v>
                </c:pt>
                <c:pt idx="1461">
                  <c:v>0.370519659427</c:v>
                </c:pt>
                <c:pt idx="1462">
                  <c:v>0.369033058842</c:v>
                </c:pt>
                <c:pt idx="1463">
                  <c:v>0.424785772332</c:v>
                </c:pt>
                <c:pt idx="1464">
                  <c:v>0.425817455611</c:v>
                </c:pt>
                <c:pt idx="1465">
                  <c:v>0.424464479368</c:v>
                </c:pt>
                <c:pt idx="1466">
                  <c:v>0.422961941671</c:v>
                </c:pt>
                <c:pt idx="1467">
                  <c:v>0.422336245065</c:v>
                </c:pt>
                <c:pt idx="1468">
                  <c:v>0.423841466721</c:v>
                </c:pt>
                <c:pt idx="1469">
                  <c:v>0.4225342466</c:v>
                </c:pt>
                <c:pt idx="1470">
                  <c:v>0.422742320501</c:v>
                </c:pt>
                <c:pt idx="1471">
                  <c:v>0.420234859196</c:v>
                </c:pt>
                <c:pt idx="1472">
                  <c:v>0.419391818182</c:v>
                </c:pt>
                <c:pt idx="1473">
                  <c:v>0.420351863247</c:v>
                </c:pt>
                <c:pt idx="1474">
                  <c:v>0.420348922486</c:v>
                </c:pt>
                <c:pt idx="1475">
                  <c:v>0.417381998538</c:v>
                </c:pt>
                <c:pt idx="1476">
                  <c:v>0.413883080706</c:v>
                </c:pt>
                <c:pt idx="1477">
                  <c:v>0.414419892476</c:v>
                </c:pt>
                <c:pt idx="1478">
                  <c:v>0.415040065868</c:v>
                </c:pt>
                <c:pt idx="1479">
                  <c:v>0.413251549643</c:v>
                </c:pt>
                <c:pt idx="1480">
                  <c:v>0.411348376715</c:v>
                </c:pt>
                <c:pt idx="1481">
                  <c:v>0.409889554751</c:v>
                </c:pt>
                <c:pt idx="1482">
                  <c:v>0.409324833425</c:v>
                </c:pt>
                <c:pt idx="1483">
                  <c:v>0.409727723057</c:v>
                </c:pt>
                <c:pt idx="1484">
                  <c:v>0.280543134829</c:v>
                </c:pt>
                <c:pt idx="1485">
                  <c:v>0.280027225107</c:v>
                </c:pt>
                <c:pt idx="1486">
                  <c:v>0.278505998752</c:v>
                </c:pt>
                <c:pt idx="1487">
                  <c:v>0.281066341944</c:v>
                </c:pt>
                <c:pt idx="1488">
                  <c:v>0.278289165059</c:v>
                </c:pt>
                <c:pt idx="1489">
                  <c:v>0.279515694638</c:v>
                </c:pt>
                <c:pt idx="1490">
                  <c:v>0.2827362843</c:v>
                </c:pt>
                <c:pt idx="1491">
                  <c:v>0.276817912875</c:v>
                </c:pt>
                <c:pt idx="1492">
                  <c:v>0.274946145518</c:v>
                </c:pt>
                <c:pt idx="1493">
                  <c:v>0.273869767962</c:v>
                </c:pt>
                <c:pt idx="1494">
                  <c:v>0.271547044672</c:v>
                </c:pt>
                <c:pt idx="1495">
                  <c:v>0.271638863295</c:v>
                </c:pt>
                <c:pt idx="1496">
                  <c:v>0.267642399163</c:v>
                </c:pt>
                <c:pt idx="1497">
                  <c:v>0.274721522134</c:v>
                </c:pt>
                <c:pt idx="1498">
                  <c:v>0.274967753619</c:v>
                </c:pt>
                <c:pt idx="1499">
                  <c:v>0.27439183092</c:v>
                </c:pt>
                <c:pt idx="1500">
                  <c:v>0.273396165156</c:v>
                </c:pt>
                <c:pt idx="1501">
                  <c:v>0.274739301405</c:v>
                </c:pt>
                <c:pt idx="1502">
                  <c:v>0.276057695737</c:v>
                </c:pt>
                <c:pt idx="1503">
                  <c:v>0.275352713355</c:v>
                </c:pt>
                <c:pt idx="1504">
                  <c:v>0.274783235308</c:v>
                </c:pt>
                <c:pt idx="1505">
                  <c:v>0.274901509836</c:v>
                </c:pt>
                <c:pt idx="1506">
                  <c:v>0.274964394541</c:v>
                </c:pt>
                <c:pt idx="1507">
                  <c:v>0.305499744063</c:v>
                </c:pt>
                <c:pt idx="1508">
                  <c:v>0.304782066464</c:v>
                </c:pt>
                <c:pt idx="1509">
                  <c:v>0.308889172239</c:v>
                </c:pt>
                <c:pt idx="1510">
                  <c:v>0.308835698724</c:v>
                </c:pt>
                <c:pt idx="1511">
                  <c:v>0.307249963693</c:v>
                </c:pt>
                <c:pt idx="1512">
                  <c:v>0.308906831997</c:v>
                </c:pt>
                <c:pt idx="1513">
                  <c:v>0.309057711591</c:v>
                </c:pt>
                <c:pt idx="1514">
                  <c:v>0.313283074227</c:v>
                </c:pt>
                <c:pt idx="1515">
                  <c:v>0.311437869542</c:v>
                </c:pt>
                <c:pt idx="1516">
                  <c:v>0.31375751958</c:v>
                </c:pt>
                <c:pt idx="1517">
                  <c:v>0.311745402262</c:v>
                </c:pt>
                <c:pt idx="1518">
                  <c:v>0.312213275726</c:v>
                </c:pt>
                <c:pt idx="1519">
                  <c:v>0.313825975354</c:v>
                </c:pt>
                <c:pt idx="1520">
                  <c:v>0.310767273796</c:v>
                </c:pt>
                <c:pt idx="1521">
                  <c:v>0.310227144216</c:v>
                </c:pt>
                <c:pt idx="1522">
                  <c:v>0.309480385935</c:v>
                </c:pt>
                <c:pt idx="1523">
                  <c:v>0.308943109436</c:v>
                </c:pt>
                <c:pt idx="1524">
                  <c:v>0.310788475755</c:v>
                </c:pt>
                <c:pt idx="1525">
                  <c:v>0.310848898515</c:v>
                </c:pt>
                <c:pt idx="1526">
                  <c:v>0.311709160205</c:v>
                </c:pt>
                <c:pt idx="1527">
                  <c:v>0.288658984923</c:v>
                </c:pt>
                <c:pt idx="1528">
                  <c:v>0.289040959763</c:v>
                </c:pt>
                <c:pt idx="1529">
                  <c:v>0.289232329008</c:v>
                </c:pt>
                <c:pt idx="1530">
                  <c:v>0.287900202024</c:v>
                </c:pt>
                <c:pt idx="1531">
                  <c:v>0.287723605489</c:v>
                </c:pt>
                <c:pt idx="1532">
                  <c:v>0.287657599162</c:v>
                </c:pt>
                <c:pt idx="1533">
                  <c:v>0.286423529061</c:v>
                </c:pt>
                <c:pt idx="1534">
                  <c:v>0.287795320527</c:v>
                </c:pt>
                <c:pt idx="1535">
                  <c:v>0.292068490346</c:v>
                </c:pt>
                <c:pt idx="1536">
                  <c:v>0.291989653515</c:v>
                </c:pt>
                <c:pt idx="1537">
                  <c:v>0.292825024578</c:v>
                </c:pt>
                <c:pt idx="1538">
                  <c:v>0.292896878759</c:v>
                </c:pt>
                <c:pt idx="1539">
                  <c:v>0.291235365284</c:v>
                </c:pt>
                <c:pt idx="1540">
                  <c:v>0.290755752578</c:v>
                </c:pt>
                <c:pt idx="1541">
                  <c:v>0.289809653068</c:v>
                </c:pt>
                <c:pt idx="1542">
                  <c:v>0.291081427883</c:v>
                </c:pt>
                <c:pt idx="1543">
                  <c:v>0.293020379583</c:v>
                </c:pt>
                <c:pt idx="1544">
                  <c:v>0.290260161482</c:v>
                </c:pt>
                <c:pt idx="1545">
                  <c:v>0.292630071921</c:v>
                </c:pt>
                <c:pt idx="1546">
                  <c:v>0.293447176895</c:v>
                </c:pt>
                <c:pt idx="1547">
                  <c:v>0.294028729205</c:v>
                </c:pt>
                <c:pt idx="1548">
                  <c:v>0.293320311266</c:v>
                </c:pt>
                <c:pt idx="1549">
                  <c:v>0.418370350855</c:v>
                </c:pt>
                <c:pt idx="1550">
                  <c:v>0.419762203636</c:v>
                </c:pt>
                <c:pt idx="1551">
                  <c:v>0.422875967613</c:v>
                </c:pt>
                <c:pt idx="1552">
                  <c:v>0.421363910263</c:v>
                </c:pt>
                <c:pt idx="1553">
                  <c:v>0.419650969728</c:v>
                </c:pt>
                <c:pt idx="1554">
                  <c:v>0.417895431438</c:v>
                </c:pt>
                <c:pt idx="1555">
                  <c:v>0.420495884142</c:v>
                </c:pt>
                <c:pt idx="1556">
                  <c:v>0.419923946952</c:v>
                </c:pt>
                <c:pt idx="1557">
                  <c:v>0.420122672349</c:v>
                </c:pt>
                <c:pt idx="1558">
                  <c:v>0.422172043141</c:v>
                </c:pt>
                <c:pt idx="1559">
                  <c:v>0.421296633718</c:v>
                </c:pt>
                <c:pt idx="1560">
                  <c:v>0.420524762823</c:v>
                </c:pt>
                <c:pt idx="1561">
                  <c:v>0.416916309729</c:v>
                </c:pt>
                <c:pt idx="1562">
                  <c:v>0.415699218343</c:v>
                </c:pt>
                <c:pt idx="1563">
                  <c:v>0.417408305041</c:v>
                </c:pt>
                <c:pt idx="1564">
                  <c:v>0.416006109987</c:v>
                </c:pt>
                <c:pt idx="1565">
                  <c:v>0.415160932534</c:v>
                </c:pt>
                <c:pt idx="1566">
                  <c:v>0.413341316658</c:v>
                </c:pt>
                <c:pt idx="1567">
                  <c:v>0.414182857283</c:v>
                </c:pt>
                <c:pt idx="1568">
                  <c:v>0.423037239048</c:v>
                </c:pt>
                <c:pt idx="1569">
                  <c:v>0.42316517858</c:v>
                </c:pt>
                <c:pt idx="1570">
                  <c:v>0.364324116424</c:v>
                </c:pt>
                <c:pt idx="1571">
                  <c:v>0.365852546399</c:v>
                </c:pt>
                <c:pt idx="1572">
                  <c:v>0.367789902784</c:v>
                </c:pt>
                <c:pt idx="1573">
                  <c:v>0.36226201816</c:v>
                </c:pt>
                <c:pt idx="1574">
                  <c:v>0.362137821323</c:v>
                </c:pt>
                <c:pt idx="1575">
                  <c:v>0.363108804159</c:v>
                </c:pt>
                <c:pt idx="1576">
                  <c:v>0.36322584299</c:v>
                </c:pt>
                <c:pt idx="1577">
                  <c:v>0.368065730518</c:v>
                </c:pt>
                <c:pt idx="1578">
                  <c:v>0.36346991791</c:v>
                </c:pt>
                <c:pt idx="1579">
                  <c:v>0.363435095049</c:v>
                </c:pt>
                <c:pt idx="1580">
                  <c:v>0.364587371868</c:v>
                </c:pt>
                <c:pt idx="1581">
                  <c:v>0.362749145219</c:v>
                </c:pt>
                <c:pt idx="1582">
                  <c:v>0.364460343568</c:v>
                </c:pt>
                <c:pt idx="1583">
                  <c:v>0.362514886731</c:v>
                </c:pt>
                <c:pt idx="1584">
                  <c:v>0.364551687952</c:v>
                </c:pt>
                <c:pt idx="1585">
                  <c:v>0.362105451635</c:v>
                </c:pt>
                <c:pt idx="1586">
                  <c:v>0.361303001844</c:v>
                </c:pt>
                <c:pt idx="1587">
                  <c:v>0.360006176586</c:v>
                </c:pt>
                <c:pt idx="1588">
                  <c:v>0.360623385748</c:v>
                </c:pt>
                <c:pt idx="1589">
                  <c:v>0.354705978016</c:v>
                </c:pt>
                <c:pt idx="1590">
                  <c:v>0.285681042148</c:v>
                </c:pt>
                <c:pt idx="1591">
                  <c:v>0.280563611637</c:v>
                </c:pt>
                <c:pt idx="1592">
                  <c:v>0.2838641632</c:v>
                </c:pt>
                <c:pt idx="1593">
                  <c:v>0.283081757486</c:v>
                </c:pt>
                <c:pt idx="1594">
                  <c:v>0.276589493114</c:v>
                </c:pt>
                <c:pt idx="1595">
                  <c:v>0.283371107995</c:v>
                </c:pt>
                <c:pt idx="1596">
                  <c:v>0.283680031877</c:v>
                </c:pt>
                <c:pt idx="1597">
                  <c:v>0.284914400778</c:v>
                </c:pt>
                <c:pt idx="1598">
                  <c:v>0.285077854757</c:v>
                </c:pt>
                <c:pt idx="1599">
                  <c:v>0.283729457528</c:v>
                </c:pt>
                <c:pt idx="1600">
                  <c:v>0.286124762016</c:v>
                </c:pt>
                <c:pt idx="1601">
                  <c:v>0.291664892648</c:v>
                </c:pt>
                <c:pt idx="1602">
                  <c:v>0.289768777556</c:v>
                </c:pt>
                <c:pt idx="1603">
                  <c:v>0.294127892585</c:v>
                </c:pt>
                <c:pt idx="1604">
                  <c:v>0.2879051001</c:v>
                </c:pt>
                <c:pt idx="1605">
                  <c:v>0.291680464746</c:v>
                </c:pt>
                <c:pt idx="1606">
                  <c:v>0.289858619574</c:v>
                </c:pt>
                <c:pt idx="1607">
                  <c:v>0.292459992759</c:v>
                </c:pt>
                <c:pt idx="1608">
                  <c:v>0.291545708034</c:v>
                </c:pt>
                <c:pt idx="1609">
                  <c:v>0.289885162877</c:v>
                </c:pt>
                <c:pt idx="1610">
                  <c:v>0.286299177964</c:v>
                </c:pt>
                <c:pt idx="1611">
                  <c:v>0.291513939982</c:v>
                </c:pt>
                <c:pt idx="1612">
                  <c:v>0.362561534459</c:v>
                </c:pt>
                <c:pt idx="1613">
                  <c:v>0.363077286085</c:v>
                </c:pt>
                <c:pt idx="1614">
                  <c:v>0.361890627436</c:v>
                </c:pt>
                <c:pt idx="1615">
                  <c:v>0.366702566679</c:v>
                </c:pt>
                <c:pt idx="1616">
                  <c:v>0.364295558463</c:v>
                </c:pt>
                <c:pt idx="1617">
                  <c:v>0.366564760959</c:v>
                </c:pt>
                <c:pt idx="1618">
                  <c:v>0.361945525009</c:v>
                </c:pt>
                <c:pt idx="1619">
                  <c:v>0.363168880613</c:v>
                </c:pt>
                <c:pt idx="1620">
                  <c:v>0.36348514357</c:v>
                </c:pt>
                <c:pt idx="1621">
                  <c:v>0.362216981891</c:v>
                </c:pt>
                <c:pt idx="1622">
                  <c:v>0.362554017048</c:v>
                </c:pt>
                <c:pt idx="1623">
                  <c:v>0.361118312418</c:v>
                </c:pt>
                <c:pt idx="1624">
                  <c:v>0.363099185224</c:v>
                </c:pt>
                <c:pt idx="1625">
                  <c:v>0.358683795665</c:v>
                </c:pt>
                <c:pt idx="1626">
                  <c:v>0.35747775284</c:v>
                </c:pt>
                <c:pt idx="1627">
                  <c:v>0.35445404654</c:v>
                </c:pt>
                <c:pt idx="1628">
                  <c:v>0.353180785658</c:v>
                </c:pt>
                <c:pt idx="1629">
                  <c:v>0.353989395096</c:v>
                </c:pt>
                <c:pt idx="1630">
                  <c:v>0.350732710488</c:v>
                </c:pt>
                <c:pt idx="1631">
                  <c:v>0.350503187089</c:v>
                </c:pt>
                <c:pt idx="1632">
                  <c:v>0.352744390059</c:v>
                </c:pt>
                <c:pt idx="1633">
                  <c:v>0.352265014519</c:v>
                </c:pt>
                <c:pt idx="1634">
                  <c:v>0.304000788351</c:v>
                </c:pt>
                <c:pt idx="1635">
                  <c:v>0.305537229337</c:v>
                </c:pt>
                <c:pt idx="1636">
                  <c:v>0.307915846507</c:v>
                </c:pt>
                <c:pt idx="1637">
                  <c:v>0.305171809266</c:v>
                </c:pt>
                <c:pt idx="1638">
                  <c:v>0.304071860821</c:v>
                </c:pt>
                <c:pt idx="1639">
                  <c:v>0.303856334815</c:v>
                </c:pt>
                <c:pt idx="1640">
                  <c:v>0.306585395961</c:v>
                </c:pt>
                <c:pt idx="1641">
                  <c:v>0.306143064117</c:v>
                </c:pt>
                <c:pt idx="1642">
                  <c:v>0.308115276485</c:v>
                </c:pt>
                <c:pt idx="1643">
                  <c:v>0.307531246009</c:v>
                </c:pt>
                <c:pt idx="1644">
                  <c:v>0.311416670782</c:v>
                </c:pt>
                <c:pt idx="1645">
                  <c:v>0.310291282737</c:v>
                </c:pt>
                <c:pt idx="1646">
                  <c:v>0.311263598669</c:v>
                </c:pt>
                <c:pt idx="1647">
                  <c:v>0.313094112134</c:v>
                </c:pt>
                <c:pt idx="1648">
                  <c:v>0.314236349773</c:v>
                </c:pt>
                <c:pt idx="1649">
                  <c:v>0.310879356153</c:v>
                </c:pt>
                <c:pt idx="1650">
                  <c:v>0.313153811725</c:v>
                </c:pt>
                <c:pt idx="1651">
                  <c:v>0.310496115925</c:v>
                </c:pt>
                <c:pt idx="1652">
                  <c:v>0.312119071186</c:v>
                </c:pt>
                <c:pt idx="1653">
                  <c:v>0.309767585124</c:v>
                </c:pt>
                <c:pt idx="1654">
                  <c:v>0.310953934751</c:v>
                </c:pt>
                <c:pt idx="1655">
                  <c:v>0.356043213687</c:v>
                </c:pt>
                <c:pt idx="1656">
                  <c:v>0.354222960595</c:v>
                </c:pt>
                <c:pt idx="1657">
                  <c:v>0.360162340931</c:v>
                </c:pt>
                <c:pt idx="1658">
                  <c:v>0.354195027674</c:v>
                </c:pt>
                <c:pt idx="1659">
                  <c:v>0.358465303652</c:v>
                </c:pt>
                <c:pt idx="1660">
                  <c:v>0.358397644899</c:v>
                </c:pt>
                <c:pt idx="1661">
                  <c:v>0.356917081259</c:v>
                </c:pt>
                <c:pt idx="1662">
                  <c:v>0.359277944447</c:v>
                </c:pt>
                <c:pt idx="1663">
                  <c:v>0.359899025209</c:v>
                </c:pt>
                <c:pt idx="1664">
                  <c:v>0.363514234236</c:v>
                </c:pt>
                <c:pt idx="1665">
                  <c:v>0.368348986302</c:v>
                </c:pt>
                <c:pt idx="1666">
                  <c:v>0.366815808822</c:v>
                </c:pt>
                <c:pt idx="1667">
                  <c:v>0.365054888972</c:v>
                </c:pt>
                <c:pt idx="1668">
                  <c:v>0.36537974129</c:v>
                </c:pt>
                <c:pt idx="1669">
                  <c:v>0.371887828021</c:v>
                </c:pt>
                <c:pt idx="1670">
                  <c:v>0.374491691931</c:v>
                </c:pt>
                <c:pt idx="1671">
                  <c:v>0.371946120892</c:v>
                </c:pt>
                <c:pt idx="1672">
                  <c:v>0.371930585654</c:v>
                </c:pt>
                <c:pt idx="1673">
                  <c:v>0.372661989155</c:v>
                </c:pt>
                <c:pt idx="1674">
                  <c:v>0.370961565212</c:v>
                </c:pt>
                <c:pt idx="1675">
                  <c:v>0.371659092987</c:v>
                </c:pt>
                <c:pt idx="1676">
                  <c:v>0.415716207181</c:v>
                </c:pt>
                <c:pt idx="1677">
                  <c:v>0.417031129045</c:v>
                </c:pt>
                <c:pt idx="1678">
                  <c:v>0.414311781118</c:v>
                </c:pt>
                <c:pt idx="1679">
                  <c:v>0.417707430294</c:v>
                </c:pt>
                <c:pt idx="1680">
                  <c:v>0.415859151717</c:v>
                </c:pt>
                <c:pt idx="1681">
                  <c:v>0.419318377598</c:v>
                </c:pt>
                <c:pt idx="1682">
                  <c:v>0.421394067317</c:v>
                </c:pt>
                <c:pt idx="1683">
                  <c:v>0.420359238718</c:v>
                </c:pt>
                <c:pt idx="1684">
                  <c:v>0.417711140466</c:v>
                </c:pt>
                <c:pt idx="1685">
                  <c:v>0.421389350957</c:v>
                </c:pt>
                <c:pt idx="1686">
                  <c:v>0.423756475495</c:v>
                </c:pt>
                <c:pt idx="1687">
                  <c:v>0.421323653522</c:v>
                </c:pt>
                <c:pt idx="1688">
                  <c:v>0.419373109668</c:v>
                </c:pt>
                <c:pt idx="1689">
                  <c:v>0.417093181776</c:v>
                </c:pt>
                <c:pt idx="1690">
                  <c:v>0.418009588549</c:v>
                </c:pt>
                <c:pt idx="1691">
                  <c:v>0.417064263207</c:v>
                </c:pt>
                <c:pt idx="1692">
                  <c:v>0.418410127307</c:v>
                </c:pt>
                <c:pt idx="1693">
                  <c:v>0.425159151232</c:v>
                </c:pt>
                <c:pt idx="1694">
                  <c:v>0.428970545459</c:v>
                </c:pt>
                <c:pt idx="1695">
                  <c:v>0.430298422176</c:v>
                </c:pt>
                <c:pt idx="1696">
                  <c:v>0.427002563971</c:v>
                </c:pt>
                <c:pt idx="1697">
                  <c:v>0.426204172481</c:v>
                </c:pt>
                <c:pt idx="1698">
                  <c:v>0.425942905502</c:v>
                </c:pt>
                <c:pt idx="1699">
                  <c:v>0.385895532269</c:v>
                </c:pt>
                <c:pt idx="1700">
                  <c:v>0.38424395697</c:v>
                </c:pt>
                <c:pt idx="1701">
                  <c:v>0.386431209719</c:v>
                </c:pt>
                <c:pt idx="1702">
                  <c:v>0.386473834258</c:v>
                </c:pt>
                <c:pt idx="1703">
                  <c:v>0.384545188083</c:v>
                </c:pt>
                <c:pt idx="1704">
                  <c:v>0.386569172926</c:v>
                </c:pt>
                <c:pt idx="1705">
                  <c:v>0.385515670133</c:v>
                </c:pt>
                <c:pt idx="1706">
                  <c:v>0.385684728514</c:v>
                </c:pt>
                <c:pt idx="1707">
                  <c:v>0.385997485149</c:v>
                </c:pt>
                <c:pt idx="1708">
                  <c:v>0.387377784618</c:v>
                </c:pt>
                <c:pt idx="1709">
                  <c:v>0.386792878646</c:v>
                </c:pt>
                <c:pt idx="1710">
                  <c:v>0.384992259979</c:v>
                </c:pt>
                <c:pt idx="1711">
                  <c:v>0.386071970177</c:v>
                </c:pt>
                <c:pt idx="1712">
                  <c:v>0.384907906934</c:v>
                </c:pt>
                <c:pt idx="1713">
                  <c:v>0.386470298697</c:v>
                </c:pt>
                <c:pt idx="1714">
                  <c:v>0.389313226334</c:v>
                </c:pt>
                <c:pt idx="1715">
                  <c:v>0.389273350352</c:v>
                </c:pt>
                <c:pt idx="1716">
                  <c:v>0.385438916153</c:v>
                </c:pt>
                <c:pt idx="1717">
                  <c:v>0.38589816359</c:v>
                </c:pt>
                <c:pt idx="1718">
                  <c:v>0.386111875373</c:v>
                </c:pt>
                <c:pt idx="1719">
                  <c:v>0.384099275403</c:v>
                </c:pt>
                <c:pt idx="1720">
                  <c:v>0.368254294524</c:v>
                </c:pt>
                <c:pt idx="1721">
                  <c:v>0.367735998776</c:v>
                </c:pt>
                <c:pt idx="1722">
                  <c:v>0.371411669766</c:v>
                </c:pt>
                <c:pt idx="1723">
                  <c:v>0.370965029173</c:v>
                </c:pt>
                <c:pt idx="1724">
                  <c:v>0.369260509549</c:v>
                </c:pt>
                <c:pt idx="1725">
                  <c:v>0.367643313435</c:v>
                </c:pt>
                <c:pt idx="1726">
                  <c:v>0.364792585739</c:v>
                </c:pt>
                <c:pt idx="1727">
                  <c:v>0.364594109686</c:v>
                </c:pt>
                <c:pt idx="1728">
                  <c:v>0.366321557333</c:v>
                </c:pt>
                <c:pt idx="1729">
                  <c:v>0.362106364613</c:v>
                </c:pt>
                <c:pt idx="1730">
                  <c:v>0.363192227371</c:v>
                </c:pt>
                <c:pt idx="1731">
                  <c:v>0.3617226357</c:v>
                </c:pt>
                <c:pt idx="1732">
                  <c:v>0.362096492753</c:v>
                </c:pt>
              </c:numCache>
            </c:numRef>
          </c:val>
        </c:ser>
        <c:ser>
          <c:idx val="2"/>
          <c:order val="2"/>
          <c:tx>
            <c:strRef>
              <c:f>TLT</c:f>
              <c:strCache>
                <c:ptCount val="1"/>
                <c:pt idx="0">
                  <c:v>TLT</c:v>
                </c:pt>
              </c:strCache>
            </c:strRef>
          </c:tx>
          <c:spPr>
            <a:solidFill>
              <a:srgbClr val="81749D"/>
            </a:solidFill>
            <a:ln w="0">
              <a:noFill/>
            </a:ln>
          </c:spPr>
          <c:dLbls>
            <c:delete val="1"/>
          </c:dLbls>
          <c:cat>
            <c:strRef>
              <c:f>'Chart Data'!$E$2:$E$1734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Data'!$F$2:$F$1734</c:f>
              <c:numCache>
                <c:formatCode>0%</c:formatCode>
                <c:ptCount val="1733"/>
                <c:pt idx="0">
                  <c:v>0.133914577431</c:v>
                </c:pt>
                <c:pt idx="1">
                  <c:v>0.132733951379</c:v>
                </c:pt>
                <c:pt idx="2">
                  <c:v>0.132158503763</c:v>
                </c:pt>
                <c:pt idx="3">
                  <c:v>0.131480369471</c:v>
                </c:pt>
                <c:pt idx="4">
                  <c:v>0.131679897767</c:v>
                </c:pt>
                <c:pt idx="5">
                  <c:v>0.132483846827</c:v>
                </c:pt>
                <c:pt idx="6">
                  <c:v>0.131838702203</c:v>
                </c:pt>
                <c:pt idx="7">
                  <c:v>0.132618923859</c:v>
                </c:pt>
                <c:pt idx="8">
                  <c:v>0.133248083487</c:v>
                </c:pt>
                <c:pt idx="9">
                  <c:v>0.132433245407</c:v>
                </c:pt>
                <c:pt idx="10">
                  <c:v>0.13107991055</c:v>
                </c:pt>
                <c:pt idx="11">
                  <c:v>0.13107991055</c:v>
                </c:pt>
                <c:pt idx="12">
                  <c:v>0.132883861287</c:v>
                </c:pt>
                <c:pt idx="13">
                  <c:v>0.133225343765</c:v>
                </c:pt>
                <c:pt idx="14">
                  <c:v>0.134142252787</c:v>
                </c:pt>
                <c:pt idx="15">
                  <c:v>0.135554096335</c:v>
                </c:pt>
                <c:pt idx="16">
                  <c:v>0.138752434617</c:v>
                </c:pt>
                <c:pt idx="17">
                  <c:v>0.137433382025</c:v>
                </c:pt>
                <c:pt idx="18">
                  <c:v>0.138387941787</c:v>
                </c:pt>
                <c:pt idx="19">
                  <c:v>0.138622758986</c:v>
                </c:pt>
                <c:pt idx="20">
                  <c:v>0.140880236989</c:v>
                </c:pt>
                <c:pt idx="21">
                  <c:v>0.140629212842</c:v>
                </c:pt>
                <c:pt idx="22">
                  <c:v>0.234219369928</c:v>
                </c:pt>
                <c:pt idx="23">
                  <c:v>0.231194158009</c:v>
                </c:pt>
                <c:pt idx="24">
                  <c:v>0.231329018431</c:v>
                </c:pt>
                <c:pt idx="25">
                  <c:v>0.234047769945</c:v>
                </c:pt>
                <c:pt idx="26">
                  <c:v>0.233671929942</c:v>
                </c:pt>
                <c:pt idx="27">
                  <c:v>0.232594640958</c:v>
                </c:pt>
                <c:pt idx="28">
                  <c:v>0.230976057914</c:v>
                </c:pt>
                <c:pt idx="29">
                  <c:v>0.231611338297</c:v>
                </c:pt>
                <c:pt idx="30">
                  <c:v>0.231925402891</c:v>
                </c:pt>
                <c:pt idx="31">
                  <c:v>0.231925402891</c:v>
                </c:pt>
                <c:pt idx="32">
                  <c:v>0.232444645888</c:v>
                </c:pt>
                <c:pt idx="33">
                  <c:v>0.231419847243</c:v>
                </c:pt>
                <c:pt idx="34">
                  <c:v>0.233162258045</c:v>
                </c:pt>
                <c:pt idx="35">
                  <c:v>0.234434237288</c:v>
                </c:pt>
                <c:pt idx="36">
                  <c:v>0.239636344462</c:v>
                </c:pt>
                <c:pt idx="37">
                  <c:v>0.244531698096</c:v>
                </c:pt>
                <c:pt idx="38">
                  <c:v>0.243239851772</c:v>
                </c:pt>
                <c:pt idx="39">
                  <c:v>0.248990953726</c:v>
                </c:pt>
                <c:pt idx="40">
                  <c:v>0.256979560742</c:v>
                </c:pt>
                <c:pt idx="41">
                  <c:v>0.251583116104</c:v>
                </c:pt>
                <c:pt idx="42">
                  <c:v>0.48184002902</c:v>
                </c:pt>
                <c:pt idx="43">
                  <c:v>0.475746612292</c:v>
                </c:pt>
                <c:pt idx="44">
                  <c:v>0.483744617126</c:v>
                </c:pt>
                <c:pt idx="45">
                  <c:v>0.499457743395</c:v>
                </c:pt>
                <c:pt idx="46">
                  <c:v>0.517590999775</c:v>
                </c:pt>
                <c:pt idx="47">
                  <c:v>0.498544568522</c:v>
                </c:pt>
                <c:pt idx="48">
                  <c:v>0.497032520396</c:v>
                </c:pt>
                <c:pt idx="49">
                  <c:v>0.519139194024</c:v>
                </c:pt>
                <c:pt idx="50">
                  <c:v>0.505345556765</c:v>
                </c:pt>
                <c:pt idx="51">
                  <c:v>0.542474379682</c:v>
                </c:pt>
                <c:pt idx="52">
                  <c:v>0.514008150314</c:v>
                </c:pt>
                <c:pt idx="53">
                  <c:v>0.514242157603</c:v>
                </c:pt>
                <c:pt idx="54">
                  <c:v>0.52243240078</c:v>
                </c:pt>
                <c:pt idx="55">
                  <c:v>0.53925180219</c:v>
                </c:pt>
                <c:pt idx="56">
                  <c:v>0.548801791046</c:v>
                </c:pt>
                <c:pt idx="57">
                  <c:v>0.528602508233</c:v>
                </c:pt>
                <c:pt idx="58">
                  <c:v>0.524778760076</c:v>
                </c:pt>
                <c:pt idx="59">
                  <c:v>0.517803225133</c:v>
                </c:pt>
                <c:pt idx="60">
                  <c:v>0.533102461033</c:v>
                </c:pt>
                <c:pt idx="61">
                  <c:v>0.527592264617</c:v>
                </c:pt>
                <c:pt idx="62">
                  <c:v>0.528569334322</c:v>
                </c:pt>
                <c:pt idx="63">
                  <c:v>0.537495908157</c:v>
                </c:pt>
                <c:pt idx="64">
                  <c:v>0.516448447376</c:v>
                </c:pt>
                <c:pt idx="65">
                  <c:v>0.515811807028</c:v>
                </c:pt>
                <c:pt idx="66">
                  <c:v>0.508329273325</c:v>
                </c:pt>
                <c:pt idx="67">
                  <c:v>0.507039899914</c:v>
                </c:pt>
                <c:pt idx="68">
                  <c:v>0.507451094447</c:v>
                </c:pt>
                <c:pt idx="69">
                  <c:v>0.50145853712</c:v>
                </c:pt>
                <c:pt idx="70">
                  <c:v>0.494917081431</c:v>
                </c:pt>
                <c:pt idx="71">
                  <c:v>0.492896978591</c:v>
                </c:pt>
                <c:pt idx="72">
                  <c:v>0.500711384294</c:v>
                </c:pt>
                <c:pt idx="73">
                  <c:v>0.50375086476</c:v>
                </c:pt>
                <c:pt idx="74">
                  <c:v>0.505278964262</c:v>
                </c:pt>
                <c:pt idx="75">
                  <c:v>0.505506847712</c:v>
                </c:pt>
                <c:pt idx="76">
                  <c:v>0.510346146299</c:v>
                </c:pt>
                <c:pt idx="77">
                  <c:v>0.502910162103</c:v>
                </c:pt>
                <c:pt idx="78">
                  <c:v>0.501757593721</c:v>
                </c:pt>
                <c:pt idx="79">
                  <c:v>0.50341713533</c:v>
                </c:pt>
                <c:pt idx="80">
                  <c:v>0.50038551116</c:v>
                </c:pt>
                <c:pt idx="81">
                  <c:v>0.504363317584</c:v>
                </c:pt>
                <c:pt idx="82">
                  <c:v>0.501683232714</c:v>
                </c:pt>
                <c:pt idx="83">
                  <c:v>0.503317628117</c:v>
                </c:pt>
                <c:pt idx="84">
                  <c:v>0.503911262726</c:v>
                </c:pt>
                <c:pt idx="85">
                  <c:v>0.501857861064</c:v>
                </c:pt>
                <c:pt idx="86">
                  <c:v>0.574192329669</c:v>
                </c:pt>
                <c:pt idx="87">
                  <c:v>0.573378457553</c:v>
                </c:pt>
                <c:pt idx="88">
                  <c:v>0.573704806352</c:v>
                </c:pt>
                <c:pt idx="89">
                  <c:v>0.571977654928</c:v>
                </c:pt>
                <c:pt idx="90">
                  <c:v>0.571590068277</c:v>
                </c:pt>
                <c:pt idx="91">
                  <c:v>0.573139484715</c:v>
                </c:pt>
                <c:pt idx="92">
                  <c:v>0.572502137046</c:v>
                </c:pt>
                <c:pt idx="93">
                  <c:v>0.572729427162</c:v>
                </c:pt>
                <c:pt idx="94">
                  <c:v>0.570720688688</c:v>
                </c:pt>
                <c:pt idx="95">
                  <c:v>0.567138626098</c:v>
                </c:pt>
                <c:pt idx="96">
                  <c:v>0.56569700868</c:v>
                </c:pt>
                <c:pt idx="97">
                  <c:v>0.565848993511</c:v>
                </c:pt>
                <c:pt idx="98">
                  <c:v>0.570064048405</c:v>
                </c:pt>
                <c:pt idx="99">
                  <c:v>0.570088311183</c:v>
                </c:pt>
                <c:pt idx="100">
                  <c:v>0.570288276485</c:v>
                </c:pt>
                <c:pt idx="101">
                  <c:v>0.569396239615</c:v>
                </c:pt>
                <c:pt idx="102">
                  <c:v>0.567671282386</c:v>
                </c:pt>
                <c:pt idx="103">
                  <c:v>0.56761846388</c:v>
                </c:pt>
                <c:pt idx="104">
                  <c:v>0.564831104174</c:v>
                </c:pt>
                <c:pt idx="105">
                  <c:v>0.35227710676</c:v>
                </c:pt>
                <c:pt idx="106">
                  <c:v>0.353472751944</c:v>
                </c:pt>
                <c:pt idx="107">
                  <c:v>0.347767951272</c:v>
                </c:pt>
                <c:pt idx="108">
                  <c:v>0.350798786866</c:v>
                </c:pt>
                <c:pt idx="109">
                  <c:v>0.3492226249</c:v>
                </c:pt>
                <c:pt idx="110">
                  <c:v>0.349608732875</c:v>
                </c:pt>
                <c:pt idx="111">
                  <c:v>0.349721434378</c:v>
                </c:pt>
                <c:pt idx="112">
                  <c:v>0.355649167684</c:v>
                </c:pt>
                <c:pt idx="113">
                  <c:v>0.353108645765</c:v>
                </c:pt>
                <c:pt idx="114">
                  <c:v>0.353643218908</c:v>
                </c:pt>
                <c:pt idx="115">
                  <c:v>0.350231326777</c:v>
                </c:pt>
                <c:pt idx="116">
                  <c:v>0.350734488627</c:v>
                </c:pt>
                <c:pt idx="117">
                  <c:v>0.353586881486</c:v>
                </c:pt>
                <c:pt idx="118">
                  <c:v>0.351265518254</c:v>
                </c:pt>
                <c:pt idx="119">
                  <c:v>0.349827160891</c:v>
                </c:pt>
                <c:pt idx="120">
                  <c:v>0.346368340083</c:v>
                </c:pt>
                <c:pt idx="121">
                  <c:v>0.3495806008</c:v>
                </c:pt>
                <c:pt idx="122">
                  <c:v>0.35037249958</c:v>
                </c:pt>
                <c:pt idx="123">
                  <c:v>0.351783510775</c:v>
                </c:pt>
                <c:pt idx="124">
                  <c:v>0.350942018</c:v>
                </c:pt>
                <c:pt idx="125">
                  <c:v>0.348826740611</c:v>
                </c:pt>
                <c:pt idx="126">
                  <c:v>0.349405644751</c:v>
                </c:pt>
                <c:pt idx="127">
                  <c:v>0.578279655514</c:v>
                </c:pt>
                <c:pt idx="128">
                  <c:v>0.578279655514</c:v>
                </c:pt>
                <c:pt idx="129">
                  <c:v>0.575820821886</c:v>
                </c:pt>
                <c:pt idx="130">
                  <c:v>0.577692471261</c:v>
                </c:pt>
                <c:pt idx="131">
                  <c:v>0.575203341355</c:v>
                </c:pt>
                <c:pt idx="132">
                  <c:v>0.579718482211</c:v>
                </c:pt>
                <c:pt idx="133">
                  <c:v>0.579123832352</c:v>
                </c:pt>
                <c:pt idx="134">
                  <c:v>0.579626031058</c:v>
                </c:pt>
                <c:pt idx="135">
                  <c:v>0.578842418887</c:v>
                </c:pt>
                <c:pt idx="136">
                  <c:v>0.577486597094</c:v>
                </c:pt>
                <c:pt idx="137">
                  <c:v>0.580955885988</c:v>
                </c:pt>
                <c:pt idx="138">
                  <c:v>0.578445999062</c:v>
                </c:pt>
                <c:pt idx="139">
                  <c:v>0.577872185323</c:v>
                </c:pt>
                <c:pt idx="140">
                  <c:v>0.575093444253</c:v>
                </c:pt>
                <c:pt idx="141">
                  <c:v>0.572133128732</c:v>
                </c:pt>
                <c:pt idx="142">
                  <c:v>0.57282514276</c:v>
                </c:pt>
                <c:pt idx="143">
                  <c:v>0.570719102494</c:v>
                </c:pt>
                <c:pt idx="144">
                  <c:v>0.565006369285</c:v>
                </c:pt>
                <c:pt idx="145">
                  <c:v>0.564659483398</c:v>
                </c:pt>
                <c:pt idx="146">
                  <c:v>0.562399798281</c:v>
                </c:pt>
                <c:pt idx="147">
                  <c:v>0.565841022252</c:v>
                </c:pt>
                <c:pt idx="148">
                  <c:v>0.563459055308</c:v>
                </c:pt>
                <c:pt idx="149">
                  <c:v>0.561938570244</c:v>
                </c:pt>
                <c:pt idx="150">
                  <c:v>0.47448101078</c:v>
                </c:pt>
                <c:pt idx="151">
                  <c:v>0.469989012607</c:v>
                </c:pt>
                <c:pt idx="152">
                  <c:v>0.469079453807</c:v>
                </c:pt>
                <c:pt idx="153">
                  <c:v>0.470564724295</c:v>
                </c:pt>
                <c:pt idx="154">
                  <c:v>0.469558389972</c:v>
                </c:pt>
                <c:pt idx="155">
                  <c:v>0.474429478093</c:v>
                </c:pt>
                <c:pt idx="156">
                  <c:v>0.471153447319</c:v>
                </c:pt>
                <c:pt idx="157">
                  <c:v>0.465810500883</c:v>
                </c:pt>
                <c:pt idx="158">
                  <c:v>0.465432576657</c:v>
                </c:pt>
                <c:pt idx="159">
                  <c:v>0.462445939837</c:v>
                </c:pt>
                <c:pt idx="160">
                  <c:v>0.462926858742</c:v>
                </c:pt>
                <c:pt idx="161">
                  <c:v>0.466452226351</c:v>
                </c:pt>
                <c:pt idx="162">
                  <c:v>0.467867492088</c:v>
                </c:pt>
                <c:pt idx="163">
                  <c:v>0.469888858863</c:v>
                </c:pt>
                <c:pt idx="164">
                  <c:v>0.468886415292</c:v>
                </c:pt>
                <c:pt idx="165">
                  <c:v>0.465973011714</c:v>
                </c:pt>
                <c:pt idx="166">
                  <c:v>0.462805686074</c:v>
                </c:pt>
                <c:pt idx="167">
                  <c:v>0.460339135756</c:v>
                </c:pt>
                <c:pt idx="168">
                  <c:v>0.456813953054</c:v>
                </c:pt>
                <c:pt idx="169">
                  <c:v>0.459614720468</c:v>
                </c:pt>
                <c:pt idx="170">
                  <c:v>0.460690734561</c:v>
                </c:pt>
                <c:pt idx="171">
                  <c:v>0.270732460035</c:v>
                </c:pt>
                <c:pt idx="172">
                  <c:v>0.275634267187</c:v>
                </c:pt>
                <c:pt idx="173">
                  <c:v>0.272484280671</c:v>
                </c:pt>
                <c:pt idx="174">
                  <c:v>0.272484280671</c:v>
                </c:pt>
                <c:pt idx="175">
                  <c:v>0.277335630423</c:v>
                </c:pt>
                <c:pt idx="176">
                  <c:v>0.273924505999</c:v>
                </c:pt>
                <c:pt idx="177">
                  <c:v>0.277409878275</c:v>
                </c:pt>
                <c:pt idx="178">
                  <c:v>0.277301357268</c:v>
                </c:pt>
                <c:pt idx="179">
                  <c:v>0.275026187055</c:v>
                </c:pt>
                <c:pt idx="180">
                  <c:v>0.273729928744</c:v>
                </c:pt>
                <c:pt idx="181">
                  <c:v>0.273087149536</c:v>
                </c:pt>
                <c:pt idx="182">
                  <c:v>0.274631495218</c:v>
                </c:pt>
                <c:pt idx="183">
                  <c:v>0.275132825689</c:v>
                </c:pt>
                <c:pt idx="184">
                  <c:v>0.279083322345</c:v>
                </c:pt>
                <c:pt idx="185">
                  <c:v>0.278741518518</c:v>
                </c:pt>
                <c:pt idx="186">
                  <c:v>0.283118791887</c:v>
                </c:pt>
                <c:pt idx="187">
                  <c:v>0.283528302803</c:v>
                </c:pt>
                <c:pt idx="188">
                  <c:v>0.282361479356</c:v>
                </c:pt>
                <c:pt idx="189">
                  <c:v>0.279142326824</c:v>
                </c:pt>
                <c:pt idx="190">
                  <c:v>0.279660611516</c:v>
                </c:pt>
                <c:pt idx="191">
                  <c:v>0.276536536595</c:v>
                </c:pt>
                <c:pt idx="192">
                  <c:v>0.275724645385</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0.183806046592</c:v>
                </c:pt>
                <c:pt idx="430">
                  <c:v>0.182277867191</c:v>
                </c:pt>
                <c:pt idx="431">
                  <c:v>0.182057708182</c:v>
                </c:pt>
                <c:pt idx="432">
                  <c:v>0.181539032391</c:v>
                </c:pt>
                <c:pt idx="433">
                  <c:v>0.18322427883</c:v>
                </c:pt>
                <c:pt idx="434">
                  <c:v>0.185415442016</c:v>
                </c:pt>
                <c:pt idx="435">
                  <c:v>0.18365451261</c:v>
                </c:pt>
                <c:pt idx="436">
                  <c:v>0.184539348031</c:v>
                </c:pt>
                <c:pt idx="437">
                  <c:v>0.186483661868</c:v>
                </c:pt>
                <c:pt idx="438">
                  <c:v>0.185611230408</c:v>
                </c:pt>
                <c:pt idx="439">
                  <c:v>0.185373218852</c:v>
                </c:pt>
                <c:pt idx="440">
                  <c:v>0.185580107475</c:v>
                </c:pt>
                <c:pt idx="441">
                  <c:v>0.189113498942</c:v>
                </c:pt>
                <c:pt idx="442">
                  <c:v>0.188775381876</c:v>
                </c:pt>
                <c:pt idx="443">
                  <c:v>0.189033913109</c:v>
                </c:pt>
                <c:pt idx="444">
                  <c:v>0.184309951718</c:v>
                </c:pt>
                <c:pt idx="445">
                  <c:v>0.182785603296</c:v>
                </c:pt>
                <c:pt idx="446">
                  <c:v>0.181601295661</c:v>
                </c:pt>
                <c:pt idx="447">
                  <c:v>0.180995401946</c:v>
                </c:pt>
                <c:pt idx="448">
                  <c:v>0.181444637843</c:v>
                </c:pt>
                <c:pt idx="449">
                  <c:v>0.181683740351</c:v>
                </c:pt>
                <c:pt idx="450">
                  <c:v>0.182261932916</c:v>
                </c:pt>
                <c:pt idx="451">
                  <c:v>0.267848400401</c:v>
                </c:pt>
                <c:pt idx="452">
                  <c:v>0.264049293032</c:v>
                </c:pt>
                <c:pt idx="453">
                  <c:v>0.266253155266</c:v>
                </c:pt>
                <c:pt idx="454">
                  <c:v>0.262653277886</c:v>
                </c:pt>
                <c:pt idx="455">
                  <c:v>0.261291347678</c:v>
                </c:pt>
                <c:pt idx="456">
                  <c:v>0.260779247753</c:v>
                </c:pt>
                <c:pt idx="457">
                  <c:v>0.264349627716</c:v>
                </c:pt>
                <c:pt idx="458">
                  <c:v>0.264847875</c:v>
                </c:pt>
                <c:pt idx="459">
                  <c:v>0.263235359708</c:v>
                </c:pt>
                <c:pt idx="460">
                  <c:v>0.26127569473</c:v>
                </c:pt>
                <c:pt idx="461">
                  <c:v>0.262572295496</c:v>
                </c:pt>
                <c:pt idx="462">
                  <c:v>0.259012872442</c:v>
                </c:pt>
                <c:pt idx="463">
                  <c:v>0.256299814905</c:v>
                </c:pt>
                <c:pt idx="464">
                  <c:v>0.257095361552</c:v>
                </c:pt>
                <c:pt idx="465">
                  <c:v>0.25885482459</c:v>
                </c:pt>
                <c:pt idx="466">
                  <c:v>0.257527809081</c:v>
                </c:pt>
                <c:pt idx="467">
                  <c:v>0.25911104031</c:v>
                </c:pt>
                <c:pt idx="468">
                  <c:v>0.264297395109</c:v>
                </c:pt>
                <c:pt idx="469">
                  <c:v>0.262543530069</c:v>
                </c:pt>
                <c:pt idx="470">
                  <c:v>0.263674669597</c:v>
                </c:pt>
                <c:pt idx="471">
                  <c:v>0.261515731125</c:v>
                </c:pt>
                <c:pt idx="472">
                  <c:v>0.235303382582</c:v>
                </c:pt>
                <c:pt idx="473">
                  <c:v>0.234452611178</c:v>
                </c:pt>
                <c:pt idx="474">
                  <c:v>0.236011659446</c:v>
                </c:pt>
                <c:pt idx="475">
                  <c:v>0.23744268664</c:v>
                </c:pt>
                <c:pt idx="476">
                  <c:v>0.236131268377</c:v>
                </c:pt>
                <c:pt idx="477">
                  <c:v>0.238586495718</c:v>
                </c:pt>
                <c:pt idx="478">
                  <c:v>0.236162270617</c:v>
                </c:pt>
                <c:pt idx="479">
                  <c:v>0.235430811066</c:v>
                </c:pt>
                <c:pt idx="480">
                  <c:v>0.234154954201</c:v>
                </c:pt>
                <c:pt idx="481">
                  <c:v>0.231777472837</c:v>
                </c:pt>
                <c:pt idx="482">
                  <c:v>0.231317354101</c:v>
                </c:pt>
                <c:pt idx="483">
                  <c:v>0.233232160291</c:v>
                </c:pt>
                <c:pt idx="484">
                  <c:v>0.233584740426</c:v>
                </c:pt>
                <c:pt idx="485">
                  <c:v>0.236582281452</c:v>
                </c:pt>
                <c:pt idx="486">
                  <c:v>0.234986598259</c:v>
                </c:pt>
                <c:pt idx="487">
                  <c:v>0.231807430515</c:v>
                </c:pt>
                <c:pt idx="488">
                  <c:v>0.234690013449</c:v>
                </c:pt>
                <c:pt idx="489">
                  <c:v>0.234841370794</c:v>
                </c:pt>
                <c:pt idx="490">
                  <c:v>0.244542807963</c:v>
                </c:pt>
                <c:pt idx="491">
                  <c:v>0.242948948501</c:v>
                </c:pt>
                <c:pt idx="492">
                  <c:v>0.249191034058</c:v>
                </c:pt>
                <c:pt idx="493">
                  <c:v>0.250988413181</c:v>
                </c:pt>
                <c:pt idx="494">
                  <c:v>0.484239475893</c:v>
                </c:pt>
                <c:pt idx="495">
                  <c:v>0.488789603921</c:v>
                </c:pt>
                <c:pt idx="496">
                  <c:v>0.482015319324</c:v>
                </c:pt>
                <c:pt idx="497">
                  <c:v>0.475341680949</c:v>
                </c:pt>
                <c:pt idx="498">
                  <c:v>0.469588506606</c:v>
                </c:pt>
                <c:pt idx="499">
                  <c:v>0.473132526376</c:v>
                </c:pt>
                <c:pt idx="500">
                  <c:v>0.470128166131</c:v>
                </c:pt>
                <c:pt idx="501">
                  <c:v>0.475747102336</c:v>
                </c:pt>
                <c:pt idx="502">
                  <c:v>0.476980073296</c:v>
                </c:pt>
                <c:pt idx="503">
                  <c:v>0.471540223146</c:v>
                </c:pt>
                <c:pt idx="504">
                  <c:v>0.472662750805</c:v>
                </c:pt>
                <c:pt idx="505">
                  <c:v>0.47820894187</c:v>
                </c:pt>
                <c:pt idx="506">
                  <c:v>0.478839880185</c:v>
                </c:pt>
                <c:pt idx="507">
                  <c:v>0.473189906047</c:v>
                </c:pt>
                <c:pt idx="508">
                  <c:v>0.471748814392</c:v>
                </c:pt>
                <c:pt idx="509">
                  <c:v>0.468114620018</c:v>
                </c:pt>
                <c:pt idx="510">
                  <c:v>0.468114620018</c:v>
                </c:pt>
                <c:pt idx="511">
                  <c:v>0.465306451947</c:v>
                </c:pt>
                <c:pt idx="512">
                  <c:v>0.464611711758</c:v>
                </c:pt>
                <c:pt idx="513">
                  <c:v>0.461310464887</c:v>
                </c:pt>
                <c:pt idx="514">
                  <c:v>0.464273479862</c:v>
                </c:pt>
                <c:pt idx="515">
                  <c:v>0.465507989669</c:v>
                </c:pt>
                <c:pt idx="516">
                  <c:v>0.457566736913</c:v>
                </c:pt>
                <c:pt idx="517">
                  <c:v>0.316011438117</c:v>
                </c:pt>
                <c:pt idx="518">
                  <c:v>0.317022779591</c:v>
                </c:pt>
                <c:pt idx="519">
                  <c:v>0.317585703524</c:v>
                </c:pt>
                <c:pt idx="520">
                  <c:v>0.315778990741</c:v>
                </c:pt>
                <c:pt idx="521">
                  <c:v>0.315868023325</c:v>
                </c:pt>
                <c:pt idx="522">
                  <c:v>0.314822329277</c:v>
                </c:pt>
                <c:pt idx="523">
                  <c:v>0.313027402054</c:v>
                </c:pt>
                <c:pt idx="524">
                  <c:v>0.316235578421</c:v>
                </c:pt>
                <c:pt idx="525">
                  <c:v>0.312383951068</c:v>
                </c:pt>
                <c:pt idx="526">
                  <c:v>0.312433753836</c:v>
                </c:pt>
                <c:pt idx="527">
                  <c:v>0.310156283505</c:v>
                </c:pt>
                <c:pt idx="528">
                  <c:v>0.311416095278</c:v>
                </c:pt>
                <c:pt idx="529">
                  <c:v>0.313482311697</c:v>
                </c:pt>
                <c:pt idx="530">
                  <c:v>0.317180875851</c:v>
                </c:pt>
                <c:pt idx="531">
                  <c:v>0.315311806895</c:v>
                </c:pt>
                <c:pt idx="532">
                  <c:v>0.315661204458</c:v>
                </c:pt>
                <c:pt idx="533">
                  <c:v>0.313342304149</c:v>
                </c:pt>
                <c:pt idx="534">
                  <c:v>0.318414179889</c:v>
                </c:pt>
                <c:pt idx="535">
                  <c:v>0.317304872228</c:v>
                </c:pt>
                <c:pt idx="536">
                  <c:v>0.314518814347</c:v>
                </c:pt>
                <c:pt idx="537">
                  <c:v>0.312908893458</c:v>
                </c:pt>
                <c:pt idx="538">
                  <c:v>0.312433725624</c:v>
                </c:pt>
                <c:pt idx="539">
                  <c:v>0.311471506409</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0.0662643792658</c:v>
                </c:pt>
                <c:pt idx="840">
                  <c:v>0.0670154352552</c:v>
                </c:pt>
                <c:pt idx="841">
                  <c:v>0.0672921328508</c:v>
                </c:pt>
                <c:pt idx="842">
                  <c:v>0.0663565166035</c:v>
                </c:pt>
                <c:pt idx="843">
                  <c:v>0.0663512618368</c:v>
                </c:pt>
                <c:pt idx="844">
                  <c:v>0.0663922467709</c:v>
                </c:pt>
                <c:pt idx="845">
                  <c:v>0.0652288052185</c:v>
                </c:pt>
                <c:pt idx="846">
                  <c:v>0.0649658207348</c:v>
                </c:pt>
                <c:pt idx="847">
                  <c:v>0.0642761542905</c:v>
                </c:pt>
                <c:pt idx="848">
                  <c:v>0.0644740661018</c:v>
                </c:pt>
                <c:pt idx="849">
                  <c:v>0.0645418655011</c:v>
                </c:pt>
                <c:pt idx="850">
                  <c:v>0.0651849547555</c:v>
                </c:pt>
                <c:pt idx="851">
                  <c:v>0.0649847155425</c:v>
                </c:pt>
                <c:pt idx="852">
                  <c:v>0.065517499868</c:v>
                </c:pt>
                <c:pt idx="853">
                  <c:v>0.0668857572744</c:v>
                </c:pt>
                <c:pt idx="854">
                  <c:v>0.066397371117</c:v>
                </c:pt>
                <c:pt idx="855">
                  <c:v>0.065342089183</c:v>
                </c:pt>
                <c:pt idx="856">
                  <c:v>0.0661258967522</c:v>
                </c:pt>
                <c:pt idx="857">
                  <c:v>0.0644554297199</c:v>
                </c:pt>
                <c:pt idx="858">
                  <c:v>0.0658702629002</c:v>
                </c:pt>
                <c:pt idx="859">
                  <c:v>0.128602547525</c:v>
                </c:pt>
                <c:pt idx="860">
                  <c:v>0.126935969484</c:v>
                </c:pt>
                <c:pt idx="861">
                  <c:v>0.12634125008</c:v>
                </c:pt>
                <c:pt idx="862">
                  <c:v>0.124617383876</c:v>
                </c:pt>
                <c:pt idx="863">
                  <c:v>0.124252445841</c:v>
                </c:pt>
                <c:pt idx="864">
                  <c:v>0.12541931264</c:v>
                </c:pt>
                <c:pt idx="865">
                  <c:v>0.127125124236</c:v>
                </c:pt>
                <c:pt idx="866">
                  <c:v>0.126897818861</c:v>
                </c:pt>
                <c:pt idx="867">
                  <c:v>0.125450890174</c:v>
                </c:pt>
                <c:pt idx="868">
                  <c:v>0.125718972061</c:v>
                </c:pt>
                <c:pt idx="869">
                  <c:v>0.125828521275</c:v>
                </c:pt>
                <c:pt idx="870">
                  <c:v>0.125312915094</c:v>
                </c:pt>
                <c:pt idx="871">
                  <c:v>0.124297341369</c:v>
                </c:pt>
                <c:pt idx="872">
                  <c:v>0.123597723418</c:v>
                </c:pt>
                <c:pt idx="873">
                  <c:v>0.124112692967</c:v>
                </c:pt>
                <c:pt idx="874">
                  <c:v>0.124214232336</c:v>
                </c:pt>
                <c:pt idx="875">
                  <c:v>0.124224167808</c:v>
                </c:pt>
                <c:pt idx="876">
                  <c:v>0.124740267033</c:v>
                </c:pt>
                <c:pt idx="877">
                  <c:v>0.124747922176</c:v>
                </c:pt>
                <c:pt idx="878">
                  <c:v>0.12599544211</c:v>
                </c:pt>
                <c:pt idx="879">
                  <c:v>0.127538279822</c:v>
                </c:pt>
                <c:pt idx="880">
                  <c:v>0.127247773768</c:v>
                </c:pt>
                <c:pt idx="881">
                  <c:v>0.12573164759</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0.128033534927</c:v>
                </c:pt>
                <c:pt idx="905">
                  <c:v>0.127523215085</c:v>
                </c:pt>
                <c:pt idx="906">
                  <c:v>0.126397154493</c:v>
                </c:pt>
                <c:pt idx="907">
                  <c:v>0.126387760447</c:v>
                </c:pt>
                <c:pt idx="908">
                  <c:v>0.126215242476</c:v>
                </c:pt>
                <c:pt idx="909">
                  <c:v>0.126015230951</c:v>
                </c:pt>
                <c:pt idx="910">
                  <c:v>0.126415743073</c:v>
                </c:pt>
                <c:pt idx="911">
                  <c:v>0.126061056533</c:v>
                </c:pt>
                <c:pt idx="912">
                  <c:v>0.12586497465</c:v>
                </c:pt>
                <c:pt idx="913">
                  <c:v>0.125831947834</c:v>
                </c:pt>
                <c:pt idx="914">
                  <c:v>0.127006066578</c:v>
                </c:pt>
                <c:pt idx="915">
                  <c:v>0.126379390615</c:v>
                </c:pt>
                <c:pt idx="916">
                  <c:v>0.126520147578</c:v>
                </c:pt>
                <c:pt idx="917">
                  <c:v>0.125635253057</c:v>
                </c:pt>
                <c:pt idx="918">
                  <c:v>0.124890383766</c:v>
                </c:pt>
                <c:pt idx="919">
                  <c:v>0.124689068867</c:v>
                </c:pt>
                <c:pt idx="920">
                  <c:v>0.123731418927</c:v>
                </c:pt>
                <c:pt idx="921">
                  <c:v>0.122881204825</c:v>
                </c:pt>
                <c:pt idx="922">
                  <c:v>0.122933930118</c:v>
                </c:pt>
                <c:pt idx="923">
                  <c:v>0.121980670221</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0.140854785761</c:v>
                </c:pt>
                <c:pt idx="1096">
                  <c:v>0.140377133928</c:v>
                </c:pt>
                <c:pt idx="1097">
                  <c:v>0.142259723817</c:v>
                </c:pt>
                <c:pt idx="1098">
                  <c:v>0.139244104354</c:v>
                </c:pt>
                <c:pt idx="1099">
                  <c:v>0.138790425083</c:v>
                </c:pt>
                <c:pt idx="1100">
                  <c:v>0.139450112812</c:v>
                </c:pt>
                <c:pt idx="1101">
                  <c:v>0.138090600982</c:v>
                </c:pt>
                <c:pt idx="1102">
                  <c:v>0.136226065861</c:v>
                </c:pt>
                <c:pt idx="1103">
                  <c:v>0.138689158764</c:v>
                </c:pt>
                <c:pt idx="1104">
                  <c:v>0.136922059802</c:v>
                </c:pt>
                <c:pt idx="1105">
                  <c:v>0.136490020474</c:v>
                </c:pt>
                <c:pt idx="1106">
                  <c:v>0.138428351962</c:v>
                </c:pt>
                <c:pt idx="1107">
                  <c:v>0.137676529066</c:v>
                </c:pt>
                <c:pt idx="1108">
                  <c:v>0.138561157041</c:v>
                </c:pt>
                <c:pt idx="1109">
                  <c:v>0.13864774155</c:v>
                </c:pt>
                <c:pt idx="1110">
                  <c:v>0.137933762397</c:v>
                </c:pt>
                <c:pt idx="1111">
                  <c:v>0.137114031114</c:v>
                </c:pt>
                <c:pt idx="1112">
                  <c:v>0.136198595513</c:v>
                </c:pt>
                <c:pt idx="1113">
                  <c:v>0.13591446812</c:v>
                </c:pt>
                <c:pt idx="1114">
                  <c:v>0.136536595717</c:v>
                </c:pt>
                <c:pt idx="1115">
                  <c:v>0.137503010371</c:v>
                </c:pt>
                <c:pt idx="1116">
                  <c:v>0.138172977534</c:v>
                </c:pt>
                <c:pt idx="1117">
                  <c:v>0.137683385635</c:v>
                </c:pt>
                <c:pt idx="1118">
                  <c:v>0.101709466162</c:v>
                </c:pt>
                <c:pt idx="1119">
                  <c:v>0.101558459556</c:v>
                </c:pt>
                <c:pt idx="1120">
                  <c:v>0.102347621022</c:v>
                </c:pt>
                <c:pt idx="1121">
                  <c:v>0.102039699372</c:v>
                </c:pt>
                <c:pt idx="1122">
                  <c:v>0.102020603778</c:v>
                </c:pt>
                <c:pt idx="1123">
                  <c:v>0.100907111923</c:v>
                </c:pt>
                <c:pt idx="1124">
                  <c:v>0.101166645153</c:v>
                </c:pt>
                <c:pt idx="1125">
                  <c:v>0.101217870532</c:v>
                </c:pt>
                <c:pt idx="1126">
                  <c:v>0.101822406255</c:v>
                </c:pt>
                <c:pt idx="1127">
                  <c:v>0.101540057387</c:v>
                </c:pt>
                <c:pt idx="1128">
                  <c:v>0.100475949662</c:v>
                </c:pt>
                <c:pt idx="1129">
                  <c:v>0.100113442296</c:v>
                </c:pt>
                <c:pt idx="1130">
                  <c:v>0.100823147779</c:v>
                </c:pt>
                <c:pt idx="1131">
                  <c:v>0.101448857218</c:v>
                </c:pt>
                <c:pt idx="1132">
                  <c:v>0.101456677862</c:v>
                </c:pt>
                <c:pt idx="1133">
                  <c:v>0.101538952364</c:v>
                </c:pt>
                <c:pt idx="1134">
                  <c:v>0.101486720363</c:v>
                </c:pt>
                <c:pt idx="1135">
                  <c:v>0.0997679572983</c:v>
                </c:pt>
                <c:pt idx="1136">
                  <c:v>0.099375568533</c:v>
                </c:pt>
                <c:pt idx="1137">
                  <c:v>0.100465904613</c:v>
                </c:pt>
                <c:pt idx="1138">
                  <c:v>0.101069691481</c:v>
                </c:pt>
                <c:pt idx="1139">
                  <c:v>0.101961442622</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0.154535257727</c:v>
                </c:pt>
                <c:pt idx="1207">
                  <c:v>0.154470888773</c:v>
                </c:pt>
                <c:pt idx="1208">
                  <c:v>0.155489537948</c:v>
                </c:pt>
                <c:pt idx="1209">
                  <c:v>0.154912357918</c:v>
                </c:pt>
                <c:pt idx="1210">
                  <c:v>0.155350140112</c:v>
                </c:pt>
                <c:pt idx="1211">
                  <c:v>0.154643610482</c:v>
                </c:pt>
                <c:pt idx="1212">
                  <c:v>0.152695496174</c:v>
                </c:pt>
                <c:pt idx="1213">
                  <c:v>0.152228341662</c:v>
                </c:pt>
                <c:pt idx="1214">
                  <c:v>0.153103865411</c:v>
                </c:pt>
                <c:pt idx="1215">
                  <c:v>0.15225988824</c:v>
                </c:pt>
                <c:pt idx="1216">
                  <c:v>0.151150993782</c:v>
                </c:pt>
                <c:pt idx="1217">
                  <c:v>0.148866594735</c:v>
                </c:pt>
                <c:pt idx="1218">
                  <c:v>0.147989188369</c:v>
                </c:pt>
                <c:pt idx="1219">
                  <c:v>0.147173723814</c:v>
                </c:pt>
                <c:pt idx="1220">
                  <c:v>0.146031556596</c:v>
                </c:pt>
                <c:pt idx="1221">
                  <c:v>0.14579980518</c:v>
                </c:pt>
                <c:pt idx="1222">
                  <c:v>0.145404246482</c:v>
                </c:pt>
                <c:pt idx="1223">
                  <c:v>0.146479770487</c:v>
                </c:pt>
                <c:pt idx="1224">
                  <c:v>0.146021079023</c:v>
                </c:pt>
                <c:pt idx="1225">
                  <c:v>0.146826258906</c:v>
                </c:pt>
                <c:pt idx="1226">
                  <c:v>0.138721121103</c:v>
                </c:pt>
                <c:pt idx="1227">
                  <c:v>0.138199422887</c:v>
                </c:pt>
                <c:pt idx="1228">
                  <c:v>0.136664066934</c:v>
                </c:pt>
                <c:pt idx="1229">
                  <c:v>0.136269689258</c:v>
                </c:pt>
                <c:pt idx="1230">
                  <c:v>0.137008918424</c:v>
                </c:pt>
                <c:pt idx="1231">
                  <c:v>0.136186925489</c:v>
                </c:pt>
                <c:pt idx="1232">
                  <c:v>0.135541812857</c:v>
                </c:pt>
                <c:pt idx="1233">
                  <c:v>0.134700072483</c:v>
                </c:pt>
                <c:pt idx="1234">
                  <c:v>0.134596680838</c:v>
                </c:pt>
                <c:pt idx="1235">
                  <c:v>0.136360514451</c:v>
                </c:pt>
                <c:pt idx="1236">
                  <c:v>0.136474106852</c:v>
                </c:pt>
                <c:pt idx="1237">
                  <c:v>0.134200640911</c:v>
                </c:pt>
                <c:pt idx="1238">
                  <c:v>0.133693235084</c:v>
                </c:pt>
                <c:pt idx="1239">
                  <c:v>0.131919880172</c:v>
                </c:pt>
                <c:pt idx="1240">
                  <c:v>0.132201687443</c:v>
                </c:pt>
                <c:pt idx="1241">
                  <c:v>0.132506372554</c:v>
                </c:pt>
                <c:pt idx="1242">
                  <c:v>0.133069094209</c:v>
                </c:pt>
                <c:pt idx="1243">
                  <c:v>0.132419006818</c:v>
                </c:pt>
                <c:pt idx="1244">
                  <c:v>0.13220279468</c:v>
                </c:pt>
                <c:pt idx="1245">
                  <c:v>0.13215718701</c:v>
                </c:pt>
                <c:pt idx="1246">
                  <c:v>0.132887660219</c:v>
                </c:pt>
                <c:pt idx="1247">
                  <c:v>0.133954299658</c:v>
                </c:pt>
                <c:pt idx="1248">
                  <c:v>0.132281117959</c:v>
                </c:pt>
                <c:pt idx="1249">
                  <c:v>0.110051314561</c:v>
                </c:pt>
                <c:pt idx="1250">
                  <c:v>0.109974501947</c:v>
                </c:pt>
                <c:pt idx="1251">
                  <c:v>0.107159225024</c:v>
                </c:pt>
                <c:pt idx="1252">
                  <c:v>0.107438920908</c:v>
                </c:pt>
                <c:pt idx="1253">
                  <c:v>0.108044675593</c:v>
                </c:pt>
                <c:pt idx="1254">
                  <c:v>0.108341762279</c:v>
                </c:pt>
                <c:pt idx="1255">
                  <c:v>0.107836897408</c:v>
                </c:pt>
                <c:pt idx="1256">
                  <c:v>0.107122184338</c:v>
                </c:pt>
                <c:pt idx="1257">
                  <c:v>0.107940499572</c:v>
                </c:pt>
                <c:pt idx="1258">
                  <c:v>0.107982116191</c:v>
                </c:pt>
                <c:pt idx="1259">
                  <c:v>0.107425831822</c:v>
                </c:pt>
                <c:pt idx="1260">
                  <c:v>0.107140084167</c:v>
                </c:pt>
                <c:pt idx="1261">
                  <c:v>0.106649003076</c:v>
                </c:pt>
                <c:pt idx="1262">
                  <c:v>0.106666773129</c:v>
                </c:pt>
                <c:pt idx="1263">
                  <c:v>0.106373505669</c:v>
                </c:pt>
                <c:pt idx="1264">
                  <c:v>0.109390078329</c:v>
                </c:pt>
                <c:pt idx="1265">
                  <c:v>0.109489225954</c:v>
                </c:pt>
                <c:pt idx="1266">
                  <c:v>0.110064730161</c:v>
                </c:pt>
                <c:pt idx="1267">
                  <c:v>0.109726321265</c:v>
                </c:pt>
                <c:pt idx="1268">
                  <c:v>0.110218340325</c:v>
                </c:pt>
                <c:pt idx="1269">
                  <c:v>0.11040341531</c:v>
                </c:pt>
                <c:pt idx="1270">
                  <c:v>0.127758794258</c:v>
                </c:pt>
                <c:pt idx="1271">
                  <c:v>0.128525303219</c:v>
                </c:pt>
                <c:pt idx="1272">
                  <c:v>0.128550237507</c:v>
                </c:pt>
                <c:pt idx="1273">
                  <c:v>0.128692145175</c:v>
                </c:pt>
                <c:pt idx="1274">
                  <c:v>0.127772980559</c:v>
                </c:pt>
                <c:pt idx="1275">
                  <c:v>0.126889856438</c:v>
                </c:pt>
                <c:pt idx="1276">
                  <c:v>0.12580708161</c:v>
                </c:pt>
                <c:pt idx="1277">
                  <c:v>0.124801763757</c:v>
                </c:pt>
                <c:pt idx="1278">
                  <c:v>0.123850923168</c:v>
                </c:pt>
                <c:pt idx="1279">
                  <c:v>0.124035507581</c:v>
                </c:pt>
                <c:pt idx="1280">
                  <c:v>0.124768217714</c:v>
                </c:pt>
                <c:pt idx="1281">
                  <c:v>0.12512022644</c:v>
                </c:pt>
                <c:pt idx="1282">
                  <c:v>0.124222575688</c:v>
                </c:pt>
                <c:pt idx="1283">
                  <c:v>0.124753381925</c:v>
                </c:pt>
                <c:pt idx="1284">
                  <c:v>0.122979174178</c:v>
                </c:pt>
                <c:pt idx="1285">
                  <c:v>0.122879457001</c:v>
                </c:pt>
                <c:pt idx="1286">
                  <c:v>0.122856488261</c:v>
                </c:pt>
                <c:pt idx="1287">
                  <c:v>0.122349719357</c:v>
                </c:pt>
                <c:pt idx="1288">
                  <c:v>0.123498965427</c:v>
                </c:pt>
                <c:pt idx="1289">
                  <c:v>0.123250619769</c:v>
                </c:pt>
                <c:pt idx="1290">
                  <c:v>0.123236939916</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0.0773790097307</c:v>
                </c:pt>
                <c:pt idx="1419">
                  <c:v>0.0768031978698</c:v>
                </c:pt>
                <c:pt idx="1420">
                  <c:v>0.0768066122741</c:v>
                </c:pt>
                <c:pt idx="1421">
                  <c:v>0.0762736607124</c:v>
                </c:pt>
                <c:pt idx="1422">
                  <c:v>0.0762071009207</c:v>
                </c:pt>
                <c:pt idx="1423">
                  <c:v>0.076801889203</c:v>
                </c:pt>
                <c:pt idx="1424">
                  <c:v>0.0765825558352</c:v>
                </c:pt>
                <c:pt idx="1425">
                  <c:v>0.0754214331986</c:v>
                </c:pt>
                <c:pt idx="1426">
                  <c:v>0.0751847984359</c:v>
                </c:pt>
                <c:pt idx="1427">
                  <c:v>0.0746739084035</c:v>
                </c:pt>
                <c:pt idx="1428">
                  <c:v>0.07462040733</c:v>
                </c:pt>
                <c:pt idx="1429">
                  <c:v>0.074220545796</c:v>
                </c:pt>
                <c:pt idx="1430">
                  <c:v>0.0741629438955</c:v>
                </c:pt>
                <c:pt idx="1431">
                  <c:v>0.0743044346787</c:v>
                </c:pt>
                <c:pt idx="1432">
                  <c:v>0.0745449630903</c:v>
                </c:pt>
                <c:pt idx="1433">
                  <c:v>0.0739481395008</c:v>
                </c:pt>
                <c:pt idx="1434">
                  <c:v>0.0734975362617</c:v>
                </c:pt>
                <c:pt idx="1435">
                  <c:v>0.074396356741</c:v>
                </c:pt>
                <c:pt idx="1436">
                  <c:v>0.0741467726095</c:v>
                </c:pt>
                <c:pt idx="1437">
                  <c:v>0.0756020423042</c:v>
                </c:pt>
                <c:pt idx="1438">
                  <c:v>0.075846976584</c:v>
                </c:pt>
                <c:pt idx="1439">
                  <c:v>0.0762545970618</c:v>
                </c:pt>
                <c:pt idx="1440">
                  <c:v>0.0773209808822</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0.188141952511</c:v>
                </c:pt>
                <c:pt idx="1508">
                  <c:v>0.186076196461</c:v>
                </c:pt>
                <c:pt idx="1509">
                  <c:v>0.187049609142</c:v>
                </c:pt>
                <c:pt idx="1510">
                  <c:v>0.186668417838</c:v>
                </c:pt>
                <c:pt idx="1511">
                  <c:v>0.184720804944</c:v>
                </c:pt>
                <c:pt idx="1512">
                  <c:v>0.184530624776</c:v>
                </c:pt>
                <c:pt idx="1513">
                  <c:v>0.184567306483</c:v>
                </c:pt>
                <c:pt idx="1514">
                  <c:v>0.183870829094</c:v>
                </c:pt>
                <c:pt idx="1515">
                  <c:v>0.183955950906</c:v>
                </c:pt>
                <c:pt idx="1516">
                  <c:v>0.184904726295</c:v>
                </c:pt>
                <c:pt idx="1517">
                  <c:v>0.185665142835</c:v>
                </c:pt>
                <c:pt idx="1518">
                  <c:v>0.185377036586</c:v>
                </c:pt>
                <c:pt idx="1519">
                  <c:v>0.186966696498</c:v>
                </c:pt>
                <c:pt idx="1520">
                  <c:v>0.187902610219</c:v>
                </c:pt>
                <c:pt idx="1521">
                  <c:v>0.187216661307</c:v>
                </c:pt>
                <c:pt idx="1522">
                  <c:v>0.187274826292</c:v>
                </c:pt>
                <c:pt idx="1523">
                  <c:v>0.186909565438</c:v>
                </c:pt>
                <c:pt idx="1524">
                  <c:v>0.18641045079</c:v>
                </c:pt>
                <c:pt idx="1525">
                  <c:v>0.184813036733</c:v>
                </c:pt>
                <c:pt idx="1526">
                  <c:v>0.183023470131</c:v>
                </c:pt>
                <c:pt idx="1527">
                  <c:v>0.189554818058</c:v>
                </c:pt>
                <c:pt idx="1528">
                  <c:v>0.189610662773</c:v>
                </c:pt>
                <c:pt idx="1529">
                  <c:v>0.188711923003</c:v>
                </c:pt>
                <c:pt idx="1530">
                  <c:v>0.188014256386</c:v>
                </c:pt>
                <c:pt idx="1531">
                  <c:v>0.188152359574</c:v>
                </c:pt>
                <c:pt idx="1532">
                  <c:v>0.188283533473</c:v>
                </c:pt>
                <c:pt idx="1533">
                  <c:v>0.188154348474</c:v>
                </c:pt>
                <c:pt idx="1534">
                  <c:v>0.187364926863</c:v>
                </c:pt>
                <c:pt idx="1535">
                  <c:v>0.185837084207</c:v>
                </c:pt>
                <c:pt idx="1536">
                  <c:v>0.186190941099</c:v>
                </c:pt>
                <c:pt idx="1537">
                  <c:v>0.187334402157</c:v>
                </c:pt>
                <c:pt idx="1538">
                  <c:v>0.187272253539</c:v>
                </c:pt>
                <c:pt idx="1539">
                  <c:v>0.187853346791</c:v>
                </c:pt>
                <c:pt idx="1540">
                  <c:v>0.18647221232</c:v>
                </c:pt>
                <c:pt idx="1541">
                  <c:v>0.184890355944</c:v>
                </c:pt>
                <c:pt idx="1542">
                  <c:v>0.183665946106</c:v>
                </c:pt>
                <c:pt idx="1543">
                  <c:v>0.183913107402</c:v>
                </c:pt>
                <c:pt idx="1544">
                  <c:v>0.183423454419</c:v>
                </c:pt>
                <c:pt idx="1545">
                  <c:v>0.185294394948</c:v>
                </c:pt>
                <c:pt idx="1546">
                  <c:v>0.184512828988</c:v>
                </c:pt>
                <c:pt idx="1547">
                  <c:v>0.184155601994</c:v>
                </c:pt>
                <c:pt idx="1548">
                  <c:v>0.182662288896</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0.156830036519</c:v>
                </c:pt>
                <c:pt idx="1571">
                  <c:v>0.156732704415</c:v>
                </c:pt>
                <c:pt idx="1572">
                  <c:v>0.159149915418</c:v>
                </c:pt>
                <c:pt idx="1573">
                  <c:v>0.158150022982</c:v>
                </c:pt>
                <c:pt idx="1574">
                  <c:v>0.157007818692</c:v>
                </c:pt>
                <c:pt idx="1575">
                  <c:v>0.158463236959</c:v>
                </c:pt>
                <c:pt idx="1576">
                  <c:v>0.156879789098</c:v>
                </c:pt>
                <c:pt idx="1577">
                  <c:v>0.15946047217</c:v>
                </c:pt>
                <c:pt idx="1578">
                  <c:v>0.160627623932</c:v>
                </c:pt>
                <c:pt idx="1579">
                  <c:v>0.16063641144</c:v>
                </c:pt>
                <c:pt idx="1580">
                  <c:v>0.1613997828</c:v>
                </c:pt>
                <c:pt idx="1581">
                  <c:v>0.160011400276</c:v>
                </c:pt>
                <c:pt idx="1582">
                  <c:v>0.159663515576</c:v>
                </c:pt>
                <c:pt idx="1583">
                  <c:v>0.158339650574</c:v>
                </c:pt>
                <c:pt idx="1584">
                  <c:v>0.158485624353</c:v>
                </c:pt>
                <c:pt idx="1585">
                  <c:v>0.158746755254</c:v>
                </c:pt>
                <c:pt idx="1586">
                  <c:v>0.158268401495</c:v>
                </c:pt>
                <c:pt idx="1587">
                  <c:v>0.159477878238</c:v>
                </c:pt>
                <c:pt idx="1588">
                  <c:v>0.159752297915</c:v>
                </c:pt>
                <c:pt idx="1589">
                  <c:v>0.159690489272</c:v>
                </c:pt>
                <c:pt idx="1590">
                  <c:v>0.338560284319</c:v>
                </c:pt>
                <c:pt idx="1591">
                  <c:v>0.33888645654</c:v>
                </c:pt>
                <c:pt idx="1592">
                  <c:v>0.338276179103</c:v>
                </c:pt>
                <c:pt idx="1593">
                  <c:v>0.336983140006</c:v>
                </c:pt>
                <c:pt idx="1594">
                  <c:v>0.340464108698</c:v>
                </c:pt>
                <c:pt idx="1595">
                  <c:v>0.334186084149</c:v>
                </c:pt>
                <c:pt idx="1596">
                  <c:v>0.331051047823</c:v>
                </c:pt>
                <c:pt idx="1597">
                  <c:v>0.332643181301</c:v>
                </c:pt>
                <c:pt idx="1598">
                  <c:v>0.332774508471</c:v>
                </c:pt>
                <c:pt idx="1599">
                  <c:v>0.333126959918</c:v>
                </c:pt>
                <c:pt idx="1600">
                  <c:v>0.331479306835</c:v>
                </c:pt>
                <c:pt idx="1601">
                  <c:v>0.330304440473</c:v>
                </c:pt>
                <c:pt idx="1602">
                  <c:v>0.334204854996</c:v>
                </c:pt>
                <c:pt idx="1603">
                  <c:v>0.332424563673</c:v>
                </c:pt>
                <c:pt idx="1604">
                  <c:v>0.336477672213</c:v>
                </c:pt>
                <c:pt idx="1605">
                  <c:v>0.334482473521</c:v>
                </c:pt>
                <c:pt idx="1606">
                  <c:v>0.334812964645</c:v>
                </c:pt>
                <c:pt idx="1607">
                  <c:v>0.335929906082</c:v>
                </c:pt>
                <c:pt idx="1608">
                  <c:v>0.334294616327</c:v>
                </c:pt>
                <c:pt idx="1609">
                  <c:v>0.337863052293</c:v>
                </c:pt>
                <c:pt idx="1610">
                  <c:v>0.335063359792</c:v>
                </c:pt>
                <c:pt idx="1611">
                  <c:v>0.331544679231</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3"/>
          <c:order val="3"/>
          <c:tx>
            <c:strRef>
              <c:f>GLD</c:f>
              <c:strCache>
                <c:ptCount val="1"/>
                <c:pt idx="0">
                  <c:v>GLD</c:v>
                </c:pt>
              </c:strCache>
            </c:strRef>
          </c:tx>
          <c:spPr>
            <a:solidFill>
              <a:srgbClr val="C2A04A"/>
            </a:solidFill>
            <a:ln w="0">
              <a:noFill/>
            </a:ln>
          </c:spPr>
          <c:dLbls>
            <c:delete val="1"/>
          </c:dLbls>
          <c:cat>
            <c:strRef>
              <c:f>'Chart Data'!$G$2:$G$1734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Data'!$H$2:$H$1734</c:f>
              <c:numCache>
                <c:formatCode>0%</c:formatCode>
                <c:ptCount val="1733"/>
                <c:pt idx="0">
                  <c:v>0.295046167096</c:v>
                </c:pt>
                <c:pt idx="1">
                  <c:v>0.297200309302</c:v>
                </c:pt>
                <c:pt idx="2">
                  <c:v>0.298543752269</c:v>
                </c:pt>
                <c:pt idx="3">
                  <c:v>0.296745648255</c:v>
                </c:pt>
                <c:pt idx="4">
                  <c:v>0.294482451709</c:v>
                </c:pt>
                <c:pt idx="5">
                  <c:v>0.295439284429</c:v>
                </c:pt>
                <c:pt idx="6">
                  <c:v>0.292707225033</c:v>
                </c:pt>
                <c:pt idx="7">
                  <c:v>0.292671360943</c:v>
                </c:pt>
                <c:pt idx="8">
                  <c:v>0.293827033609</c:v>
                </c:pt>
                <c:pt idx="9">
                  <c:v>0.292493471486</c:v>
                </c:pt>
                <c:pt idx="10">
                  <c:v>0.292539332847</c:v>
                </c:pt>
                <c:pt idx="11">
                  <c:v>0.292539332847</c:v>
                </c:pt>
                <c:pt idx="12">
                  <c:v>0.293802459821</c:v>
                </c:pt>
                <c:pt idx="13">
                  <c:v>0.293626425109</c:v>
                </c:pt>
                <c:pt idx="14">
                  <c:v>0.294251391978</c:v>
                </c:pt>
                <c:pt idx="15">
                  <c:v>0.296686695639</c:v>
                </c:pt>
                <c:pt idx="16">
                  <c:v>0.301076564224</c:v>
                </c:pt>
                <c:pt idx="17">
                  <c:v>0.297885108042</c:v>
                </c:pt>
                <c:pt idx="18">
                  <c:v>0.298658653431</c:v>
                </c:pt>
                <c:pt idx="19">
                  <c:v>0.299144159463</c:v>
                </c:pt>
                <c:pt idx="20">
                  <c:v>0.303010302346</c:v>
                </c:pt>
                <c:pt idx="21">
                  <c:v>0.300749247554</c:v>
                </c:pt>
                <c:pt idx="22">
                  <c:v>0.353012436266</c:v>
                </c:pt>
                <c:pt idx="23">
                  <c:v>0.352738254066</c:v>
                </c:pt>
                <c:pt idx="24">
                  <c:v>0.353253751005</c:v>
                </c:pt>
                <c:pt idx="25">
                  <c:v>0.353934745821</c:v>
                </c:pt>
                <c:pt idx="26">
                  <c:v>0.3532964111</c:v>
                </c:pt>
                <c:pt idx="27">
                  <c:v>0.352232462406</c:v>
                </c:pt>
                <c:pt idx="28">
                  <c:v>0.351276839448</c:v>
                </c:pt>
                <c:pt idx="29">
                  <c:v>0.352894514808</c:v>
                </c:pt>
                <c:pt idx="30">
                  <c:v>0.35330306831</c:v>
                </c:pt>
                <c:pt idx="31">
                  <c:v>0.35330306831</c:v>
                </c:pt>
                <c:pt idx="32">
                  <c:v>0.356193660724</c:v>
                </c:pt>
                <c:pt idx="33">
                  <c:v>0.356715631042</c:v>
                </c:pt>
                <c:pt idx="34">
                  <c:v>0.358064566614</c:v>
                </c:pt>
                <c:pt idx="35">
                  <c:v>0.362045598555</c:v>
                </c:pt>
                <c:pt idx="36">
                  <c:v>0.367912309095</c:v>
                </c:pt>
                <c:pt idx="37">
                  <c:v>0.366764682775</c:v>
                </c:pt>
                <c:pt idx="38">
                  <c:v>0.368372672586</c:v>
                </c:pt>
                <c:pt idx="39">
                  <c:v>0.373108067566</c:v>
                </c:pt>
                <c:pt idx="40">
                  <c:v>0.362831992997</c:v>
                </c:pt>
                <c:pt idx="41">
                  <c:v>0.359823121987</c:v>
                </c:pt>
                <c:pt idx="42">
                  <c:v>0.182331554788</c:v>
                </c:pt>
                <c:pt idx="43">
                  <c:v>0.182277123956</c:v>
                </c:pt>
                <c:pt idx="44">
                  <c:v>0.184746274635</c:v>
                </c:pt>
                <c:pt idx="45">
                  <c:v>0.181380288509</c:v>
                </c:pt>
                <c:pt idx="46">
                  <c:v>0.183307307201</c:v>
                </c:pt>
                <c:pt idx="47">
                  <c:v>0.182174233819</c:v>
                </c:pt>
                <c:pt idx="48">
                  <c:v>0.187888895755</c:v>
                </c:pt>
                <c:pt idx="49">
                  <c:v>0.187257426501</c:v>
                </c:pt>
                <c:pt idx="50">
                  <c:v>0.180806248618</c:v>
                </c:pt>
                <c:pt idx="51">
                  <c:v>0.180198183567</c:v>
                </c:pt>
                <c:pt idx="52">
                  <c:v>0.185421295711</c:v>
                </c:pt>
                <c:pt idx="53">
                  <c:v>0.192679544748</c:v>
                </c:pt>
                <c:pt idx="54">
                  <c:v>0.186957639211</c:v>
                </c:pt>
                <c:pt idx="55">
                  <c:v>0.182171953344</c:v>
                </c:pt>
                <c:pt idx="56">
                  <c:v>0.18592714181</c:v>
                </c:pt>
                <c:pt idx="57">
                  <c:v>0.191336357973</c:v>
                </c:pt>
                <c:pt idx="58">
                  <c:v>0.187778460519</c:v>
                </c:pt>
                <c:pt idx="59">
                  <c:v>0.186738972355</c:v>
                </c:pt>
                <c:pt idx="60">
                  <c:v>0.186048343808</c:v>
                </c:pt>
                <c:pt idx="61">
                  <c:v>0.186470131202</c:v>
                </c:pt>
                <c:pt idx="62">
                  <c:v>0.182345951963</c:v>
                </c:pt>
                <c:pt idx="63">
                  <c:v>0.184592643026</c:v>
                </c:pt>
                <c:pt idx="64">
                  <c:v>0.483551552624</c:v>
                </c:pt>
                <c:pt idx="65">
                  <c:v>0.484188192972</c:v>
                </c:pt>
                <c:pt idx="66">
                  <c:v>0.491670726675</c:v>
                </c:pt>
                <c:pt idx="67">
                  <c:v>0.492960100086</c:v>
                </c:pt>
                <c:pt idx="68">
                  <c:v>0.492548905553</c:v>
                </c:pt>
                <c:pt idx="69">
                  <c:v>0.49854146288</c:v>
                </c:pt>
                <c:pt idx="70">
                  <c:v>0.505082918569</c:v>
                </c:pt>
                <c:pt idx="71">
                  <c:v>0.507103021409</c:v>
                </c:pt>
                <c:pt idx="72">
                  <c:v>0.499288615706</c:v>
                </c:pt>
                <c:pt idx="73">
                  <c:v>0.49624913524</c:v>
                </c:pt>
                <c:pt idx="74">
                  <c:v>0.494721035738</c:v>
                </c:pt>
                <c:pt idx="75">
                  <c:v>0.494493152288</c:v>
                </c:pt>
                <c:pt idx="76">
                  <c:v>0.489653853701</c:v>
                </c:pt>
                <c:pt idx="77">
                  <c:v>0.497089837897</c:v>
                </c:pt>
                <c:pt idx="78">
                  <c:v>0.498242406279</c:v>
                </c:pt>
                <c:pt idx="79">
                  <c:v>0.49658286467</c:v>
                </c:pt>
                <c:pt idx="80">
                  <c:v>0.49961448884</c:v>
                </c:pt>
                <c:pt idx="81">
                  <c:v>0.495636682416</c:v>
                </c:pt>
                <c:pt idx="82">
                  <c:v>0.498316767286</c:v>
                </c:pt>
                <c:pt idx="83">
                  <c:v>0.496682371883</c:v>
                </c:pt>
                <c:pt idx="84">
                  <c:v>0.496088737274</c:v>
                </c:pt>
                <c:pt idx="85">
                  <c:v>0.498142138936</c:v>
                </c:pt>
                <c:pt idx="86">
                  <c:v>0.425807670331</c:v>
                </c:pt>
                <c:pt idx="87">
                  <c:v>0.426621542447</c:v>
                </c:pt>
                <c:pt idx="88">
                  <c:v>0.426295193648</c:v>
                </c:pt>
                <c:pt idx="89">
                  <c:v>0.428022345072</c:v>
                </c:pt>
                <c:pt idx="90">
                  <c:v>0.428409931723</c:v>
                </c:pt>
                <c:pt idx="91">
                  <c:v>0.426860515285</c:v>
                </c:pt>
                <c:pt idx="92">
                  <c:v>0.427497862954</c:v>
                </c:pt>
                <c:pt idx="93">
                  <c:v>0.427270572838</c:v>
                </c:pt>
                <c:pt idx="94">
                  <c:v>0.429279311312</c:v>
                </c:pt>
                <c:pt idx="95">
                  <c:v>0.432861373902</c:v>
                </c:pt>
                <c:pt idx="96">
                  <c:v>0.43430299132</c:v>
                </c:pt>
                <c:pt idx="97">
                  <c:v>0.434151006489</c:v>
                </c:pt>
                <c:pt idx="98">
                  <c:v>0.429935951595</c:v>
                </c:pt>
                <c:pt idx="99">
                  <c:v>0.429911688817</c:v>
                </c:pt>
                <c:pt idx="100">
                  <c:v>0.429711723515</c:v>
                </c:pt>
                <c:pt idx="101">
                  <c:v>0.430603760385</c:v>
                </c:pt>
                <c:pt idx="102">
                  <c:v>0.432328717614</c:v>
                </c:pt>
                <c:pt idx="103">
                  <c:v>0.43238153612</c:v>
                </c:pt>
                <c:pt idx="104">
                  <c:v>0.435168895826</c:v>
                </c:pt>
                <c:pt idx="105">
                  <c:v>0.64772289324</c:v>
                </c:pt>
                <c:pt idx="106">
                  <c:v>0.646527248056</c:v>
                </c:pt>
                <c:pt idx="107">
                  <c:v>0.652232048728</c:v>
                </c:pt>
                <c:pt idx="108">
                  <c:v>0.649201213134</c:v>
                </c:pt>
                <c:pt idx="109">
                  <c:v>0.6507773751</c:v>
                </c:pt>
                <c:pt idx="110">
                  <c:v>0.650391267125</c:v>
                </c:pt>
                <c:pt idx="111">
                  <c:v>0.650278565622</c:v>
                </c:pt>
                <c:pt idx="112">
                  <c:v>0.644350832316</c:v>
                </c:pt>
                <c:pt idx="113">
                  <c:v>0.646891354235</c:v>
                </c:pt>
                <c:pt idx="114">
                  <c:v>0.646356781092</c:v>
                </c:pt>
                <c:pt idx="115">
                  <c:v>0.649768673223</c:v>
                </c:pt>
                <c:pt idx="116">
                  <c:v>0.649265511373</c:v>
                </c:pt>
                <c:pt idx="117">
                  <c:v>0.646413118514</c:v>
                </c:pt>
                <c:pt idx="118">
                  <c:v>0.648734481746</c:v>
                </c:pt>
                <c:pt idx="119">
                  <c:v>0.650172839109</c:v>
                </c:pt>
                <c:pt idx="120">
                  <c:v>0.653631659917</c:v>
                </c:pt>
                <c:pt idx="121">
                  <c:v>0.6504193992</c:v>
                </c:pt>
                <c:pt idx="122">
                  <c:v>0.64962750042</c:v>
                </c:pt>
                <c:pt idx="123">
                  <c:v>0.648216489225</c:v>
                </c:pt>
                <c:pt idx="124">
                  <c:v>0.649057982</c:v>
                </c:pt>
                <c:pt idx="125">
                  <c:v>0.651173259389</c:v>
                </c:pt>
                <c:pt idx="126">
                  <c:v>0.650594355249</c:v>
                </c:pt>
                <c:pt idx="127">
                  <c:v>0.421720344486</c:v>
                </c:pt>
                <c:pt idx="128">
                  <c:v>0.421720344486</c:v>
                </c:pt>
                <c:pt idx="129">
                  <c:v>0.424179178114</c:v>
                </c:pt>
                <c:pt idx="130">
                  <c:v>0.422307528739</c:v>
                </c:pt>
                <c:pt idx="131">
                  <c:v>0.424796658645</c:v>
                </c:pt>
                <c:pt idx="132">
                  <c:v>0.420281517789</c:v>
                </c:pt>
                <c:pt idx="133">
                  <c:v>0.420876167648</c:v>
                </c:pt>
                <c:pt idx="134">
                  <c:v>0.420373968942</c:v>
                </c:pt>
                <c:pt idx="135">
                  <c:v>0.421157581113</c:v>
                </c:pt>
                <c:pt idx="136">
                  <c:v>0.422513402906</c:v>
                </c:pt>
                <c:pt idx="137">
                  <c:v>0.419044114012</c:v>
                </c:pt>
                <c:pt idx="138">
                  <c:v>0.421554000938</c:v>
                </c:pt>
                <c:pt idx="139">
                  <c:v>0.422127814677</c:v>
                </c:pt>
                <c:pt idx="140">
                  <c:v>0.424906555747</c:v>
                </c:pt>
                <c:pt idx="141">
                  <c:v>0.427866871268</c:v>
                </c:pt>
                <c:pt idx="142">
                  <c:v>0.42717485724</c:v>
                </c:pt>
                <c:pt idx="143">
                  <c:v>0.429280897506</c:v>
                </c:pt>
                <c:pt idx="144">
                  <c:v>0.434993630715</c:v>
                </c:pt>
                <c:pt idx="145">
                  <c:v>0.435340516602</c:v>
                </c:pt>
                <c:pt idx="146">
                  <c:v>0.437600201719</c:v>
                </c:pt>
                <c:pt idx="147">
                  <c:v>0.434158977748</c:v>
                </c:pt>
                <c:pt idx="148">
                  <c:v>0.436540944692</c:v>
                </c:pt>
                <c:pt idx="149">
                  <c:v>0.438061429756</c:v>
                </c:pt>
                <c:pt idx="150">
                  <c:v>0.277155019775</c:v>
                </c:pt>
                <c:pt idx="151">
                  <c:v>0.279523499913</c:v>
                </c:pt>
                <c:pt idx="152">
                  <c:v>0.281115515518</c:v>
                </c:pt>
                <c:pt idx="153">
                  <c:v>0.279388270137</c:v>
                </c:pt>
                <c:pt idx="154">
                  <c:v>0.279074946789</c:v>
                </c:pt>
                <c:pt idx="155">
                  <c:v>0.270039217942</c:v>
                </c:pt>
                <c:pt idx="156">
                  <c:v>0.269372807353</c:v>
                </c:pt>
                <c:pt idx="157">
                  <c:v>0.275553451553</c:v>
                </c:pt>
                <c:pt idx="158">
                  <c:v>0.275218549834</c:v>
                </c:pt>
                <c:pt idx="159">
                  <c:v>0.278684627792</c:v>
                </c:pt>
                <c:pt idx="160">
                  <c:v>0.2794885485</c:v>
                </c:pt>
                <c:pt idx="161">
                  <c:v>0.274443337751</c:v>
                </c:pt>
                <c:pt idx="162">
                  <c:v>0.274696229646</c:v>
                </c:pt>
                <c:pt idx="163">
                  <c:v>0.272042633148</c:v>
                </c:pt>
                <c:pt idx="164">
                  <c:v>0.270365518919</c:v>
                </c:pt>
                <c:pt idx="165">
                  <c:v>0.271087086043</c:v>
                </c:pt>
                <c:pt idx="166">
                  <c:v>0.273470099899</c:v>
                </c:pt>
                <c:pt idx="167">
                  <c:v>0.27351998827</c:v>
                </c:pt>
                <c:pt idx="168">
                  <c:v>0.276348475261</c:v>
                </c:pt>
                <c:pt idx="169">
                  <c:v>0.276867714855</c:v>
                </c:pt>
                <c:pt idx="170">
                  <c:v>0.27470402868</c:v>
                </c:pt>
                <c:pt idx="171">
                  <c:v>0.196596917486</c:v>
                </c:pt>
                <c:pt idx="172">
                  <c:v>0.197971871501</c:v>
                </c:pt>
                <c:pt idx="173">
                  <c:v>0.200048065765</c:v>
                </c:pt>
                <c:pt idx="174">
                  <c:v>0.200048065765</c:v>
                </c:pt>
                <c:pt idx="175">
                  <c:v>0.201976452391</c:v>
                </c:pt>
                <c:pt idx="176">
                  <c:v>0.201971709865</c:v>
                </c:pt>
                <c:pt idx="177">
                  <c:v>0.202851219264</c:v>
                </c:pt>
                <c:pt idx="178">
                  <c:v>0.202329285767</c:v>
                </c:pt>
                <c:pt idx="179">
                  <c:v>0.202265374067</c:v>
                </c:pt>
                <c:pt idx="180">
                  <c:v>0.201319861878</c:v>
                </c:pt>
                <c:pt idx="181">
                  <c:v>0.202019961656</c:v>
                </c:pt>
                <c:pt idx="182">
                  <c:v>0.201431310169</c:v>
                </c:pt>
                <c:pt idx="183">
                  <c:v>0.202693639734</c:v>
                </c:pt>
                <c:pt idx="184">
                  <c:v>0.200456784645</c:v>
                </c:pt>
                <c:pt idx="185">
                  <c:v>0.199398747416</c:v>
                </c:pt>
                <c:pt idx="186">
                  <c:v>0.197889117265</c:v>
                </c:pt>
                <c:pt idx="187">
                  <c:v>0.198153379931</c:v>
                </c:pt>
                <c:pt idx="188">
                  <c:v>0.196775497228</c:v>
                </c:pt>
                <c:pt idx="189">
                  <c:v>0.19705005549</c:v>
                </c:pt>
                <c:pt idx="190">
                  <c:v>0.198851164129</c:v>
                </c:pt>
                <c:pt idx="191">
                  <c:v>0.197340430213</c:v>
                </c:pt>
                <c:pt idx="192">
                  <c:v>0.198189510859</c:v>
                </c:pt>
                <c:pt idx="193">
                  <c:v>0.209365976103</c:v>
                </c:pt>
                <c:pt idx="194">
                  <c:v>0.207643855967</c:v>
                </c:pt>
                <c:pt idx="195">
                  <c:v>0.205719512526</c:v>
                </c:pt>
                <c:pt idx="196">
                  <c:v>0.204224635005</c:v>
                </c:pt>
                <c:pt idx="197">
                  <c:v>0.203655134956</c:v>
                </c:pt>
                <c:pt idx="198">
                  <c:v>0.205864509618</c:v>
                </c:pt>
                <c:pt idx="199">
                  <c:v>0.204223500517</c:v>
                </c:pt>
                <c:pt idx="200">
                  <c:v>0.201943591306</c:v>
                </c:pt>
                <c:pt idx="201">
                  <c:v>0.203177491206</c:v>
                </c:pt>
                <c:pt idx="202">
                  <c:v>0.204681147726</c:v>
                </c:pt>
                <c:pt idx="203">
                  <c:v>0.203893794635</c:v>
                </c:pt>
                <c:pt idx="204">
                  <c:v>0.204414906518</c:v>
                </c:pt>
                <c:pt idx="205">
                  <c:v>0.204432967511</c:v>
                </c:pt>
                <c:pt idx="206">
                  <c:v>0.205724293536</c:v>
                </c:pt>
                <c:pt idx="207">
                  <c:v>0.203870512739</c:v>
                </c:pt>
                <c:pt idx="208">
                  <c:v>0.203408052645</c:v>
                </c:pt>
                <c:pt idx="209">
                  <c:v>0.205214455844</c:v>
                </c:pt>
                <c:pt idx="210">
                  <c:v>0.205653198866</c:v>
                </c:pt>
                <c:pt idx="211">
                  <c:v>0.20679115466</c:v>
                </c:pt>
                <c:pt idx="212">
                  <c:v>0.205963248536</c:v>
                </c:pt>
                <c:pt idx="213">
                  <c:v>0.208628147056</c:v>
                </c:pt>
                <c:pt idx="214">
                  <c:v>0.208343468663</c:v>
                </c:pt>
                <c:pt idx="215">
                  <c:v>0.165313202275</c:v>
                </c:pt>
                <c:pt idx="216">
                  <c:v>0.162374864957</c:v>
                </c:pt>
                <c:pt idx="217">
                  <c:v>0.163706605997</c:v>
                </c:pt>
                <c:pt idx="218">
                  <c:v>0.163812343706</c:v>
                </c:pt>
                <c:pt idx="219">
                  <c:v>0.156430578834</c:v>
                </c:pt>
                <c:pt idx="220">
                  <c:v>0.156719010412</c:v>
                </c:pt>
                <c:pt idx="221">
                  <c:v>0.155588999298</c:v>
                </c:pt>
                <c:pt idx="222">
                  <c:v>0.157473652355</c:v>
                </c:pt>
                <c:pt idx="223">
                  <c:v>0.157411132774</c:v>
                </c:pt>
                <c:pt idx="224">
                  <c:v>0.155881356113</c:v>
                </c:pt>
                <c:pt idx="225">
                  <c:v>0.155492501061</c:v>
                </c:pt>
                <c:pt idx="226">
                  <c:v>0.1550892084</c:v>
                </c:pt>
                <c:pt idx="227">
                  <c:v>0.154618208035</c:v>
                </c:pt>
                <c:pt idx="228">
                  <c:v>0.154652173136</c:v>
                </c:pt>
                <c:pt idx="229">
                  <c:v>0.151574784514</c:v>
                </c:pt>
                <c:pt idx="230">
                  <c:v>0.147406436643</c:v>
                </c:pt>
                <c:pt idx="231">
                  <c:v>0.147332128408</c:v>
                </c:pt>
                <c:pt idx="232">
                  <c:v>0.147332128408</c:v>
                </c:pt>
                <c:pt idx="233">
                  <c:v>0.145530368412</c:v>
                </c:pt>
                <c:pt idx="234">
                  <c:v>0.146484444991</c:v>
                </c:pt>
                <c:pt idx="235">
                  <c:v>0.147940895708</c:v>
                </c:pt>
                <c:pt idx="236">
                  <c:v>0.164526469372</c:v>
                </c:pt>
                <c:pt idx="237">
                  <c:v>0.164999340924</c:v>
                </c:pt>
                <c:pt idx="238">
                  <c:v>0.163385632876</c:v>
                </c:pt>
                <c:pt idx="239">
                  <c:v>0.165655417562</c:v>
                </c:pt>
                <c:pt idx="240">
                  <c:v>0.166216844973</c:v>
                </c:pt>
                <c:pt idx="241">
                  <c:v>0.16414140617</c:v>
                </c:pt>
                <c:pt idx="242">
                  <c:v>0.163138707062</c:v>
                </c:pt>
                <c:pt idx="243">
                  <c:v>0.163810560536</c:v>
                </c:pt>
                <c:pt idx="244">
                  <c:v>0.162779511908</c:v>
                </c:pt>
                <c:pt idx="245">
                  <c:v>0.163636613396</c:v>
                </c:pt>
                <c:pt idx="246">
                  <c:v>0.16379224709</c:v>
                </c:pt>
                <c:pt idx="247">
                  <c:v>0.164470527189</c:v>
                </c:pt>
                <c:pt idx="248">
                  <c:v>0.164346856277</c:v>
                </c:pt>
                <c:pt idx="249">
                  <c:v>0.165205973445</c:v>
                </c:pt>
                <c:pt idx="250">
                  <c:v>0.165109556814</c:v>
                </c:pt>
                <c:pt idx="251">
                  <c:v>0.165081113834</c:v>
                </c:pt>
                <c:pt idx="252">
                  <c:v>0.165458840659</c:v>
                </c:pt>
                <c:pt idx="253">
                  <c:v>0.16458310598</c:v>
                </c:pt>
                <c:pt idx="254">
                  <c:v>0.164459662026</c:v>
                </c:pt>
                <c:pt idx="255">
                  <c:v>0.16442609153</c:v>
                </c:pt>
                <c:pt idx="256">
                  <c:v>0.164600637175</c:v>
                </c:pt>
                <c:pt idx="257">
                  <c:v>0.167902666685</c:v>
                </c:pt>
                <c:pt idx="258">
                  <c:v>0.0977528332318</c:v>
                </c:pt>
                <c:pt idx="259">
                  <c:v>0.0961691942372</c:v>
                </c:pt>
                <c:pt idx="260">
                  <c:v>0.0949498895125</c:v>
                </c:pt>
                <c:pt idx="261">
                  <c:v>0.0907587159643</c:v>
                </c:pt>
                <c:pt idx="262">
                  <c:v>0.0912706355297</c:v>
                </c:pt>
                <c:pt idx="263">
                  <c:v>0.0914542475139</c:v>
                </c:pt>
                <c:pt idx="264">
                  <c:v>0.0908771897403</c:v>
                </c:pt>
                <c:pt idx="265">
                  <c:v>0.0905500118898</c:v>
                </c:pt>
                <c:pt idx="266">
                  <c:v>0.0901102026427</c:v>
                </c:pt>
                <c:pt idx="267">
                  <c:v>0.0903285691097</c:v>
                </c:pt>
                <c:pt idx="268">
                  <c:v>0.0904243163685</c:v>
                </c:pt>
                <c:pt idx="269">
                  <c:v>0.0909582928858</c:v>
                </c:pt>
                <c:pt idx="270">
                  <c:v>0.0906673923982</c:v>
                </c:pt>
                <c:pt idx="271">
                  <c:v>0.0906708937868</c:v>
                </c:pt>
                <c:pt idx="272">
                  <c:v>0.0905193123137</c:v>
                </c:pt>
                <c:pt idx="273">
                  <c:v>0.0906920737794</c:v>
                </c:pt>
                <c:pt idx="274">
                  <c:v>0.0913083074541</c:v>
                </c:pt>
                <c:pt idx="275">
                  <c:v>0.0914475395103</c:v>
                </c:pt>
                <c:pt idx="276">
                  <c:v>0.0925639629617</c:v>
                </c:pt>
                <c:pt idx="277">
                  <c:v>0.0921447928321</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0.0988515918889</c:v>
                </c:pt>
                <c:pt idx="364">
                  <c:v>0.097477929968</c:v>
                </c:pt>
                <c:pt idx="365">
                  <c:v>0.0979959976782</c:v>
                </c:pt>
                <c:pt idx="366">
                  <c:v>0.098146073677</c:v>
                </c:pt>
                <c:pt idx="367">
                  <c:v>0.0976425659443</c:v>
                </c:pt>
                <c:pt idx="368">
                  <c:v>0.0977917274404</c:v>
                </c:pt>
                <c:pt idx="369">
                  <c:v>0.0978407778669</c:v>
                </c:pt>
                <c:pt idx="370">
                  <c:v>0.096955593528</c:v>
                </c:pt>
                <c:pt idx="371">
                  <c:v>0.0965227217933</c:v>
                </c:pt>
                <c:pt idx="372">
                  <c:v>0.0963310180646</c:v>
                </c:pt>
                <c:pt idx="373">
                  <c:v>0.0954844821889</c:v>
                </c:pt>
                <c:pt idx="374">
                  <c:v>0.0935887032531</c:v>
                </c:pt>
                <c:pt idx="375">
                  <c:v>0.0933119393026</c:v>
                </c:pt>
                <c:pt idx="376">
                  <c:v>0.0939432659745</c:v>
                </c:pt>
                <c:pt idx="377">
                  <c:v>0.0934900109285</c:v>
                </c:pt>
                <c:pt idx="378">
                  <c:v>0.0931094632828</c:v>
                </c:pt>
                <c:pt idx="379">
                  <c:v>0.0928519504955</c:v>
                </c:pt>
                <c:pt idx="380">
                  <c:v>0.0930318633307</c:v>
                </c:pt>
                <c:pt idx="381">
                  <c:v>0.0928884808061</c:v>
                </c:pt>
                <c:pt idx="382">
                  <c:v>0.0921532429592</c:v>
                </c:pt>
                <c:pt idx="383">
                  <c:v>0.0920981227057</c:v>
                </c:pt>
                <c:pt idx="384">
                  <c:v>0.0921856058549</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0.0986127383418</c:v>
                </c:pt>
                <c:pt idx="430">
                  <c:v>0.0997458121562</c:v>
                </c:pt>
                <c:pt idx="431">
                  <c:v>0.0996253370842</c:v>
                </c:pt>
                <c:pt idx="432">
                  <c:v>0.0982246657099</c:v>
                </c:pt>
                <c:pt idx="433">
                  <c:v>0.098219724426</c:v>
                </c:pt>
                <c:pt idx="434">
                  <c:v>0.0986404120352</c:v>
                </c:pt>
                <c:pt idx="435">
                  <c:v>0.0980740028532</c:v>
                </c:pt>
                <c:pt idx="436">
                  <c:v>0.0982805586183</c:v>
                </c:pt>
                <c:pt idx="437">
                  <c:v>0.0987582775107</c:v>
                </c:pt>
                <c:pt idx="438">
                  <c:v>0.0980637595068</c:v>
                </c:pt>
                <c:pt idx="439">
                  <c:v>0.0961611264985</c:v>
                </c:pt>
                <c:pt idx="440">
                  <c:v>0.0965798226015</c:v>
                </c:pt>
                <c:pt idx="441">
                  <c:v>0.0979074746606</c:v>
                </c:pt>
                <c:pt idx="442">
                  <c:v>0.0984690180522</c:v>
                </c:pt>
                <c:pt idx="443">
                  <c:v>0.0976532214911</c:v>
                </c:pt>
                <c:pt idx="444">
                  <c:v>0.0962893083408</c:v>
                </c:pt>
                <c:pt idx="445">
                  <c:v>0.0963116429953</c:v>
                </c:pt>
                <c:pt idx="446">
                  <c:v>0.0962406372178</c:v>
                </c:pt>
                <c:pt idx="447">
                  <c:v>0.0964905267458</c:v>
                </c:pt>
                <c:pt idx="448">
                  <c:v>0.0961274928</c:v>
                </c:pt>
                <c:pt idx="449">
                  <c:v>0.097998081165</c:v>
                </c:pt>
                <c:pt idx="450">
                  <c:v>0.0977091941192</c:v>
                </c:pt>
                <c:pt idx="451">
                  <c:v>0.11618550103</c:v>
                </c:pt>
                <c:pt idx="452">
                  <c:v>0.115115786437</c:v>
                </c:pt>
                <c:pt idx="453">
                  <c:v>0.115734021799</c:v>
                </c:pt>
                <c:pt idx="454">
                  <c:v>0.114767593049</c:v>
                </c:pt>
                <c:pt idx="455">
                  <c:v>0.115026235137</c:v>
                </c:pt>
                <c:pt idx="456">
                  <c:v>0.11487554771</c:v>
                </c:pt>
                <c:pt idx="457">
                  <c:v>0.115007422163</c:v>
                </c:pt>
                <c:pt idx="458">
                  <c:v>0.116144856058</c:v>
                </c:pt>
                <c:pt idx="459">
                  <c:v>0.115291707508</c:v>
                </c:pt>
                <c:pt idx="460">
                  <c:v>0.113274787589</c:v>
                </c:pt>
                <c:pt idx="461">
                  <c:v>0.113024695036</c:v>
                </c:pt>
                <c:pt idx="462">
                  <c:v>0.11341529533</c:v>
                </c:pt>
                <c:pt idx="463">
                  <c:v>0.113980268638</c:v>
                </c:pt>
                <c:pt idx="464">
                  <c:v>0.114367569463</c:v>
                </c:pt>
                <c:pt idx="465">
                  <c:v>0.114592610833</c:v>
                </c:pt>
                <c:pt idx="466">
                  <c:v>0.114968892627</c:v>
                </c:pt>
                <c:pt idx="467">
                  <c:v>0.113878085245</c:v>
                </c:pt>
                <c:pt idx="468">
                  <c:v>0.114381187114</c:v>
                </c:pt>
                <c:pt idx="469">
                  <c:v>0.113980847487</c:v>
                </c:pt>
                <c:pt idx="470">
                  <c:v>0.113152224456</c:v>
                </c:pt>
                <c:pt idx="471">
                  <c:v>0.113629713371</c:v>
                </c:pt>
                <c:pt idx="472">
                  <c:v>0.113128417993</c:v>
                </c:pt>
                <c:pt idx="473">
                  <c:v>0.112949321665</c:v>
                </c:pt>
                <c:pt idx="474">
                  <c:v>0.113793869842</c:v>
                </c:pt>
                <c:pt idx="475">
                  <c:v>0.114270299253</c:v>
                </c:pt>
                <c:pt idx="476">
                  <c:v>0.114261613634</c:v>
                </c:pt>
                <c:pt idx="477">
                  <c:v>0.114527683001</c:v>
                </c:pt>
                <c:pt idx="478">
                  <c:v>0.116729108802</c:v>
                </c:pt>
                <c:pt idx="479">
                  <c:v>0.117193499817</c:v>
                </c:pt>
                <c:pt idx="480">
                  <c:v>0.117294452561</c:v>
                </c:pt>
                <c:pt idx="481">
                  <c:v>0.117398015086</c:v>
                </c:pt>
                <c:pt idx="482">
                  <c:v>0.116613981453</c:v>
                </c:pt>
                <c:pt idx="483">
                  <c:v>0.117720665688</c:v>
                </c:pt>
                <c:pt idx="484">
                  <c:v>0.117080057882</c:v>
                </c:pt>
                <c:pt idx="485">
                  <c:v>0.116446333477</c:v>
                </c:pt>
                <c:pt idx="486">
                  <c:v>0.11440953988</c:v>
                </c:pt>
                <c:pt idx="487">
                  <c:v>0.113526681103</c:v>
                </c:pt>
                <c:pt idx="488">
                  <c:v>0.113013986215</c:v>
                </c:pt>
                <c:pt idx="489">
                  <c:v>0.113086871706</c:v>
                </c:pt>
                <c:pt idx="490">
                  <c:v>0.114670735187</c:v>
                </c:pt>
                <c:pt idx="491">
                  <c:v>0.114688170409</c:v>
                </c:pt>
                <c:pt idx="492">
                  <c:v>0.11509443449</c:v>
                </c:pt>
                <c:pt idx="493">
                  <c:v>0.115673265245</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0.162913247057</c:v>
                </c:pt>
                <c:pt idx="518">
                  <c:v>0.16383239386</c:v>
                </c:pt>
                <c:pt idx="519">
                  <c:v>0.161695132459</c:v>
                </c:pt>
                <c:pt idx="520">
                  <c:v>0.162676301452</c:v>
                </c:pt>
                <c:pt idx="521">
                  <c:v>0.162816257324</c:v>
                </c:pt>
                <c:pt idx="522">
                  <c:v>0.163148310368</c:v>
                </c:pt>
                <c:pt idx="523">
                  <c:v>0.163272293694</c:v>
                </c:pt>
                <c:pt idx="524">
                  <c:v>0.162938340208</c:v>
                </c:pt>
                <c:pt idx="525">
                  <c:v>0.162952449001</c:v>
                </c:pt>
                <c:pt idx="526">
                  <c:v>0.162978428194</c:v>
                </c:pt>
                <c:pt idx="527">
                  <c:v>0.163829261472</c:v>
                </c:pt>
                <c:pt idx="528">
                  <c:v>0.165957958699</c:v>
                </c:pt>
                <c:pt idx="529">
                  <c:v>0.165620238917</c:v>
                </c:pt>
                <c:pt idx="530">
                  <c:v>0.165062254775</c:v>
                </c:pt>
                <c:pt idx="531">
                  <c:v>0.166357838936</c:v>
                </c:pt>
                <c:pt idx="532">
                  <c:v>0.167344866565</c:v>
                </c:pt>
                <c:pt idx="533">
                  <c:v>0.165430813761</c:v>
                </c:pt>
                <c:pt idx="534">
                  <c:v>0.162948009122</c:v>
                </c:pt>
                <c:pt idx="535">
                  <c:v>0.161839304549</c:v>
                </c:pt>
                <c:pt idx="536">
                  <c:v>0.162207243785</c:v>
                </c:pt>
                <c:pt idx="537">
                  <c:v>0.162049314159</c:v>
                </c:pt>
                <c:pt idx="538">
                  <c:v>0.161841797923</c:v>
                </c:pt>
                <c:pt idx="539">
                  <c:v>0.162381571091</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0.169960353045</c:v>
                </c:pt>
                <c:pt idx="559">
                  <c:v>0.168907569613</c:v>
                </c:pt>
                <c:pt idx="560">
                  <c:v>0.169122950588</c:v>
                </c:pt>
                <c:pt idx="561">
                  <c:v>0.170491175577</c:v>
                </c:pt>
                <c:pt idx="562">
                  <c:v>0.174060331615</c:v>
                </c:pt>
                <c:pt idx="563">
                  <c:v>0.175010758854</c:v>
                </c:pt>
                <c:pt idx="564">
                  <c:v>0.174992089151</c:v>
                </c:pt>
                <c:pt idx="565">
                  <c:v>0.172769744083</c:v>
                </c:pt>
                <c:pt idx="566">
                  <c:v>0.1734962527</c:v>
                </c:pt>
                <c:pt idx="567">
                  <c:v>0.1728761422</c:v>
                </c:pt>
                <c:pt idx="568">
                  <c:v>0.172586330207</c:v>
                </c:pt>
                <c:pt idx="569">
                  <c:v>0.169081763929</c:v>
                </c:pt>
                <c:pt idx="570">
                  <c:v>0.16691164755</c:v>
                </c:pt>
                <c:pt idx="571">
                  <c:v>0.165264504938</c:v>
                </c:pt>
                <c:pt idx="572">
                  <c:v>0.164404980556</c:v>
                </c:pt>
                <c:pt idx="573">
                  <c:v>0.164454779051</c:v>
                </c:pt>
                <c:pt idx="574">
                  <c:v>0.165375427277</c:v>
                </c:pt>
                <c:pt idx="575">
                  <c:v>0.164316692602</c:v>
                </c:pt>
                <c:pt idx="576">
                  <c:v>0.164290232628</c:v>
                </c:pt>
                <c:pt idx="577">
                  <c:v>0.16443524072</c:v>
                </c:pt>
                <c:pt idx="578">
                  <c:v>0.163777908313</c:v>
                </c:pt>
                <c:pt idx="579">
                  <c:v>0.16541000955</c:v>
                </c:pt>
                <c:pt idx="580">
                  <c:v>0.164529343308</c:v>
                </c:pt>
                <c:pt idx="581">
                  <c:v>0.220418047391</c:v>
                </c:pt>
                <c:pt idx="582">
                  <c:v>0.219668749721</c:v>
                </c:pt>
                <c:pt idx="583">
                  <c:v>0.221506475934</c:v>
                </c:pt>
                <c:pt idx="584">
                  <c:v>0.22207655818</c:v>
                </c:pt>
                <c:pt idx="585">
                  <c:v>0.223601308317</c:v>
                </c:pt>
                <c:pt idx="586">
                  <c:v>0.226115949748</c:v>
                </c:pt>
                <c:pt idx="587">
                  <c:v>0.227342910604</c:v>
                </c:pt>
                <c:pt idx="588">
                  <c:v>0.226431376519</c:v>
                </c:pt>
                <c:pt idx="589">
                  <c:v>0.225891475048</c:v>
                </c:pt>
                <c:pt idx="590">
                  <c:v>0.226621848057</c:v>
                </c:pt>
                <c:pt idx="591">
                  <c:v>0.2244652013</c:v>
                </c:pt>
                <c:pt idx="592">
                  <c:v>0.225031402471</c:v>
                </c:pt>
                <c:pt idx="593">
                  <c:v>0.224400085455</c:v>
                </c:pt>
                <c:pt idx="594">
                  <c:v>0.224441367297</c:v>
                </c:pt>
                <c:pt idx="595">
                  <c:v>0.222118089769</c:v>
                </c:pt>
                <c:pt idx="596">
                  <c:v>0.223613493311</c:v>
                </c:pt>
                <c:pt idx="597">
                  <c:v>0.222531638255</c:v>
                </c:pt>
                <c:pt idx="598">
                  <c:v>0.221438886053</c:v>
                </c:pt>
                <c:pt idx="599">
                  <c:v>0.222975163771</c:v>
                </c:pt>
                <c:pt idx="600">
                  <c:v>0.218694185675</c:v>
                </c:pt>
                <c:pt idx="601">
                  <c:v>0.21977122872</c:v>
                </c:pt>
                <c:pt idx="602">
                  <c:v>0.219657032115</c:v>
                </c:pt>
                <c:pt idx="603">
                  <c:v>0.303569687803</c:v>
                </c:pt>
                <c:pt idx="604">
                  <c:v>0.305816540406</c:v>
                </c:pt>
                <c:pt idx="605">
                  <c:v>0.30744942401</c:v>
                </c:pt>
                <c:pt idx="606">
                  <c:v>0.30783471399</c:v>
                </c:pt>
                <c:pt idx="607">
                  <c:v>0.308180254075</c:v>
                </c:pt>
                <c:pt idx="608">
                  <c:v>0.306690261374</c:v>
                </c:pt>
                <c:pt idx="609">
                  <c:v>0.303853407299</c:v>
                </c:pt>
                <c:pt idx="610">
                  <c:v>0.3044389414</c:v>
                </c:pt>
                <c:pt idx="611">
                  <c:v>0.302727226547</c:v>
                </c:pt>
                <c:pt idx="612">
                  <c:v>0.302816909112</c:v>
                </c:pt>
                <c:pt idx="613">
                  <c:v>0.307605916177</c:v>
                </c:pt>
                <c:pt idx="614">
                  <c:v>0.304712868166</c:v>
                </c:pt>
                <c:pt idx="615">
                  <c:v>0.305697812047</c:v>
                </c:pt>
                <c:pt idx="616">
                  <c:v>0.307393736414</c:v>
                </c:pt>
                <c:pt idx="617">
                  <c:v>0.306003005342</c:v>
                </c:pt>
                <c:pt idx="618">
                  <c:v>0.304138715874</c:v>
                </c:pt>
                <c:pt idx="619">
                  <c:v>0.302247039277</c:v>
                </c:pt>
                <c:pt idx="620">
                  <c:v>0.30120261741</c:v>
                </c:pt>
                <c:pt idx="621">
                  <c:v>0.299112306138</c:v>
                </c:pt>
                <c:pt idx="622">
                  <c:v>0.300920878173</c:v>
                </c:pt>
                <c:pt idx="623">
                  <c:v>0.202675242049</c:v>
                </c:pt>
                <c:pt idx="624">
                  <c:v>0.200081517328</c:v>
                </c:pt>
                <c:pt idx="625">
                  <c:v>0.199486543858</c:v>
                </c:pt>
                <c:pt idx="626">
                  <c:v>0.200641586942</c:v>
                </c:pt>
                <c:pt idx="627">
                  <c:v>0.199746205841</c:v>
                </c:pt>
                <c:pt idx="628">
                  <c:v>0.199919911177</c:v>
                </c:pt>
                <c:pt idx="629">
                  <c:v>0.204106124597</c:v>
                </c:pt>
                <c:pt idx="630">
                  <c:v>0.202219580054</c:v>
                </c:pt>
                <c:pt idx="631">
                  <c:v>0.202539862003</c:v>
                </c:pt>
                <c:pt idx="632">
                  <c:v>0.204491318243</c:v>
                </c:pt>
                <c:pt idx="633">
                  <c:v>0.206171488427</c:v>
                </c:pt>
                <c:pt idx="634">
                  <c:v>0.206852333136</c:v>
                </c:pt>
                <c:pt idx="635">
                  <c:v>0.207012137129</c:v>
                </c:pt>
                <c:pt idx="636">
                  <c:v>0.205867623671</c:v>
                </c:pt>
                <c:pt idx="637">
                  <c:v>0.208061531099</c:v>
                </c:pt>
                <c:pt idx="638">
                  <c:v>0.208104964385</c:v>
                </c:pt>
                <c:pt idx="639">
                  <c:v>0.207297548593</c:v>
                </c:pt>
                <c:pt idx="640">
                  <c:v>0.205917370041</c:v>
                </c:pt>
                <c:pt idx="641">
                  <c:v>0.205031567308</c:v>
                </c:pt>
                <c:pt idx="642">
                  <c:v>0.205981722333</c:v>
                </c:pt>
                <c:pt idx="643">
                  <c:v>0.207751432263</c:v>
                </c:pt>
                <c:pt idx="644">
                  <c:v>0.207780387716</c:v>
                </c:pt>
                <c:pt idx="645">
                  <c:v>0.207619251128</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0.347405611218</c:v>
                </c:pt>
                <c:pt idx="797">
                  <c:v>0.342616491744</c:v>
                </c:pt>
                <c:pt idx="798">
                  <c:v>0.345287432778</c:v>
                </c:pt>
                <c:pt idx="799">
                  <c:v>0.345838402057</c:v>
                </c:pt>
                <c:pt idx="800">
                  <c:v>0.345213719776</c:v>
                </c:pt>
                <c:pt idx="801">
                  <c:v>0.344907720406</c:v>
                </c:pt>
                <c:pt idx="802">
                  <c:v>0.345507309378</c:v>
                </c:pt>
                <c:pt idx="803">
                  <c:v>0.346527901697</c:v>
                </c:pt>
                <c:pt idx="804">
                  <c:v>0.346870789367</c:v>
                </c:pt>
                <c:pt idx="805">
                  <c:v>0.347119253266</c:v>
                </c:pt>
                <c:pt idx="806">
                  <c:v>0.346413527526</c:v>
                </c:pt>
                <c:pt idx="807">
                  <c:v>0.347371534825</c:v>
                </c:pt>
                <c:pt idx="808">
                  <c:v>0.347656162468</c:v>
                </c:pt>
                <c:pt idx="809">
                  <c:v>0.347603729994</c:v>
                </c:pt>
                <c:pt idx="810">
                  <c:v>0.347614975894</c:v>
                </c:pt>
                <c:pt idx="811">
                  <c:v>0.347569299768</c:v>
                </c:pt>
                <c:pt idx="812">
                  <c:v>0.347147007827</c:v>
                </c:pt>
                <c:pt idx="813">
                  <c:v>0.350159757655</c:v>
                </c:pt>
                <c:pt idx="814">
                  <c:v>0.351089051005</c:v>
                </c:pt>
                <c:pt idx="815">
                  <c:v>0.351918519166</c:v>
                </c:pt>
                <c:pt idx="816">
                  <c:v>0.496558839433</c:v>
                </c:pt>
                <c:pt idx="817">
                  <c:v>0.500076533984</c:v>
                </c:pt>
                <c:pt idx="818">
                  <c:v>0.497331723062</c:v>
                </c:pt>
                <c:pt idx="819">
                  <c:v>0.492994750841</c:v>
                </c:pt>
                <c:pt idx="820">
                  <c:v>0.495991260353</c:v>
                </c:pt>
                <c:pt idx="821">
                  <c:v>0.49906164263</c:v>
                </c:pt>
                <c:pt idx="822">
                  <c:v>0.507681481758</c:v>
                </c:pt>
                <c:pt idx="823">
                  <c:v>0.51527657299</c:v>
                </c:pt>
                <c:pt idx="824">
                  <c:v>0.513797861504</c:v>
                </c:pt>
                <c:pt idx="825">
                  <c:v>0.512649679392</c:v>
                </c:pt>
                <c:pt idx="826">
                  <c:v>0.514962320964</c:v>
                </c:pt>
                <c:pt idx="827">
                  <c:v>0.519231416757</c:v>
                </c:pt>
                <c:pt idx="828">
                  <c:v>0.521366285524</c:v>
                </c:pt>
                <c:pt idx="829">
                  <c:v>0.513484023509</c:v>
                </c:pt>
                <c:pt idx="830">
                  <c:v>0.513495060734</c:v>
                </c:pt>
                <c:pt idx="831">
                  <c:v>0.515805150788</c:v>
                </c:pt>
                <c:pt idx="832">
                  <c:v>0.512968979263</c:v>
                </c:pt>
                <c:pt idx="833">
                  <c:v>0.509798582327</c:v>
                </c:pt>
                <c:pt idx="834">
                  <c:v>0.509730479039</c:v>
                </c:pt>
                <c:pt idx="835">
                  <c:v>0.507650897679</c:v>
                </c:pt>
                <c:pt idx="836">
                  <c:v>0.510779429063</c:v>
                </c:pt>
                <c:pt idx="837">
                  <c:v>0.50961196538</c:v>
                </c:pt>
                <c:pt idx="838">
                  <c:v>0.510239586026</c:v>
                </c:pt>
                <c:pt idx="839">
                  <c:v>0.255529472826</c:v>
                </c:pt>
                <c:pt idx="840">
                  <c:v>0.255547863976</c:v>
                </c:pt>
                <c:pt idx="841">
                  <c:v>0.254115075157</c:v>
                </c:pt>
                <c:pt idx="842">
                  <c:v>0.252803926483</c:v>
                </c:pt>
                <c:pt idx="843">
                  <c:v>0.253858690601</c:v>
                </c:pt>
                <c:pt idx="844">
                  <c:v>0.255519001775</c:v>
                </c:pt>
                <c:pt idx="845">
                  <c:v>0.256449685661</c:v>
                </c:pt>
                <c:pt idx="846">
                  <c:v>0.253208258538</c:v>
                </c:pt>
                <c:pt idx="847">
                  <c:v>0.2524071134</c:v>
                </c:pt>
                <c:pt idx="848">
                  <c:v>0.253264383121</c:v>
                </c:pt>
                <c:pt idx="849">
                  <c:v>0.252561447534</c:v>
                </c:pt>
                <c:pt idx="850">
                  <c:v>0.253911779577</c:v>
                </c:pt>
                <c:pt idx="851">
                  <c:v>0.252045286922</c:v>
                </c:pt>
                <c:pt idx="852">
                  <c:v>0.252441764427</c:v>
                </c:pt>
                <c:pt idx="853">
                  <c:v>0.255270984518</c:v>
                </c:pt>
                <c:pt idx="854">
                  <c:v>0.254744206154</c:v>
                </c:pt>
                <c:pt idx="855">
                  <c:v>0.253221615534</c:v>
                </c:pt>
                <c:pt idx="856">
                  <c:v>0.252259496849</c:v>
                </c:pt>
                <c:pt idx="857">
                  <c:v>0.252050271181</c:v>
                </c:pt>
                <c:pt idx="858">
                  <c:v>0.25616965902</c:v>
                </c:pt>
                <c:pt idx="859">
                  <c:v>0.225081293549</c:v>
                </c:pt>
                <c:pt idx="860">
                  <c:v>0.225959112132</c:v>
                </c:pt>
                <c:pt idx="861">
                  <c:v>0.222119781938</c:v>
                </c:pt>
                <c:pt idx="862">
                  <c:v>0.222475864165</c:v>
                </c:pt>
                <c:pt idx="863">
                  <c:v>0.224198335158</c:v>
                </c:pt>
                <c:pt idx="864">
                  <c:v>0.223808730311</c:v>
                </c:pt>
                <c:pt idx="865">
                  <c:v>0.222552872523</c:v>
                </c:pt>
                <c:pt idx="866">
                  <c:v>0.223646724934</c:v>
                </c:pt>
                <c:pt idx="867">
                  <c:v>0.223889021754</c:v>
                </c:pt>
                <c:pt idx="868">
                  <c:v>0.222230604643</c:v>
                </c:pt>
                <c:pt idx="869">
                  <c:v>0.222302599592</c:v>
                </c:pt>
                <c:pt idx="870">
                  <c:v>0.220150544188</c:v>
                </c:pt>
                <c:pt idx="871">
                  <c:v>0.222098493053</c:v>
                </c:pt>
                <c:pt idx="872">
                  <c:v>0.221118681455</c:v>
                </c:pt>
                <c:pt idx="873">
                  <c:v>0.221668500625</c:v>
                </c:pt>
                <c:pt idx="874">
                  <c:v>0.221154300937</c:v>
                </c:pt>
                <c:pt idx="875">
                  <c:v>0.219590859883</c:v>
                </c:pt>
                <c:pt idx="876">
                  <c:v>0.219610331421</c:v>
                </c:pt>
                <c:pt idx="877">
                  <c:v>0.219623808612</c:v>
                </c:pt>
                <c:pt idx="878">
                  <c:v>0.220985379962</c:v>
                </c:pt>
                <c:pt idx="879">
                  <c:v>0.222099469823</c:v>
                </c:pt>
                <c:pt idx="880">
                  <c:v>0.222470905462</c:v>
                </c:pt>
                <c:pt idx="881">
                  <c:v>0.218977965411</c:v>
                </c:pt>
                <c:pt idx="882">
                  <c:v>0.594830463667</c:v>
                </c:pt>
                <c:pt idx="883">
                  <c:v>0.594570741754</c:v>
                </c:pt>
                <c:pt idx="884">
                  <c:v>0.592491270918</c:v>
                </c:pt>
                <c:pt idx="885">
                  <c:v>0.594203014425</c:v>
                </c:pt>
                <c:pt idx="886">
                  <c:v>0.593122163478</c:v>
                </c:pt>
                <c:pt idx="887">
                  <c:v>0.590728360404</c:v>
                </c:pt>
                <c:pt idx="888">
                  <c:v>0.587347560257</c:v>
                </c:pt>
                <c:pt idx="889">
                  <c:v>0.587193303147</c:v>
                </c:pt>
                <c:pt idx="890">
                  <c:v>0.585904253803</c:v>
                </c:pt>
                <c:pt idx="891">
                  <c:v>0.586358293145</c:v>
                </c:pt>
                <c:pt idx="892">
                  <c:v>0.586358293145</c:v>
                </c:pt>
                <c:pt idx="893">
                  <c:v>0.585095780013</c:v>
                </c:pt>
                <c:pt idx="894">
                  <c:v>0.58599111549</c:v>
                </c:pt>
                <c:pt idx="895">
                  <c:v>0.582695242207</c:v>
                </c:pt>
                <c:pt idx="896">
                  <c:v>0.585207889749</c:v>
                </c:pt>
                <c:pt idx="897">
                  <c:v>0.586622879031</c:v>
                </c:pt>
                <c:pt idx="898">
                  <c:v>0.58285733776</c:v>
                </c:pt>
                <c:pt idx="899">
                  <c:v>0.582172895673</c:v>
                </c:pt>
                <c:pt idx="900">
                  <c:v>0.580954704621</c:v>
                </c:pt>
                <c:pt idx="901">
                  <c:v>0.579714937466</c:v>
                </c:pt>
                <c:pt idx="902">
                  <c:v>0.579708005067</c:v>
                </c:pt>
                <c:pt idx="903">
                  <c:v>0.579708005067</c:v>
                </c:pt>
                <c:pt idx="904">
                  <c:v>0.246170079554</c:v>
                </c:pt>
                <c:pt idx="905">
                  <c:v>0.247965178741</c:v>
                </c:pt>
                <c:pt idx="906">
                  <c:v>0.249118675707</c:v>
                </c:pt>
                <c:pt idx="907">
                  <c:v>0.248968644297</c:v>
                </c:pt>
                <c:pt idx="908">
                  <c:v>0.248284302322</c:v>
                </c:pt>
                <c:pt idx="909">
                  <c:v>0.248481735876</c:v>
                </c:pt>
                <c:pt idx="910">
                  <c:v>0.246854529265</c:v>
                </c:pt>
                <c:pt idx="911">
                  <c:v>0.246830961139</c:v>
                </c:pt>
                <c:pt idx="912">
                  <c:v>0.246501996698</c:v>
                </c:pt>
                <c:pt idx="913">
                  <c:v>0.248134251317</c:v>
                </c:pt>
                <c:pt idx="914">
                  <c:v>0.247692365899</c:v>
                </c:pt>
                <c:pt idx="915">
                  <c:v>0.248236236745</c:v>
                </c:pt>
                <c:pt idx="916">
                  <c:v>0.247678106854</c:v>
                </c:pt>
                <c:pt idx="917">
                  <c:v>0.245786712611</c:v>
                </c:pt>
                <c:pt idx="918">
                  <c:v>0.246151299327</c:v>
                </c:pt>
                <c:pt idx="919">
                  <c:v>0.246709821187</c:v>
                </c:pt>
                <c:pt idx="920">
                  <c:v>0.245748965685</c:v>
                </c:pt>
                <c:pt idx="921">
                  <c:v>0.244751246025</c:v>
                </c:pt>
                <c:pt idx="922">
                  <c:v>0.244927004143</c:v>
                </c:pt>
                <c:pt idx="923">
                  <c:v>0.24451569784</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0.305162030258</c:v>
                </c:pt>
                <c:pt idx="950">
                  <c:v>0.306115232561</c:v>
                </c:pt>
                <c:pt idx="951">
                  <c:v>0.306069843943</c:v>
                </c:pt>
                <c:pt idx="952">
                  <c:v>0.305177349049</c:v>
                </c:pt>
                <c:pt idx="953">
                  <c:v>0.304327145219</c:v>
                </c:pt>
                <c:pt idx="954">
                  <c:v>0.303538939522</c:v>
                </c:pt>
                <c:pt idx="955">
                  <c:v>0.301872285222</c:v>
                </c:pt>
                <c:pt idx="956">
                  <c:v>0.304313341108</c:v>
                </c:pt>
                <c:pt idx="957">
                  <c:v>0.305533524139</c:v>
                </c:pt>
                <c:pt idx="958">
                  <c:v>0.306310313565</c:v>
                </c:pt>
                <c:pt idx="959">
                  <c:v>0.307489223056</c:v>
                </c:pt>
                <c:pt idx="960">
                  <c:v>0.308745513695</c:v>
                </c:pt>
                <c:pt idx="961">
                  <c:v>0.309263778598</c:v>
                </c:pt>
                <c:pt idx="962">
                  <c:v>0.307976976358</c:v>
                </c:pt>
                <c:pt idx="963">
                  <c:v>0.307961353091</c:v>
                </c:pt>
                <c:pt idx="964">
                  <c:v>0.305357636275</c:v>
                </c:pt>
                <c:pt idx="965">
                  <c:v>0.303819102444</c:v>
                </c:pt>
                <c:pt idx="966">
                  <c:v>0.301812419617</c:v>
                </c:pt>
                <c:pt idx="967">
                  <c:v>0.30028750625</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0.192620096079</c:v>
                </c:pt>
                <c:pt idx="1013">
                  <c:v>0.192626693579</c:v>
                </c:pt>
                <c:pt idx="1014">
                  <c:v>0.194761415265</c:v>
                </c:pt>
                <c:pt idx="1015">
                  <c:v>0.194197446043</c:v>
                </c:pt>
                <c:pt idx="1016">
                  <c:v>0.191607610652</c:v>
                </c:pt>
                <c:pt idx="1017">
                  <c:v>0.189628991841</c:v>
                </c:pt>
                <c:pt idx="1018">
                  <c:v>0.189963166979</c:v>
                </c:pt>
                <c:pt idx="1019">
                  <c:v>0.191452906741</c:v>
                </c:pt>
                <c:pt idx="1020">
                  <c:v>0.190887091082</c:v>
                </c:pt>
                <c:pt idx="1021">
                  <c:v>0.189734564886</c:v>
                </c:pt>
                <c:pt idx="1022">
                  <c:v>0.189763130127</c:v>
                </c:pt>
                <c:pt idx="1023">
                  <c:v>0.189651655496</c:v>
                </c:pt>
                <c:pt idx="1024">
                  <c:v>0.19099824131</c:v>
                </c:pt>
                <c:pt idx="1025">
                  <c:v>0.190714720329</c:v>
                </c:pt>
                <c:pt idx="1026">
                  <c:v>0.191506517182</c:v>
                </c:pt>
                <c:pt idx="1027">
                  <c:v>0.191668574119</c:v>
                </c:pt>
                <c:pt idx="1028">
                  <c:v>0.192170604914</c:v>
                </c:pt>
                <c:pt idx="1029">
                  <c:v>0.191421957997</c:v>
                </c:pt>
                <c:pt idx="1030">
                  <c:v>0.19168837254</c:v>
                </c:pt>
                <c:pt idx="1031">
                  <c:v>0.192532855252</c:v>
                </c:pt>
                <c:pt idx="1032">
                  <c:v>0.22949191554</c:v>
                </c:pt>
                <c:pt idx="1033">
                  <c:v>0.230707035553</c:v>
                </c:pt>
                <c:pt idx="1034">
                  <c:v>0.230297974789</c:v>
                </c:pt>
                <c:pt idx="1035">
                  <c:v>0.227762736955</c:v>
                </c:pt>
                <c:pt idx="1036">
                  <c:v>0.22771291707</c:v>
                </c:pt>
                <c:pt idx="1037">
                  <c:v>0.227689430253</c:v>
                </c:pt>
                <c:pt idx="1038">
                  <c:v>0.227338482289</c:v>
                </c:pt>
                <c:pt idx="1039">
                  <c:v>0.229163526373</c:v>
                </c:pt>
                <c:pt idx="1040">
                  <c:v>0.229311922916</c:v>
                </c:pt>
                <c:pt idx="1041">
                  <c:v>0.228335573235</c:v>
                </c:pt>
                <c:pt idx="1042">
                  <c:v>0.228810478328</c:v>
                </c:pt>
                <c:pt idx="1043">
                  <c:v>0.229567505078</c:v>
                </c:pt>
                <c:pt idx="1044">
                  <c:v>0.228574936518</c:v>
                </c:pt>
                <c:pt idx="1045">
                  <c:v>0.227679472807</c:v>
                </c:pt>
                <c:pt idx="1046">
                  <c:v>0.2284543043</c:v>
                </c:pt>
                <c:pt idx="1047">
                  <c:v>0.226283845222</c:v>
                </c:pt>
                <c:pt idx="1048">
                  <c:v>0.226656186972</c:v>
                </c:pt>
                <c:pt idx="1049">
                  <c:v>0.226405476092</c:v>
                </c:pt>
                <c:pt idx="1050">
                  <c:v>0.227531098438</c:v>
                </c:pt>
                <c:pt idx="1051">
                  <c:v>0.227554739144</c:v>
                </c:pt>
                <c:pt idx="1052">
                  <c:v>0.228680773424</c:v>
                </c:pt>
                <c:pt idx="1053">
                  <c:v>0.229577682224</c:v>
                </c:pt>
                <c:pt idx="1054">
                  <c:v>0.40905390479</c:v>
                </c:pt>
                <c:pt idx="1055">
                  <c:v>0.408599174833</c:v>
                </c:pt>
                <c:pt idx="1056">
                  <c:v>0.409157978301</c:v>
                </c:pt>
                <c:pt idx="1057">
                  <c:v>0.40708758601</c:v>
                </c:pt>
                <c:pt idx="1058">
                  <c:v>0.406763261514</c:v>
                </c:pt>
                <c:pt idx="1059">
                  <c:v>0.40443763352</c:v>
                </c:pt>
                <c:pt idx="1060">
                  <c:v>0.403913508459</c:v>
                </c:pt>
                <c:pt idx="1061">
                  <c:v>0.40390970072</c:v>
                </c:pt>
                <c:pt idx="1062">
                  <c:v>0.401590179439</c:v>
                </c:pt>
                <c:pt idx="1063">
                  <c:v>0.401548174609</c:v>
                </c:pt>
                <c:pt idx="1064">
                  <c:v>0.403628195058</c:v>
                </c:pt>
                <c:pt idx="1065">
                  <c:v>0.403628195058</c:v>
                </c:pt>
                <c:pt idx="1066">
                  <c:v>0.406415479419</c:v>
                </c:pt>
                <c:pt idx="1067">
                  <c:v>0.406209911736</c:v>
                </c:pt>
                <c:pt idx="1068">
                  <c:v>0.401381210429</c:v>
                </c:pt>
                <c:pt idx="1069">
                  <c:v>0.402570204973</c:v>
                </c:pt>
                <c:pt idx="1070">
                  <c:v>0.402916608892</c:v>
                </c:pt>
                <c:pt idx="1071">
                  <c:v>0.402214488944</c:v>
                </c:pt>
                <c:pt idx="1072">
                  <c:v>0.402967150539</c:v>
                </c:pt>
                <c:pt idx="1073">
                  <c:v>0.403339782398</c:v>
                </c:pt>
                <c:pt idx="1074">
                  <c:v>0.405601508994</c:v>
                </c:pt>
                <c:pt idx="1075">
                  <c:v>0.443201422392</c:v>
                </c:pt>
                <c:pt idx="1076">
                  <c:v>0.447027790404</c:v>
                </c:pt>
                <c:pt idx="1077">
                  <c:v>0.447275202909</c:v>
                </c:pt>
                <c:pt idx="1078">
                  <c:v>0.44646058899</c:v>
                </c:pt>
                <c:pt idx="1079">
                  <c:v>0.449779120148</c:v>
                </c:pt>
                <c:pt idx="1080">
                  <c:v>0.450268115946</c:v>
                </c:pt>
                <c:pt idx="1081">
                  <c:v>0.444952021304</c:v>
                </c:pt>
                <c:pt idx="1082">
                  <c:v>0.4472459739</c:v>
                </c:pt>
                <c:pt idx="1083">
                  <c:v>0.446904259257</c:v>
                </c:pt>
                <c:pt idx="1084">
                  <c:v>0.447743846512</c:v>
                </c:pt>
                <c:pt idx="1085">
                  <c:v>0.446908524498</c:v>
                </c:pt>
                <c:pt idx="1086">
                  <c:v>0.44581938217</c:v>
                </c:pt>
                <c:pt idx="1087">
                  <c:v>0.446370894384</c:v>
                </c:pt>
                <c:pt idx="1088">
                  <c:v>0.445434923125</c:v>
                </c:pt>
                <c:pt idx="1089">
                  <c:v>0.44416581248</c:v>
                </c:pt>
                <c:pt idx="1090">
                  <c:v>0.445407897864</c:v>
                </c:pt>
                <c:pt idx="1091">
                  <c:v>0.446690930925</c:v>
                </c:pt>
                <c:pt idx="1092">
                  <c:v>0.446744932346</c:v>
                </c:pt>
                <c:pt idx="1093">
                  <c:v>0.44972538795</c:v>
                </c:pt>
                <c:pt idx="1094">
                  <c:v>0.452467997085</c:v>
                </c:pt>
                <c:pt idx="1095">
                  <c:v>0.281028557339</c:v>
                </c:pt>
                <c:pt idx="1096">
                  <c:v>0.282593948273</c:v>
                </c:pt>
                <c:pt idx="1097">
                  <c:v>0.282713775029</c:v>
                </c:pt>
                <c:pt idx="1098">
                  <c:v>0.285429472896</c:v>
                </c:pt>
                <c:pt idx="1099">
                  <c:v>0.286302853021</c:v>
                </c:pt>
                <c:pt idx="1100">
                  <c:v>0.286579214903</c:v>
                </c:pt>
                <c:pt idx="1101">
                  <c:v>0.287362261387</c:v>
                </c:pt>
                <c:pt idx="1102">
                  <c:v>0.290310441372</c:v>
                </c:pt>
                <c:pt idx="1103">
                  <c:v>0.290096100445</c:v>
                </c:pt>
                <c:pt idx="1104">
                  <c:v>0.296356196958</c:v>
                </c:pt>
                <c:pt idx="1105">
                  <c:v>0.297758418704</c:v>
                </c:pt>
                <c:pt idx="1106">
                  <c:v>0.296471479403</c:v>
                </c:pt>
                <c:pt idx="1107">
                  <c:v>0.297367177516</c:v>
                </c:pt>
                <c:pt idx="1108">
                  <c:v>0.299137586505</c:v>
                </c:pt>
                <c:pt idx="1109">
                  <c:v>0.292422428865</c:v>
                </c:pt>
                <c:pt idx="1110">
                  <c:v>0.290103494168</c:v>
                </c:pt>
                <c:pt idx="1111">
                  <c:v>0.289894333895</c:v>
                </c:pt>
                <c:pt idx="1112">
                  <c:v>0.291722148143</c:v>
                </c:pt>
                <c:pt idx="1113">
                  <c:v>0.290534903471</c:v>
                </c:pt>
                <c:pt idx="1114">
                  <c:v>0.288849618164</c:v>
                </c:pt>
                <c:pt idx="1115">
                  <c:v>0.287550457653</c:v>
                </c:pt>
                <c:pt idx="1116">
                  <c:v>0.289436561427</c:v>
                </c:pt>
                <c:pt idx="1117">
                  <c:v>0.286292327493</c:v>
                </c:pt>
                <c:pt idx="1118">
                  <c:v>0.213432244674</c:v>
                </c:pt>
                <c:pt idx="1119">
                  <c:v>0.214521259261</c:v>
                </c:pt>
                <c:pt idx="1120">
                  <c:v>0.213889400768</c:v>
                </c:pt>
                <c:pt idx="1121">
                  <c:v>0.213915241033</c:v>
                </c:pt>
                <c:pt idx="1122">
                  <c:v>0.216195167365</c:v>
                </c:pt>
                <c:pt idx="1123">
                  <c:v>0.216790199414</c:v>
                </c:pt>
                <c:pt idx="1124">
                  <c:v>0.214365946111</c:v>
                </c:pt>
                <c:pt idx="1125">
                  <c:v>0.215075336307</c:v>
                </c:pt>
                <c:pt idx="1126">
                  <c:v>0.216187313951</c:v>
                </c:pt>
                <c:pt idx="1127">
                  <c:v>0.214958529246</c:v>
                </c:pt>
                <c:pt idx="1128">
                  <c:v>0.217681804803</c:v>
                </c:pt>
                <c:pt idx="1129">
                  <c:v>0.218414464021</c:v>
                </c:pt>
                <c:pt idx="1130">
                  <c:v>0.218512528232</c:v>
                </c:pt>
                <c:pt idx="1131">
                  <c:v>0.215569832519</c:v>
                </c:pt>
                <c:pt idx="1132">
                  <c:v>0.212654901186</c:v>
                </c:pt>
                <c:pt idx="1133">
                  <c:v>0.212395262911</c:v>
                </c:pt>
                <c:pt idx="1134">
                  <c:v>0.212286006026</c:v>
                </c:pt>
                <c:pt idx="1135">
                  <c:v>0.213951892191</c:v>
                </c:pt>
                <c:pt idx="1136">
                  <c:v>0.213714053387</c:v>
                </c:pt>
                <c:pt idx="1137">
                  <c:v>0.214396462593</c:v>
                </c:pt>
                <c:pt idx="1138">
                  <c:v>0.212974104304</c:v>
                </c:pt>
                <c:pt idx="1139">
                  <c:v>0.213318890162</c:v>
                </c:pt>
                <c:pt idx="1140">
                  <c:v>0.178265392641</c:v>
                </c:pt>
                <c:pt idx="1141">
                  <c:v>0.179270422643</c:v>
                </c:pt>
                <c:pt idx="1142">
                  <c:v>0.180421255396</c:v>
                </c:pt>
                <c:pt idx="1143">
                  <c:v>0.175346246539</c:v>
                </c:pt>
                <c:pt idx="1144">
                  <c:v>0.17685789048</c:v>
                </c:pt>
                <c:pt idx="1145">
                  <c:v>0.177401459902</c:v>
                </c:pt>
                <c:pt idx="1146">
                  <c:v>0.177268326522</c:v>
                </c:pt>
                <c:pt idx="1147">
                  <c:v>0.17540592209</c:v>
                </c:pt>
                <c:pt idx="1148">
                  <c:v>0.177824722609</c:v>
                </c:pt>
                <c:pt idx="1149">
                  <c:v>0.176645582463</c:v>
                </c:pt>
                <c:pt idx="1150">
                  <c:v>0.176915784102</c:v>
                </c:pt>
                <c:pt idx="1151">
                  <c:v>0.176624897247</c:v>
                </c:pt>
                <c:pt idx="1152">
                  <c:v>0.178951350052</c:v>
                </c:pt>
                <c:pt idx="1153">
                  <c:v>0.176787160974</c:v>
                </c:pt>
                <c:pt idx="1154">
                  <c:v>0.177435750107</c:v>
                </c:pt>
                <c:pt idx="1155">
                  <c:v>0.176189374767</c:v>
                </c:pt>
                <c:pt idx="1156">
                  <c:v>0.175035690737</c:v>
                </c:pt>
                <c:pt idx="1157">
                  <c:v>0.176852901051</c:v>
                </c:pt>
                <c:pt idx="1158">
                  <c:v>0.17669651305</c:v>
                </c:pt>
                <c:pt idx="1159">
                  <c:v>0.176748055034</c:v>
                </c:pt>
                <c:pt idx="1160">
                  <c:v>0.189766860394</c:v>
                </c:pt>
                <c:pt idx="1161">
                  <c:v>0.190457330395</c:v>
                </c:pt>
                <c:pt idx="1162">
                  <c:v>0.190457330395</c:v>
                </c:pt>
                <c:pt idx="1163">
                  <c:v>0.191705242632</c:v>
                </c:pt>
                <c:pt idx="1164">
                  <c:v>0.189901079563</c:v>
                </c:pt>
                <c:pt idx="1165">
                  <c:v>0.190103772224</c:v>
                </c:pt>
                <c:pt idx="1166">
                  <c:v>0.189520595791</c:v>
                </c:pt>
                <c:pt idx="1167">
                  <c:v>0.192832646323</c:v>
                </c:pt>
                <c:pt idx="1168">
                  <c:v>0.192037214081</c:v>
                </c:pt>
                <c:pt idx="1169">
                  <c:v>0.192716343078</c:v>
                </c:pt>
                <c:pt idx="1170">
                  <c:v>0.195087969401</c:v>
                </c:pt>
                <c:pt idx="1171">
                  <c:v>0.196334200975</c:v>
                </c:pt>
                <c:pt idx="1172">
                  <c:v>0.196564078101</c:v>
                </c:pt>
                <c:pt idx="1173">
                  <c:v>0.195022608692</c:v>
                </c:pt>
                <c:pt idx="1174">
                  <c:v>0.193749566935</c:v>
                </c:pt>
                <c:pt idx="1175">
                  <c:v>0.194972560555</c:v>
                </c:pt>
                <c:pt idx="1176">
                  <c:v>0.197214147362</c:v>
                </c:pt>
                <c:pt idx="1177">
                  <c:v>0.1953681401</c:v>
                </c:pt>
                <c:pt idx="1178">
                  <c:v>0.195683303285</c:v>
                </c:pt>
                <c:pt idx="1179">
                  <c:v>0.195666409488</c:v>
                </c:pt>
                <c:pt idx="1180">
                  <c:v>0.197953453218</c:v>
                </c:pt>
                <c:pt idx="1181">
                  <c:v>0.197967243636</c:v>
                </c:pt>
                <c:pt idx="1182">
                  <c:v>0.199695208743</c:v>
                </c:pt>
                <c:pt idx="1183">
                  <c:v>0.298901052137</c:v>
                </c:pt>
                <c:pt idx="1184">
                  <c:v>0.302851104411</c:v>
                </c:pt>
                <c:pt idx="1185">
                  <c:v>0.300777416418</c:v>
                </c:pt>
                <c:pt idx="1186">
                  <c:v>0.29963321649</c:v>
                </c:pt>
                <c:pt idx="1187">
                  <c:v>0.299669454581</c:v>
                </c:pt>
                <c:pt idx="1188">
                  <c:v>0.299501674759</c:v>
                </c:pt>
                <c:pt idx="1189">
                  <c:v>0.302795070503</c:v>
                </c:pt>
                <c:pt idx="1190">
                  <c:v>0.299846751553</c:v>
                </c:pt>
                <c:pt idx="1191">
                  <c:v>0.297320365299</c:v>
                </c:pt>
                <c:pt idx="1192">
                  <c:v>0.295015761407</c:v>
                </c:pt>
                <c:pt idx="1193">
                  <c:v>0.29846996398</c:v>
                </c:pt>
                <c:pt idx="1194">
                  <c:v>0.296349135845</c:v>
                </c:pt>
                <c:pt idx="1195">
                  <c:v>0.296826549998</c:v>
                </c:pt>
                <c:pt idx="1196">
                  <c:v>0.295826861797</c:v>
                </c:pt>
                <c:pt idx="1197">
                  <c:v>0.294282809179</c:v>
                </c:pt>
                <c:pt idx="1198">
                  <c:v>0.295279644471</c:v>
                </c:pt>
                <c:pt idx="1199">
                  <c:v>0.295835235795</c:v>
                </c:pt>
                <c:pt idx="1200">
                  <c:v>0.296254511178</c:v>
                </c:pt>
                <c:pt idx="1201">
                  <c:v>0.295710081108</c:v>
                </c:pt>
                <c:pt idx="1202">
                  <c:v>0.296438555833</c:v>
                </c:pt>
                <c:pt idx="1203">
                  <c:v>0.293343171035</c:v>
                </c:pt>
                <c:pt idx="1204">
                  <c:v>0.293139868604</c:v>
                </c:pt>
                <c:pt idx="1205">
                  <c:v>0.294385011554</c:v>
                </c:pt>
                <c:pt idx="1206">
                  <c:v>0.267647605167</c:v>
                </c:pt>
                <c:pt idx="1207">
                  <c:v>0.268248107195</c:v>
                </c:pt>
                <c:pt idx="1208">
                  <c:v>0.268045097102</c:v>
                </c:pt>
                <c:pt idx="1209">
                  <c:v>0.267020092335</c:v>
                </c:pt>
                <c:pt idx="1210">
                  <c:v>0.267084201094</c:v>
                </c:pt>
                <c:pt idx="1211">
                  <c:v>0.265657689754</c:v>
                </c:pt>
                <c:pt idx="1212">
                  <c:v>0.268171940805</c:v>
                </c:pt>
                <c:pt idx="1213">
                  <c:v>0.269283914034</c:v>
                </c:pt>
                <c:pt idx="1214">
                  <c:v>0.268351225529</c:v>
                </c:pt>
                <c:pt idx="1215">
                  <c:v>0.266685479897</c:v>
                </c:pt>
                <c:pt idx="1216">
                  <c:v>0.265999245442</c:v>
                </c:pt>
                <c:pt idx="1217">
                  <c:v>0.26693494671</c:v>
                </c:pt>
                <c:pt idx="1218">
                  <c:v>0.269767451482</c:v>
                </c:pt>
                <c:pt idx="1219">
                  <c:v>0.269373537847</c:v>
                </c:pt>
                <c:pt idx="1220">
                  <c:v>0.271071622776</c:v>
                </c:pt>
                <c:pt idx="1221">
                  <c:v>0.2725327834</c:v>
                </c:pt>
                <c:pt idx="1222">
                  <c:v>0.272535314009</c:v>
                </c:pt>
                <c:pt idx="1223">
                  <c:v>0.270963228951</c:v>
                </c:pt>
                <c:pt idx="1224">
                  <c:v>0.269237706366</c:v>
                </c:pt>
                <c:pt idx="1225">
                  <c:v>0.271601559735</c:v>
                </c:pt>
                <c:pt idx="1226">
                  <c:v>0.234558302075</c:v>
                </c:pt>
                <c:pt idx="1227">
                  <c:v>0.235735266321</c:v>
                </c:pt>
                <c:pt idx="1228">
                  <c:v>0.235548439394</c:v>
                </c:pt>
                <c:pt idx="1229">
                  <c:v>0.235850276598</c:v>
                </c:pt>
                <c:pt idx="1230">
                  <c:v>0.234985138211</c:v>
                </c:pt>
                <c:pt idx="1231">
                  <c:v>0.233631361275</c:v>
                </c:pt>
                <c:pt idx="1232">
                  <c:v>0.235153272674</c:v>
                </c:pt>
                <c:pt idx="1233">
                  <c:v>0.237201422102</c:v>
                </c:pt>
                <c:pt idx="1234">
                  <c:v>0.236456514516</c:v>
                </c:pt>
                <c:pt idx="1235">
                  <c:v>0.237498618544</c:v>
                </c:pt>
                <c:pt idx="1236">
                  <c:v>0.237882788028</c:v>
                </c:pt>
                <c:pt idx="1237">
                  <c:v>0.239108985432</c:v>
                </c:pt>
                <c:pt idx="1238">
                  <c:v>0.240554681348</c:v>
                </c:pt>
                <c:pt idx="1239">
                  <c:v>0.241536520217</c:v>
                </c:pt>
                <c:pt idx="1240">
                  <c:v>0.244425093139</c:v>
                </c:pt>
                <c:pt idx="1241">
                  <c:v>0.242693395022</c:v>
                </c:pt>
                <c:pt idx="1242">
                  <c:v>0.244035189639</c:v>
                </c:pt>
                <c:pt idx="1243">
                  <c:v>0.244715888606</c:v>
                </c:pt>
                <c:pt idx="1244">
                  <c:v>0.244990698187</c:v>
                </c:pt>
                <c:pt idx="1245">
                  <c:v>0.247197803293</c:v>
                </c:pt>
                <c:pt idx="1246">
                  <c:v>0.24920158534</c:v>
                </c:pt>
                <c:pt idx="1247">
                  <c:v>0.246908199182</c:v>
                </c:pt>
                <c:pt idx="1248">
                  <c:v>0.246296173901</c:v>
                </c:pt>
                <c:pt idx="1249">
                  <c:v>0.232714270656</c:v>
                </c:pt>
                <c:pt idx="1250">
                  <c:v>0.231844669062</c:v>
                </c:pt>
                <c:pt idx="1251">
                  <c:v>0.225213185952</c:v>
                </c:pt>
                <c:pt idx="1252">
                  <c:v>0.226592383059</c:v>
                </c:pt>
                <c:pt idx="1253">
                  <c:v>0.223488824422</c:v>
                </c:pt>
                <c:pt idx="1254">
                  <c:v>0.219913262185</c:v>
                </c:pt>
                <c:pt idx="1255">
                  <c:v>0.22030223988</c:v>
                </c:pt>
                <c:pt idx="1256">
                  <c:v>0.218710641511</c:v>
                </c:pt>
                <c:pt idx="1257">
                  <c:v>0.218540900555</c:v>
                </c:pt>
                <c:pt idx="1258">
                  <c:v>0.218819174</c:v>
                </c:pt>
                <c:pt idx="1259">
                  <c:v>0.221439156156</c:v>
                </c:pt>
                <c:pt idx="1260">
                  <c:v>0.221698719229</c:v>
                </c:pt>
                <c:pt idx="1261">
                  <c:v>0.222637250499</c:v>
                </c:pt>
                <c:pt idx="1262">
                  <c:v>0.224705319619</c:v>
                </c:pt>
                <c:pt idx="1263">
                  <c:v>0.226850980271</c:v>
                </c:pt>
                <c:pt idx="1264">
                  <c:v>0.220698369712</c:v>
                </c:pt>
                <c:pt idx="1265">
                  <c:v>0.222189139315</c:v>
                </c:pt>
                <c:pt idx="1266">
                  <c:v>0.222313189263</c:v>
                </c:pt>
                <c:pt idx="1267">
                  <c:v>0.221629657299</c:v>
                </c:pt>
                <c:pt idx="1268">
                  <c:v>0.222249548082</c:v>
                </c:pt>
                <c:pt idx="1269">
                  <c:v>0.220144858692</c:v>
                </c:pt>
                <c:pt idx="1270">
                  <c:v>0.130925332697</c:v>
                </c:pt>
                <c:pt idx="1271">
                  <c:v>0.130705885311</c:v>
                </c:pt>
                <c:pt idx="1272">
                  <c:v>0.129502522618</c:v>
                </c:pt>
                <c:pt idx="1273">
                  <c:v>0.129501176465</c:v>
                </c:pt>
                <c:pt idx="1274">
                  <c:v>0.131059659553</c:v>
                </c:pt>
                <c:pt idx="1275">
                  <c:v>0.132490560028</c:v>
                </c:pt>
                <c:pt idx="1276">
                  <c:v>0.133878077201</c:v>
                </c:pt>
                <c:pt idx="1277">
                  <c:v>0.132469963461</c:v>
                </c:pt>
                <c:pt idx="1278">
                  <c:v>0.131210892721</c:v>
                </c:pt>
                <c:pt idx="1279">
                  <c:v>0.131330493346</c:v>
                </c:pt>
                <c:pt idx="1280">
                  <c:v>0.131279802895</c:v>
                </c:pt>
                <c:pt idx="1281">
                  <c:v>0.130759474794</c:v>
                </c:pt>
                <c:pt idx="1282">
                  <c:v>0.132004608264</c:v>
                </c:pt>
                <c:pt idx="1283">
                  <c:v>0.133193461834</c:v>
                </c:pt>
                <c:pt idx="1284">
                  <c:v>0.131890685955</c:v>
                </c:pt>
                <c:pt idx="1285">
                  <c:v>0.131490220699</c:v>
                </c:pt>
                <c:pt idx="1286">
                  <c:v>0.132428559431</c:v>
                </c:pt>
                <c:pt idx="1287">
                  <c:v>0.132058963179</c:v>
                </c:pt>
                <c:pt idx="1288">
                  <c:v>0.131814805615</c:v>
                </c:pt>
                <c:pt idx="1289">
                  <c:v>0.133082194563</c:v>
                </c:pt>
                <c:pt idx="1290">
                  <c:v>0.134505854411</c:v>
                </c:pt>
                <c:pt idx="1291">
                  <c:v>0.240596311913</c:v>
                </c:pt>
                <c:pt idx="1292">
                  <c:v>0.240242628664</c:v>
                </c:pt>
                <c:pt idx="1293">
                  <c:v>0.240485902241</c:v>
                </c:pt>
                <c:pt idx="1294">
                  <c:v>0.238724749479</c:v>
                </c:pt>
                <c:pt idx="1295">
                  <c:v>0.240998262535</c:v>
                </c:pt>
                <c:pt idx="1296">
                  <c:v>0.244850905368</c:v>
                </c:pt>
                <c:pt idx="1297">
                  <c:v>0.244371572832</c:v>
                </c:pt>
                <c:pt idx="1298">
                  <c:v>0.244424847303</c:v>
                </c:pt>
                <c:pt idx="1299">
                  <c:v>0.245810916669</c:v>
                </c:pt>
                <c:pt idx="1300">
                  <c:v>0.245781790138</c:v>
                </c:pt>
                <c:pt idx="1301">
                  <c:v>0.24447739144</c:v>
                </c:pt>
                <c:pt idx="1302">
                  <c:v>0.244610583686</c:v>
                </c:pt>
                <c:pt idx="1303">
                  <c:v>0.246204142234</c:v>
                </c:pt>
                <c:pt idx="1304">
                  <c:v>0.247081050129</c:v>
                </c:pt>
                <c:pt idx="1305">
                  <c:v>0.246129346322</c:v>
                </c:pt>
                <c:pt idx="1306">
                  <c:v>0.247398699739</c:v>
                </c:pt>
                <c:pt idx="1307">
                  <c:v>0.245337796811</c:v>
                </c:pt>
                <c:pt idx="1308">
                  <c:v>0.246633705155</c:v>
                </c:pt>
                <c:pt idx="1309">
                  <c:v>0.246304834397</c:v>
                </c:pt>
                <c:pt idx="1310">
                  <c:v>0.248638884958</c:v>
                </c:pt>
                <c:pt idx="1311">
                  <c:v>0.247746752149</c:v>
                </c:pt>
                <c:pt idx="1312">
                  <c:v>0.251842970438</c:v>
                </c:pt>
                <c:pt idx="1313">
                  <c:v>0.369790528531</c:v>
                </c:pt>
                <c:pt idx="1314">
                  <c:v>0.37038516558</c:v>
                </c:pt>
                <c:pt idx="1315">
                  <c:v>0.368216474312</c:v>
                </c:pt>
                <c:pt idx="1316">
                  <c:v>0.368310690445</c:v>
                </c:pt>
                <c:pt idx="1317">
                  <c:v>0.371768040248</c:v>
                </c:pt>
                <c:pt idx="1318">
                  <c:v>0.371201607515</c:v>
                </c:pt>
                <c:pt idx="1319">
                  <c:v>0.371150957087</c:v>
                </c:pt>
                <c:pt idx="1320">
                  <c:v>0.372357159261</c:v>
                </c:pt>
                <c:pt idx="1321">
                  <c:v>0.367498892478</c:v>
                </c:pt>
                <c:pt idx="1322">
                  <c:v>0.365994476724</c:v>
                </c:pt>
                <c:pt idx="1323">
                  <c:v>0.368710423698</c:v>
                </c:pt>
                <c:pt idx="1324">
                  <c:v>0.368738105013</c:v>
                </c:pt>
                <c:pt idx="1325">
                  <c:v>0.368925766462</c:v>
                </c:pt>
                <c:pt idx="1326">
                  <c:v>0.368842521506</c:v>
                </c:pt>
                <c:pt idx="1327">
                  <c:v>0.370438718934</c:v>
                </c:pt>
                <c:pt idx="1328">
                  <c:v>0.368952111689</c:v>
                </c:pt>
                <c:pt idx="1329">
                  <c:v>0.368851210032</c:v>
                </c:pt>
                <c:pt idx="1330">
                  <c:v>0.366354367587</c:v>
                </c:pt>
                <c:pt idx="1331">
                  <c:v>0.366457081342</c:v>
                </c:pt>
                <c:pt idx="1332">
                  <c:v>0.369950434662</c:v>
                </c:pt>
                <c:pt idx="1333">
                  <c:v>0.233649906819</c:v>
                </c:pt>
                <c:pt idx="1334">
                  <c:v>0.232484114383</c:v>
                </c:pt>
                <c:pt idx="1335">
                  <c:v>0.231060461018</c:v>
                </c:pt>
                <c:pt idx="1336">
                  <c:v>0.23141046129</c:v>
                </c:pt>
                <c:pt idx="1337">
                  <c:v>0.231179140849</c:v>
                </c:pt>
                <c:pt idx="1338">
                  <c:v>0.236122494868</c:v>
                </c:pt>
                <c:pt idx="1339">
                  <c:v>0.236144127818</c:v>
                </c:pt>
                <c:pt idx="1340">
                  <c:v>0.239934682285</c:v>
                </c:pt>
                <c:pt idx="1341">
                  <c:v>0.239476133404</c:v>
                </c:pt>
                <c:pt idx="1342">
                  <c:v>0.238922462312</c:v>
                </c:pt>
                <c:pt idx="1343">
                  <c:v>0.239951378062</c:v>
                </c:pt>
                <c:pt idx="1344">
                  <c:v>0.239913473062</c:v>
                </c:pt>
                <c:pt idx="1345">
                  <c:v>0.238729980995</c:v>
                </c:pt>
                <c:pt idx="1346">
                  <c:v>0.238177616145</c:v>
                </c:pt>
                <c:pt idx="1347">
                  <c:v>0.236147960224</c:v>
                </c:pt>
                <c:pt idx="1348">
                  <c:v>0.236672565662</c:v>
                </c:pt>
                <c:pt idx="1349">
                  <c:v>0.236346273273</c:v>
                </c:pt>
                <c:pt idx="1350">
                  <c:v>0.238907312417</c:v>
                </c:pt>
                <c:pt idx="1351">
                  <c:v>0.240795021382</c:v>
                </c:pt>
                <c:pt idx="1352">
                  <c:v>0.243280488373</c:v>
                </c:pt>
                <c:pt idx="1353">
                  <c:v>0.243295900206</c:v>
                </c:pt>
                <c:pt idx="1354">
                  <c:v>0.302051754902</c:v>
                </c:pt>
                <c:pt idx="1355">
                  <c:v>0.303790594161</c:v>
                </c:pt>
                <c:pt idx="1356">
                  <c:v>0.304038188537</c:v>
                </c:pt>
                <c:pt idx="1357">
                  <c:v>0.313951299289</c:v>
                </c:pt>
                <c:pt idx="1358">
                  <c:v>0.319112909361</c:v>
                </c:pt>
                <c:pt idx="1359">
                  <c:v>0.32927714865</c:v>
                </c:pt>
                <c:pt idx="1360">
                  <c:v>0.325951033777</c:v>
                </c:pt>
                <c:pt idx="1361">
                  <c:v>0.330377441417</c:v>
                </c:pt>
                <c:pt idx="1362">
                  <c:v>0.326257652125</c:v>
                </c:pt>
                <c:pt idx="1363">
                  <c:v>0.324196109666</c:v>
                </c:pt>
                <c:pt idx="1364">
                  <c:v>0.329556153898</c:v>
                </c:pt>
                <c:pt idx="1365">
                  <c:v>0.323701805278</c:v>
                </c:pt>
                <c:pt idx="1366">
                  <c:v>0.32895937485</c:v>
                </c:pt>
                <c:pt idx="1367">
                  <c:v>0.323325682904</c:v>
                </c:pt>
                <c:pt idx="1368">
                  <c:v>0.318382821104</c:v>
                </c:pt>
                <c:pt idx="1369">
                  <c:v>0.321409696676</c:v>
                </c:pt>
                <c:pt idx="1370">
                  <c:v>0.317619666043</c:v>
                </c:pt>
                <c:pt idx="1371">
                  <c:v>0.321603445523</c:v>
                </c:pt>
                <c:pt idx="1372">
                  <c:v>0.31923471309</c:v>
                </c:pt>
                <c:pt idx="1373">
                  <c:v>0.317611653789</c:v>
                </c:pt>
                <c:pt idx="1374">
                  <c:v>0.312588557821</c:v>
                </c:pt>
                <c:pt idx="1375">
                  <c:v>0.312441259058</c:v>
                </c:pt>
                <c:pt idx="1376">
                  <c:v>0.604842692498</c:v>
                </c:pt>
                <c:pt idx="1377">
                  <c:v>0.610296836629</c:v>
                </c:pt>
                <c:pt idx="1378">
                  <c:v>0.605738721157</c:v>
                </c:pt>
                <c:pt idx="1379">
                  <c:v>0.603325638517</c:v>
                </c:pt>
                <c:pt idx="1380">
                  <c:v>0.603249474099</c:v>
                </c:pt>
                <c:pt idx="1381">
                  <c:v>0.595863001128</c:v>
                </c:pt>
                <c:pt idx="1382">
                  <c:v>0.598884616407</c:v>
                </c:pt>
                <c:pt idx="1383">
                  <c:v>0.593154557584</c:v>
                </c:pt>
                <c:pt idx="1384">
                  <c:v>0.596015773458</c:v>
                </c:pt>
                <c:pt idx="1385">
                  <c:v>0.590432060642</c:v>
                </c:pt>
                <c:pt idx="1386">
                  <c:v>0.594794302646</c:v>
                </c:pt>
                <c:pt idx="1387">
                  <c:v>0.598644230774</c:v>
                </c:pt>
                <c:pt idx="1388">
                  <c:v>0.60051353881</c:v>
                </c:pt>
                <c:pt idx="1389">
                  <c:v>0.597728046845</c:v>
                </c:pt>
                <c:pt idx="1390">
                  <c:v>0.602671653907</c:v>
                </c:pt>
                <c:pt idx="1391">
                  <c:v>0.601732695724</c:v>
                </c:pt>
                <c:pt idx="1392">
                  <c:v>0.596005873946</c:v>
                </c:pt>
                <c:pt idx="1393">
                  <c:v>0.595440155074</c:v>
                </c:pt>
                <c:pt idx="1394">
                  <c:v>0.597755396588</c:v>
                </c:pt>
                <c:pt idx="1395">
                  <c:v>0.595203245221</c:v>
                </c:pt>
                <c:pt idx="1396">
                  <c:v>0.603535605543</c:v>
                </c:pt>
                <c:pt idx="1397">
                  <c:v>0.326465020766</c:v>
                </c:pt>
                <c:pt idx="1398">
                  <c:v>0.326777581927</c:v>
                </c:pt>
                <c:pt idx="1399">
                  <c:v>0.324466519024</c:v>
                </c:pt>
                <c:pt idx="1400">
                  <c:v>0.320907077316</c:v>
                </c:pt>
                <c:pt idx="1401">
                  <c:v>0.320934685751</c:v>
                </c:pt>
                <c:pt idx="1402">
                  <c:v>0.32054255309</c:v>
                </c:pt>
                <c:pt idx="1403">
                  <c:v>0.322140469358</c:v>
                </c:pt>
                <c:pt idx="1404">
                  <c:v>0.324463685639</c:v>
                </c:pt>
                <c:pt idx="1405">
                  <c:v>0.328415040721</c:v>
                </c:pt>
                <c:pt idx="1406">
                  <c:v>0.324570179348</c:v>
                </c:pt>
                <c:pt idx="1407">
                  <c:v>0.324841414769</c:v>
                </c:pt>
                <c:pt idx="1408">
                  <c:v>0.324529756674</c:v>
                </c:pt>
                <c:pt idx="1409">
                  <c:v>0.325476758144</c:v>
                </c:pt>
                <c:pt idx="1410">
                  <c:v>0.325200617899</c:v>
                </c:pt>
                <c:pt idx="1411">
                  <c:v>0.326952429405</c:v>
                </c:pt>
                <c:pt idx="1412">
                  <c:v>0.319886229597</c:v>
                </c:pt>
                <c:pt idx="1413">
                  <c:v>0.319133952425</c:v>
                </c:pt>
                <c:pt idx="1414">
                  <c:v>0.317663026592</c:v>
                </c:pt>
                <c:pt idx="1415">
                  <c:v>0.313226649472</c:v>
                </c:pt>
                <c:pt idx="1416">
                  <c:v>0.315510504306</c:v>
                </c:pt>
                <c:pt idx="1417">
                  <c:v>0.315659216329</c:v>
                </c:pt>
                <c:pt idx="1418">
                  <c:v>0.230190200205</c:v>
                </c:pt>
                <c:pt idx="1419">
                  <c:v>0.228509951296</c:v>
                </c:pt>
                <c:pt idx="1420">
                  <c:v>0.228520110058</c:v>
                </c:pt>
                <c:pt idx="1421">
                  <c:v>0.22929261877</c:v>
                </c:pt>
                <c:pt idx="1422">
                  <c:v>0.226989907887</c:v>
                </c:pt>
                <c:pt idx="1423">
                  <c:v>0.227405460661</c:v>
                </c:pt>
                <c:pt idx="1424">
                  <c:v>0.227103902737</c:v>
                </c:pt>
                <c:pt idx="1425">
                  <c:v>0.228966680221</c:v>
                </c:pt>
                <c:pt idx="1426">
                  <c:v>0.227892095198</c:v>
                </c:pt>
                <c:pt idx="1427">
                  <c:v>0.226993848076</c:v>
                </c:pt>
                <c:pt idx="1428">
                  <c:v>0.227641283395</c:v>
                </c:pt>
                <c:pt idx="1429">
                  <c:v>0.225982429142</c:v>
                </c:pt>
                <c:pt idx="1430">
                  <c:v>0.226049131562</c:v>
                </c:pt>
                <c:pt idx="1431">
                  <c:v>0.227929153134</c:v>
                </c:pt>
                <c:pt idx="1432">
                  <c:v>0.229448513141</c:v>
                </c:pt>
                <c:pt idx="1433">
                  <c:v>0.22604288141</c:v>
                </c:pt>
                <c:pt idx="1434">
                  <c:v>0.223680879836</c:v>
                </c:pt>
                <c:pt idx="1435">
                  <c:v>0.22292044867</c:v>
                </c:pt>
                <c:pt idx="1436">
                  <c:v>0.222173847485</c:v>
                </c:pt>
                <c:pt idx="1437">
                  <c:v>0.223385383557</c:v>
                </c:pt>
                <c:pt idx="1438">
                  <c:v>0.221378856085</c:v>
                </c:pt>
                <c:pt idx="1439">
                  <c:v>0.223918798828</c:v>
                </c:pt>
                <c:pt idx="1440">
                  <c:v>0.228412009015</c:v>
                </c:pt>
                <c:pt idx="1441">
                  <c:v>0.265764644529</c:v>
                </c:pt>
                <c:pt idx="1442">
                  <c:v>0.265676576537</c:v>
                </c:pt>
                <c:pt idx="1443">
                  <c:v>0.264266476798</c:v>
                </c:pt>
                <c:pt idx="1444">
                  <c:v>0.264403479625</c:v>
                </c:pt>
                <c:pt idx="1445">
                  <c:v>0.263912194014</c:v>
                </c:pt>
                <c:pt idx="1446">
                  <c:v>0.261840348972</c:v>
                </c:pt>
                <c:pt idx="1447">
                  <c:v>0.260499181073</c:v>
                </c:pt>
                <c:pt idx="1448">
                  <c:v>0.259067164913</c:v>
                </c:pt>
                <c:pt idx="1449">
                  <c:v>0.258225350533</c:v>
                </c:pt>
                <c:pt idx="1450">
                  <c:v>0.259470993579</c:v>
                </c:pt>
                <c:pt idx="1451">
                  <c:v>0.259243525753</c:v>
                </c:pt>
                <c:pt idx="1452">
                  <c:v>0.258467919853</c:v>
                </c:pt>
                <c:pt idx="1453">
                  <c:v>0.26084009393</c:v>
                </c:pt>
                <c:pt idx="1454">
                  <c:v>0.260096226666</c:v>
                </c:pt>
                <c:pt idx="1455">
                  <c:v>0.26016236327</c:v>
                </c:pt>
                <c:pt idx="1456">
                  <c:v>0.259316692684</c:v>
                </c:pt>
                <c:pt idx="1457">
                  <c:v>0.261278879831</c:v>
                </c:pt>
                <c:pt idx="1458">
                  <c:v>0.261783152163</c:v>
                </c:pt>
                <c:pt idx="1459">
                  <c:v>0.262841303953</c:v>
                </c:pt>
                <c:pt idx="1460">
                  <c:v>0.264446199353</c:v>
                </c:pt>
                <c:pt idx="1461">
                  <c:v>0.264226761693</c:v>
                </c:pt>
                <c:pt idx="1462">
                  <c:v>0.269148875438</c:v>
                </c:pt>
                <c:pt idx="1463">
                  <c:v>0.294367268032</c:v>
                </c:pt>
                <c:pt idx="1464">
                  <c:v>0.292923912659</c:v>
                </c:pt>
                <c:pt idx="1465">
                  <c:v>0.294765408988</c:v>
                </c:pt>
                <c:pt idx="1466">
                  <c:v>0.296299423503</c:v>
                </c:pt>
                <c:pt idx="1467">
                  <c:v>0.295853926309</c:v>
                </c:pt>
                <c:pt idx="1468">
                  <c:v>0.294849692435</c:v>
                </c:pt>
                <c:pt idx="1469">
                  <c:v>0.293788051281</c:v>
                </c:pt>
                <c:pt idx="1470">
                  <c:v>0.29401252571</c:v>
                </c:pt>
                <c:pt idx="1471">
                  <c:v>0.295889654608</c:v>
                </c:pt>
                <c:pt idx="1472">
                  <c:v>0.296091116182</c:v>
                </c:pt>
                <c:pt idx="1473">
                  <c:v>0.294237435444</c:v>
                </c:pt>
                <c:pt idx="1474">
                  <c:v>0.293558309504</c:v>
                </c:pt>
                <c:pt idx="1475">
                  <c:v>0.296466227549</c:v>
                </c:pt>
                <c:pt idx="1476">
                  <c:v>0.300131351537</c:v>
                </c:pt>
                <c:pt idx="1477">
                  <c:v>0.300767998161</c:v>
                </c:pt>
                <c:pt idx="1478">
                  <c:v>0.299659447899</c:v>
                </c:pt>
                <c:pt idx="1479">
                  <c:v>0.301883924357</c:v>
                </c:pt>
                <c:pt idx="1480">
                  <c:v>0.303577442042</c:v>
                </c:pt>
                <c:pt idx="1481">
                  <c:v>0.305917254685</c:v>
                </c:pt>
                <c:pt idx="1482">
                  <c:v>0.306943867797</c:v>
                </c:pt>
                <c:pt idx="1483">
                  <c:v>0.306098142092</c:v>
                </c:pt>
                <c:pt idx="1484">
                  <c:v>0.174638109331</c:v>
                </c:pt>
                <c:pt idx="1485">
                  <c:v>0.175604042375</c:v>
                </c:pt>
                <c:pt idx="1486">
                  <c:v>0.177941361445</c:v>
                </c:pt>
                <c:pt idx="1487">
                  <c:v>0.178782684368</c:v>
                </c:pt>
                <c:pt idx="1488">
                  <c:v>0.180753604045</c:v>
                </c:pt>
                <c:pt idx="1489">
                  <c:v>0.178868124626</c:v>
                </c:pt>
                <c:pt idx="1490">
                  <c:v>0.183883878093</c:v>
                </c:pt>
                <c:pt idx="1491">
                  <c:v>0.185480648285</c:v>
                </c:pt>
                <c:pt idx="1492">
                  <c:v>0.187792854711</c:v>
                </c:pt>
                <c:pt idx="1493">
                  <c:v>0.188798266155</c:v>
                </c:pt>
                <c:pt idx="1494">
                  <c:v>0.192488802336</c:v>
                </c:pt>
                <c:pt idx="1495">
                  <c:v>0.189576536219</c:v>
                </c:pt>
                <c:pt idx="1496">
                  <c:v>0.193980656147</c:v>
                </c:pt>
                <c:pt idx="1497">
                  <c:v>0.18379150417</c:v>
                </c:pt>
                <c:pt idx="1498">
                  <c:v>0.184029101854</c:v>
                </c:pt>
                <c:pt idx="1499">
                  <c:v>0.183720004304</c:v>
                </c:pt>
                <c:pt idx="1500">
                  <c:v>0.182549251283</c:v>
                </c:pt>
                <c:pt idx="1501">
                  <c:v>0.176877318029</c:v>
                </c:pt>
                <c:pt idx="1502">
                  <c:v>0.175486971097</c:v>
                </c:pt>
                <c:pt idx="1503">
                  <c:v>0.174688305476</c:v>
                </c:pt>
                <c:pt idx="1504">
                  <c:v>0.178892953966</c:v>
                </c:pt>
                <c:pt idx="1505">
                  <c:v>0.178109571596</c:v>
                </c:pt>
                <c:pt idx="1506">
                  <c:v>0.177680611492</c:v>
                </c:pt>
                <c:pt idx="1507">
                  <c:v>0.0881088588191</c:v>
                </c:pt>
                <c:pt idx="1508">
                  <c:v>0.0891202561047</c:v>
                </c:pt>
                <c:pt idx="1509">
                  <c:v>0.0886814324788</c:v>
                </c:pt>
                <c:pt idx="1510">
                  <c:v>0.0892311120774</c:v>
                </c:pt>
                <c:pt idx="1511">
                  <c:v>0.090734597156</c:v>
                </c:pt>
                <c:pt idx="1512">
                  <c:v>0.0905833762506</c:v>
                </c:pt>
                <c:pt idx="1513">
                  <c:v>0.0918976042108</c:v>
                </c:pt>
                <c:pt idx="1514">
                  <c:v>0.091562650185</c:v>
                </c:pt>
                <c:pt idx="1515">
                  <c:v>0.0904679650696</c:v>
                </c:pt>
                <c:pt idx="1516">
                  <c:v>0.0896701289621</c:v>
                </c:pt>
                <c:pt idx="1517">
                  <c:v>0.0907235604222</c:v>
                </c:pt>
                <c:pt idx="1518">
                  <c:v>0.0909141150589</c:v>
                </c:pt>
                <c:pt idx="1519">
                  <c:v>0.0913072742032</c:v>
                </c:pt>
                <c:pt idx="1520">
                  <c:v>0.0913459686204</c:v>
                </c:pt>
                <c:pt idx="1521">
                  <c:v>0.0919306717582</c:v>
                </c:pt>
                <c:pt idx="1522">
                  <c:v>0.0916958883926</c:v>
                </c:pt>
                <c:pt idx="1523">
                  <c:v>0.0918419336325</c:v>
                </c:pt>
                <c:pt idx="1524">
                  <c:v>0.091596683186</c:v>
                </c:pt>
                <c:pt idx="1525">
                  <c:v>0.0923782815161</c:v>
                </c:pt>
                <c:pt idx="1526">
                  <c:v>0.0930835853488</c:v>
                </c:pt>
                <c:pt idx="1527">
                  <c:v>0.129919421086</c:v>
                </c:pt>
                <c:pt idx="1528">
                  <c:v>0.129472406727</c:v>
                </c:pt>
                <c:pt idx="1529">
                  <c:v>0.12964072021</c:v>
                </c:pt>
                <c:pt idx="1530">
                  <c:v>0.129530762229</c:v>
                </c:pt>
                <c:pt idx="1531">
                  <c:v>0.129710393261</c:v>
                </c:pt>
                <c:pt idx="1532">
                  <c:v>0.130334142458</c:v>
                </c:pt>
                <c:pt idx="1533">
                  <c:v>0.130295855257</c:v>
                </c:pt>
                <c:pt idx="1534">
                  <c:v>0.131325006037</c:v>
                </c:pt>
                <c:pt idx="1535">
                  <c:v>0.132257614732</c:v>
                </c:pt>
                <c:pt idx="1536">
                  <c:v>0.132539025492</c:v>
                </c:pt>
                <c:pt idx="1537">
                  <c:v>0.132654788445</c:v>
                </c:pt>
                <c:pt idx="1538">
                  <c:v>0.133871514446</c:v>
                </c:pt>
                <c:pt idx="1539">
                  <c:v>0.133406616442</c:v>
                </c:pt>
                <c:pt idx="1540">
                  <c:v>0.133071982078</c:v>
                </c:pt>
                <c:pt idx="1541">
                  <c:v>0.13528215482</c:v>
                </c:pt>
                <c:pt idx="1542">
                  <c:v>0.135949340436</c:v>
                </c:pt>
                <c:pt idx="1543">
                  <c:v>0.134753294942</c:v>
                </c:pt>
                <c:pt idx="1544">
                  <c:v>0.136413197055</c:v>
                </c:pt>
                <c:pt idx="1545">
                  <c:v>0.131312355542</c:v>
                </c:pt>
                <c:pt idx="1546">
                  <c:v>0.131166342155</c:v>
                </c:pt>
                <c:pt idx="1547">
                  <c:v>0.131110254227</c:v>
                </c:pt>
                <c:pt idx="1548">
                  <c:v>0.130888763613</c:v>
                </c:pt>
                <c:pt idx="1549">
                  <c:v>0.155822351605</c:v>
                </c:pt>
                <c:pt idx="1550">
                  <c:v>0.155978955928</c:v>
                </c:pt>
                <c:pt idx="1551">
                  <c:v>0.154710255574</c:v>
                </c:pt>
                <c:pt idx="1552">
                  <c:v>0.155572578783</c:v>
                </c:pt>
                <c:pt idx="1553">
                  <c:v>0.156372505171</c:v>
                </c:pt>
                <c:pt idx="1554">
                  <c:v>0.157915117643</c:v>
                </c:pt>
                <c:pt idx="1555">
                  <c:v>0.157429886008</c:v>
                </c:pt>
                <c:pt idx="1556">
                  <c:v>0.158643130278</c:v>
                </c:pt>
                <c:pt idx="1557">
                  <c:v>0.157581628093</c:v>
                </c:pt>
                <c:pt idx="1558">
                  <c:v>0.156767491084</c:v>
                </c:pt>
                <c:pt idx="1559">
                  <c:v>0.157004993852</c:v>
                </c:pt>
                <c:pt idx="1560">
                  <c:v>0.162586129117</c:v>
                </c:pt>
                <c:pt idx="1561">
                  <c:v>0.163791893632</c:v>
                </c:pt>
                <c:pt idx="1562">
                  <c:v>0.165574816459</c:v>
                </c:pt>
                <c:pt idx="1563">
                  <c:v>0.166036392112</c:v>
                </c:pt>
                <c:pt idx="1564">
                  <c:v>0.167700069331</c:v>
                </c:pt>
                <c:pt idx="1565">
                  <c:v>0.16930577047</c:v>
                </c:pt>
                <c:pt idx="1566">
                  <c:v>0.173803585718</c:v>
                </c:pt>
                <c:pt idx="1567">
                  <c:v>0.174053783838</c:v>
                </c:pt>
                <c:pt idx="1568">
                  <c:v>0.160568011595</c:v>
                </c:pt>
                <c:pt idx="1569">
                  <c:v>0.156010850091</c:v>
                </c:pt>
                <c:pt idx="1570">
                  <c:v>0.0734834569241</c:v>
                </c:pt>
                <c:pt idx="1571">
                  <c:v>0.0735726850114</c:v>
                </c:pt>
                <c:pt idx="1572">
                  <c:v>0.0719363887556</c:v>
                </c:pt>
                <c:pt idx="1573">
                  <c:v>0.0736308149423</c:v>
                </c:pt>
                <c:pt idx="1574">
                  <c:v>0.0749731040657</c:v>
                </c:pt>
                <c:pt idx="1575">
                  <c:v>0.0740632183001</c:v>
                </c:pt>
                <c:pt idx="1576">
                  <c:v>0.0745482444695</c:v>
                </c:pt>
                <c:pt idx="1577">
                  <c:v>0.0721839760775</c:v>
                </c:pt>
                <c:pt idx="1578">
                  <c:v>0.0741143027601</c:v>
                </c:pt>
                <c:pt idx="1579">
                  <c:v>0.0741183573557</c:v>
                </c:pt>
                <c:pt idx="1580">
                  <c:v>0.0720288955057</c:v>
                </c:pt>
                <c:pt idx="1581">
                  <c:v>0.0732925790422</c:v>
                </c:pt>
                <c:pt idx="1582">
                  <c:v>0.0732638382792</c:v>
                </c:pt>
                <c:pt idx="1583">
                  <c:v>0.0742627624191</c:v>
                </c:pt>
                <c:pt idx="1584">
                  <c:v>0.0760585970076</c:v>
                </c:pt>
                <c:pt idx="1585">
                  <c:v>0.0749943883775</c:v>
                </c:pt>
                <c:pt idx="1586">
                  <c:v>0.0745726436496</c:v>
                </c:pt>
                <c:pt idx="1587">
                  <c:v>0.0754847015452</c:v>
                </c:pt>
                <c:pt idx="1588">
                  <c:v>0.0761435821514</c:v>
                </c:pt>
                <c:pt idx="1589">
                  <c:v>0.0778795808942</c:v>
                </c:pt>
                <c:pt idx="1590">
                  <c:v>0.0786033339213</c:v>
                </c:pt>
                <c:pt idx="1591">
                  <c:v>0.0795432271488</c:v>
                </c:pt>
                <c:pt idx="1592">
                  <c:v>0.07876383134</c:v>
                </c:pt>
                <c:pt idx="1593">
                  <c:v>0.080002368588</c:v>
                </c:pt>
                <c:pt idx="1594">
                  <c:v>0.0799654232966</c:v>
                </c:pt>
                <c:pt idx="1595">
                  <c:v>0.080230434533</c:v>
                </c:pt>
                <c:pt idx="1596">
                  <c:v>0.0802445819231</c:v>
                </c:pt>
                <c:pt idx="1597">
                  <c:v>0.079200306187</c:v>
                </c:pt>
                <c:pt idx="1598">
                  <c:v>0.0785951488178</c:v>
                </c:pt>
                <c:pt idx="1599">
                  <c:v>0.0780044753597</c:v>
                </c:pt>
                <c:pt idx="1600">
                  <c:v>0.077210627763</c:v>
                </c:pt>
                <c:pt idx="1601">
                  <c:v>0.0749227153835</c:v>
                </c:pt>
                <c:pt idx="1602">
                  <c:v>0.0722427363211</c:v>
                </c:pt>
                <c:pt idx="1603">
                  <c:v>0.07100939571</c:v>
                </c:pt>
                <c:pt idx="1604">
                  <c:v>0.0697958366761</c:v>
                </c:pt>
                <c:pt idx="1605">
                  <c:v>0.0697040337957</c:v>
                </c:pt>
                <c:pt idx="1606">
                  <c:v>0.0711853903251</c:v>
                </c:pt>
                <c:pt idx="1607">
                  <c:v>0.0693205188244</c:v>
                </c:pt>
                <c:pt idx="1608">
                  <c:v>0.0717958301301</c:v>
                </c:pt>
                <c:pt idx="1609">
                  <c:v>0.0715882513698</c:v>
                </c:pt>
                <c:pt idx="1610">
                  <c:v>0.073761812964</c:v>
                </c:pt>
                <c:pt idx="1611">
                  <c:v>0.0743376497254</c:v>
                </c:pt>
                <c:pt idx="1612">
                  <c:v>0.132118979184</c:v>
                </c:pt>
                <c:pt idx="1613">
                  <c:v>0.131156114206</c:v>
                </c:pt>
                <c:pt idx="1614">
                  <c:v>0.132425018366</c:v>
                </c:pt>
                <c:pt idx="1615">
                  <c:v>0.131964934252</c:v>
                </c:pt>
                <c:pt idx="1616">
                  <c:v>0.132969330025</c:v>
                </c:pt>
                <c:pt idx="1617">
                  <c:v>0.132711030658</c:v>
                </c:pt>
                <c:pt idx="1618">
                  <c:v>0.131742768588</c:v>
                </c:pt>
                <c:pt idx="1619">
                  <c:v>0.133422371036</c:v>
                </c:pt>
                <c:pt idx="1620">
                  <c:v>0.132075646432</c:v>
                </c:pt>
                <c:pt idx="1621">
                  <c:v>0.131617390163</c:v>
                </c:pt>
                <c:pt idx="1622">
                  <c:v>0.134070115463</c:v>
                </c:pt>
                <c:pt idx="1623">
                  <c:v>0.132777607602</c:v>
                </c:pt>
                <c:pt idx="1624">
                  <c:v>0.128853134398</c:v>
                </c:pt>
                <c:pt idx="1625">
                  <c:v>0.129663195223</c:v>
                </c:pt>
                <c:pt idx="1626">
                  <c:v>0.128680296684</c:v>
                </c:pt>
                <c:pt idx="1627">
                  <c:v>0.129178840779</c:v>
                </c:pt>
                <c:pt idx="1628">
                  <c:v>0.12813646831</c:v>
                </c:pt>
                <c:pt idx="1629">
                  <c:v>0.126016874652</c:v>
                </c:pt>
                <c:pt idx="1630">
                  <c:v>0.124225586275</c:v>
                </c:pt>
                <c:pt idx="1631">
                  <c:v>0.124928640682</c:v>
                </c:pt>
                <c:pt idx="1632">
                  <c:v>0.12485030854</c:v>
                </c:pt>
                <c:pt idx="1633">
                  <c:v>0.121912934246</c:v>
                </c:pt>
                <c:pt idx="1634">
                  <c:v>0.109264998726</c:v>
                </c:pt>
                <c:pt idx="1635">
                  <c:v>0.112247825927</c:v>
                </c:pt>
                <c:pt idx="1636">
                  <c:v>0.112407812126</c:v>
                </c:pt>
                <c:pt idx="1637">
                  <c:v>0.112566424816</c:v>
                </c:pt>
                <c:pt idx="1638">
                  <c:v>0.111618415308</c:v>
                </c:pt>
                <c:pt idx="1639">
                  <c:v>0.111248465651</c:v>
                </c:pt>
                <c:pt idx="1640">
                  <c:v>0.110196441879</c:v>
                </c:pt>
                <c:pt idx="1641">
                  <c:v>0.109624937775</c:v>
                </c:pt>
                <c:pt idx="1642">
                  <c:v>0.108295596744</c:v>
                </c:pt>
                <c:pt idx="1643">
                  <c:v>0.108384461924</c:v>
                </c:pt>
                <c:pt idx="1644">
                  <c:v>0.106354262084</c:v>
                </c:pt>
                <c:pt idx="1645">
                  <c:v>0.108281190681</c:v>
                </c:pt>
                <c:pt idx="1646">
                  <c:v>0.108074032191</c:v>
                </c:pt>
                <c:pt idx="1647">
                  <c:v>0.107332874582</c:v>
                </c:pt>
                <c:pt idx="1648">
                  <c:v>0.107154393583</c:v>
                </c:pt>
                <c:pt idx="1649">
                  <c:v>0.107324589055</c:v>
                </c:pt>
                <c:pt idx="1650">
                  <c:v>0.106616671012</c:v>
                </c:pt>
                <c:pt idx="1651">
                  <c:v>0.10754265993</c:v>
                </c:pt>
                <c:pt idx="1652">
                  <c:v>0.108504767644</c:v>
                </c:pt>
                <c:pt idx="1653">
                  <c:v>0.106288471768</c:v>
                </c:pt>
                <c:pt idx="1654">
                  <c:v>0.105674141241</c:v>
                </c:pt>
                <c:pt idx="1655">
                  <c:v>0.0465303907478</c:v>
                </c:pt>
                <c:pt idx="1656">
                  <c:v>0.047309464746</c:v>
                </c:pt>
                <c:pt idx="1657">
                  <c:v>0.0467781780859</c:v>
                </c:pt>
                <c:pt idx="1658">
                  <c:v>0.0469258858924</c:v>
                </c:pt>
                <c:pt idx="1659">
                  <c:v>0.0461974835828</c:v>
                </c:pt>
                <c:pt idx="1660">
                  <c:v>0.0447511730948</c:v>
                </c:pt>
                <c:pt idx="1661">
                  <c:v>0.0456722113102</c:v>
                </c:pt>
                <c:pt idx="1662">
                  <c:v>0.0455882436444</c:v>
                </c:pt>
                <c:pt idx="1663">
                  <c:v>0.0462481400598</c:v>
                </c:pt>
                <c:pt idx="1664">
                  <c:v>0.0466006275544</c:v>
                </c:pt>
                <c:pt idx="1665">
                  <c:v>0.04558585465</c:v>
                </c:pt>
                <c:pt idx="1666">
                  <c:v>0.0450824216246</c:v>
                </c:pt>
                <c:pt idx="1667">
                  <c:v>0.0452077983036</c:v>
                </c:pt>
                <c:pt idx="1668">
                  <c:v>0.0450468847236</c:v>
                </c:pt>
                <c:pt idx="1669">
                  <c:v>0.0448254597987</c:v>
                </c:pt>
                <c:pt idx="1670">
                  <c:v>0.0438018518337</c:v>
                </c:pt>
                <c:pt idx="1671">
                  <c:v>0.0438970534294</c:v>
                </c:pt>
                <c:pt idx="1672">
                  <c:v>0.0448350243209</c:v>
                </c:pt>
                <c:pt idx="1673">
                  <c:v>0.0439948945783</c:v>
                </c:pt>
                <c:pt idx="1674">
                  <c:v>0.043796530726</c:v>
                </c:pt>
                <c:pt idx="1675">
                  <c:v>0.0444322699423</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4"/>
          <c:order val="4"/>
          <c:tx>
            <c:strRef>
              <c:f>IEMG</c:f>
              <c:strCache>
                <c:ptCount val="1"/>
                <c:pt idx="0">
                  <c:v>IEMG</c:v>
                </c:pt>
              </c:strCache>
            </c:strRef>
          </c:tx>
          <c:spPr>
            <a:solidFill>
              <a:srgbClr val="9BB6AA"/>
            </a:solidFill>
            <a:ln w="0">
              <a:noFill/>
            </a:ln>
          </c:spPr>
          <c:dLbls>
            <c:delete val="1"/>
          </c:dLbls>
          <c:cat>
            <c:strRef>
              <c:f>'Chart Data'!$I$2:$I$1734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Data'!$J$2:$J$1734</c:f>
              <c:numCache>
                <c:formatCode>0%</c:formatCode>
                <c:ptCount val="1733"/>
                <c:pt idx="0">
                  <c:v>0.156728286951</c:v>
                </c:pt>
                <c:pt idx="1">
                  <c:v>0.155654001309</c:v>
                </c:pt>
                <c:pt idx="2">
                  <c:v>0.155744729543</c:v>
                </c:pt>
                <c:pt idx="3">
                  <c:v>0.156615751494</c:v>
                </c:pt>
                <c:pt idx="4">
                  <c:v>0.157464210266</c:v>
                </c:pt>
                <c:pt idx="5">
                  <c:v>0.157867906108</c:v>
                </c:pt>
                <c:pt idx="6">
                  <c:v>0.159972105402</c:v>
                </c:pt>
                <c:pt idx="7">
                  <c:v>0.1592578094</c:v>
                </c:pt>
                <c:pt idx="8">
                  <c:v>0.157719891083</c:v>
                </c:pt>
                <c:pt idx="9">
                  <c:v>0.158285420115</c:v>
                </c:pt>
                <c:pt idx="10">
                  <c:v>0.158965345623</c:v>
                </c:pt>
                <c:pt idx="11">
                  <c:v>0.158965345623</c:v>
                </c:pt>
                <c:pt idx="12">
                  <c:v>0.155592161197</c:v>
                </c:pt>
                <c:pt idx="13">
                  <c:v>0.15668244004</c:v>
                </c:pt>
                <c:pt idx="14">
                  <c:v>0.155197434547</c:v>
                </c:pt>
                <c:pt idx="15">
                  <c:v>0.154390828429</c:v>
                </c:pt>
                <c:pt idx="16">
                  <c:v>0.150355348635</c:v>
                </c:pt>
                <c:pt idx="17">
                  <c:v>0.151580457924</c:v>
                </c:pt>
                <c:pt idx="18">
                  <c:v>0.151531107247</c:v>
                </c:pt>
                <c:pt idx="19">
                  <c:v>0.149479104768</c:v>
                </c:pt>
                <c:pt idx="20">
                  <c:v>0.147563810148</c:v>
                </c:pt>
                <c:pt idx="21">
                  <c:v>0.148789855432</c:v>
                </c:pt>
                <c:pt idx="22">
                  <c:v>0.112116763116</c:v>
                </c:pt>
                <c:pt idx="23">
                  <c:v>0.112553598937</c:v>
                </c:pt>
                <c:pt idx="24">
                  <c:v>0.112071450861</c:v>
                </c:pt>
                <c:pt idx="25">
                  <c:v>0.110504481663</c:v>
                </c:pt>
                <c:pt idx="26">
                  <c:v>0.110593235202</c:v>
                </c:pt>
                <c:pt idx="27">
                  <c:v>0.112079540438</c:v>
                </c:pt>
                <c:pt idx="28">
                  <c:v>0.113281093294</c:v>
                </c:pt>
                <c:pt idx="29">
                  <c:v>0.111682044401</c:v>
                </c:pt>
                <c:pt idx="30">
                  <c:v>0.111388159466</c:v>
                </c:pt>
                <c:pt idx="31">
                  <c:v>0.111388159466</c:v>
                </c:pt>
                <c:pt idx="32">
                  <c:v>0.110145538136</c:v>
                </c:pt>
                <c:pt idx="33">
                  <c:v>0.110521950757</c:v>
                </c:pt>
                <c:pt idx="34">
                  <c:v>0.108759276186</c:v>
                </c:pt>
                <c:pt idx="35">
                  <c:v>0.107738729451</c:v>
                </c:pt>
                <c:pt idx="36">
                  <c:v>0.104433453365</c:v>
                </c:pt>
                <c:pt idx="37">
                  <c:v>0.1052173494</c:v>
                </c:pt>
                <c:pt idx="38">
                  <c:v>0.105940192939</c:v>
                </c:pt>
                <c:pt idx="39">
                  <c:v>0.104724272098</c:v>
                </c:pt>
                <c:pt idx="40">
                  <c:v>0.105632181463</c:v>
                </c:pt>
                <c:pt idx="41">
                  <c:v>0.106083998188</c:v>
                </c:pt>
                <c:pt idx="42">
                  <c:v>0.274936191134</c:v>
                </c:pt>
                <c:pt idx="43">
                  <c:v>0.278654593853</c:v>
                </c:pt>
                <c:pt idx="44">
                  <c:v>0.270775017529</c:v>
                </c:pt>
                <c:pt idx="45">
                  <c:v>0.260542467917</c:v>
                </c:pt>
                <c:pt idx="46">
                  <c:v>0.244575887949</c:v>
                </c:pt>
                <c:pt idx="47">
                  <c:v>0.261059892755</c:v>
                </c:pt>
                <c:pt idx="48">
                  <c:v>0.257754050482</c:v>
                </c:pt>
                <c:pt idx="49">
                  <c:v>0.239791257483</c:v>
                </c:pt>
                <c:pt idx="50">
                  <c:v>0.255672939506</c:v>
                </c:pt>
                <c:pt idx="51">
                  <c:v>0.225094292869</c:v>
                </c:pt>
                <c:pt idx="52">
                  <c:v>0.244679125486</c:v>
                </c:pt>
                <c:pt idx="53">
                  <c:v>0.236818956319</c:v>
                </c:pt>
                <c:pt idx="54">
                  <c:v>0.234851165506</c:v>
                </c:pt>
                <c:pt idx="55">
                  <c:v>0.227354240401</c:v>
                </c:pt>
                <c:pt idx="56">
                  <c:v>0.216485197061</c:v>
                </c:pt>
                <c:pt idx="57">
                  <c:v>0.227841408333</c:v>
                </c:pt>
                <c:pt idx="58">
                  <c:v>0.234704916853</c:v>
                </c:pt>
                <c:pt idx="59">
                  <c:v>0.240652299751</c:v>
                </c:pt>
                <c:pt idx="60">
                  <c:v>0.227528283893</c:v>
                </c:pt>
                <c:pt idx="61">
                  <c:v>0.231002001361</c:v>
                </c:pt>
                <c:pt idx="62">
                  <c:v>0.234424077131</c:v>
                </c:pt>
                <c:pt idx="63">
                  <c:v>0.225562674431</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0.121036929221</c:v>
                </c:pt>
                <c:pt idx="151">
                  <c:v>0.122463227054</c:v>
                </c:pt>
                <c:pt idx="152">
                  <c:v>0.121888960965</c:v>
                </c:pt>
                <c:pt idx="153">
                  <c:v>0.120772044455</c:v>
                </c:pt>
                <c:pt idx="154">
                  <c:v>0.121401185738</c:v>
                </c:pt>
                <c:pt idx="155">
                  <c:v>0.123735111984</c:v>
                </c:pt>
                <c:pt idx="156">
                  <c:v>0.125544576316</c:v>
                </c:pt>
                <c:pt idx="157">
                  <c:v>0.125036918546</c:v>
                </c:pt>
                <c:pt idx="158">
                  <c:v>0.12533068285</c:v>
                </c:pt>
                <c:pt idx="159">
                  <c:v>0.125622995693</c:v>
                </c:pt>
                <c:pt idx="160">
                  <c:v>0.124860634919</c:v>
                </c:pt>
                <c:pt idx="161">
                  <c:v>0.125088757749</c:v>
                </c:pt>
                <c:pt idx="162">
                  <c:v>0.123803378882</c:v>
                </c:pt>
                <c:pt idx="163">
                  <c:v>0.124184535771</c:v>
                </c:pt>
                <c:pt idx="164">
                  <c:v>0.125576303889</c:v>
                </c:pt>
                <c:pt idx="165">
                  <c:v>0.127098196936</c:v>
                </c:pt>
                <c:pt idx="166">
                  <c:v>0.126929928825</c:v>
                </c:pt>
                <c:pt idx="167">
                  <c:v>0.127418559421</c:v>
                </c:pt>
                <c:pt idx="168">
                  <c:v>0.128185175233</c:v>
                </c:pt>
                <c:pt idx="169">
                  <c:v>0.125437402867</c:v>
                </c:pt>
                <c:pt idx="170">
                  <c:v>0.126478156453</c:v>
                </c:pt>
                <c:pt idx="171">
                  <c:v>0.145431504814</c:v>
                </c:pt>
                <c:pt idx="172">
                  <c:v>0.144968682726</c:v>
                </c:pt>
                <c:pt idx="173">
                  <c:v>0.146168322643</c:v>
                </c:pt>
                <c:pt idx="174">
                  <c:v>0.146168322643</c:v>
                </c:pt>
                <c:pt idx="175">
                  <c:v>0.14541226618</c:v>
                </c:pt>
                <c:pt idx="176">
                  <c:v>0.145885669556</c:v>
                </c:pt>
                <c:pt idx="177">
                  <c:v>0.144799961135</c:v>
                </c:pt>
                <c:pt idx="178">
                  <c:v>0.145737775558</c:v>
                </c:pt>
                <c:pt idx="179">
                  <c:v>0.146969669132</c:v>
                </c:pt>
                <c:pt idx="180">
                  <c:v>0.148169202457</c:v>
                </c:pt>
                <c:pt idx="181">
                  <c:v>0.147962358773</c:v>
                </c:pt>
                <c:pt idx="182">
                  <c:v>0.147905426784</c:v>
                </c:pt>
                <c:pt idx="183">
                  <c:v>0.147393206113</c:v>
                </c:pt>
                <c:pt idx="184">
                  <c:v>0.147526933149</c:v>
                </c:pt>
                <c:pt idx="185">
                  <c:v>0.146235677283</c:v>
                </c:pt>
                <c:pt idx="186">
                  <c:v>0.145872117017</c:v>
                </c:pt>
                <c:pt idx="187">
                  <c:v>0.144961272352</c:v>
                </c:pt>
                <c:pt idx="188">
                  <c:v>0.144336571692</c:v>
                </c:pt>
                <c:pt idx="189">
                  <c:v>0.144826094016</c:v>
                </c:pt>
                <c:pt idx="190">
                  <c:v>0.144983537068</c:v>
                </c:pt>
                <c:pt idx="191">
                  <c:v>0.147006462377</c:v>
                </c:pt>
                <c:pt idx="192">
                  <c:v>0.147719361956</c:v>
                </c:pt>
                <c:pt idx="193">
                  <c:v>0.256977577138</c:v>
                </c:pt>
                <c:pt idx="194">
                  <c:v>0.25699994345</c:v>
                </c:pt>
                <c:pt idx="195">
                  <c:v>0.258034724156</c:v>
                </c:pt>
                <c:pt idx="196">
                  <c:v>0.259105234519</c:v>
                </c:pt>
                <c:pt idx="197">
                  <c:v>0.25946920206</c:v>
                </c:pt>
                <c:pt idx="198">
                  <c:v>0.25959304675</c:v>
                </c:pt>
                <c:pt idx="199">
                  <c:v>0.260148440986</c:v>
                </c:pt>
                <c:pt idx="200">
                  <c:v>0.260172660099</c:v>
                </c:pt>
                <c:pt idx="201">
                  <c:v>0.259341859691</c:v>
                </c:pt>
                <c:pt idx="202">
                  <c:v>0.258264591624</c:v>
                </c:pt>
                <c:pt idx="203">
                  <c:v>0.259260450188</c:v>
                </c:pt>
                <c:pt idx="204">
                  <c:v>0.259267316595</c:v>
                </c:pt>
                <c:pt idx="205">
                  <c:v>0.260989295415</c:v>
                </c:pt>
                <c:pt idx="206">
                  <c:v>0.261670295319</c:v>
                </c:pt>
                <c:pt idx="207">
                  <c:v>0.261594297644</c:v>
                </c:pt>
                <c:pt idx="208">
                  <c:v>0.262652863616</c:v>
                </c:pt>
                <c:pt idx="209">
                  <c:v>0.2617703034</c:v>
                </c:pt>
                <c:pt idx="210">
                  <c:v>0.262788809917</c:v>
                </c:pt>
                <c:pt idx="211">
                  <c:v>0.262128090823</c:v>
                </c:pt>
                <c:pt idx="212">
                  <c:v>0.264462394605</c:v>
                </c:pt>
                <c:pt idx="213">
                  <c:v>0.263513844472</c:v>
                </c:pt>
                <c:pt idx="214">
                  <c:v>0.264183139168</c:v>
                </c:pt>
                <c:pt idx="215">
                  <c:v>0.375450263053</c:v>
                </c:pt>
                <c:pt idx="216">
                  <c:v>0.380022787971</c:v>
                </c:pt>
                <c:pt idx="217">
                  <c:v>0.381006135782</c:v>
                </c:pt>
                <c:pt idx="218">
                  <c:v>0.382378511331</c:v>
                </c:pt>
                <c:pt idx="219">
                  <c:v>0.385127474912</c:v>
                </c:pt>
                <c:pt idx="220">
                  <c:v>0.380304771904</c:v>
                </c:pt>
                <c:pt idx="221">
                  <c:v>0.381392854721</c:v>
                </c:pt>
                <c:pt idx="222">
                  <c:v>0.380883764375</c:v>
                </c:pt>
                <c:pt idx="223">
                  <c:v>0.383389156618</c:v>
                </c:pt>
                <c:pt idx="224">
                  <c:v>0.384607138585</c:v>
                </c:pt>
                <c:pt idx="225">
                  <c:v>0.384666306895</c:v>
                </c:pt>
                <c:pt idx="226">
                  <c:v>0.384888030791</c:v>
                </c:pt>
                <c:pt idx="227">
                  <c:v>0.385232123709</c:v>
                </c:pt>
                <c:pt idx="228">
                  <c:v>0.386058441511</c:v>
                </c:pt>
                <c:pt idx="229">
                  <c:v>0.387224900912</c:v>
                </c:pt>
                <c:pt idx="230">
                  <c:v>0.387819242131</c:v>
                </c:pt>
                <c:pt idx="231">
                  <c:v>0.385926636486</c:v>
                </c:pt>
                <c:pt idx="232">
                  <c:v>0.385926636486</c:v>
                </c:pt>
                <c:pt idx="233">
                  <c:v>0.388802177263</c:v>
                </c:pt>
                <c:pt idx="234">
                  <c:v>0.384278930788</c:v>
                </c:pt>
                <c:pt idx="235">
                  <c:v>0.387486901433</c:v>
                </c:pt>
                <c:pt idx="236">
                  <c:v>0.258692785224</c:v>
                </c:pt>
                <c:pt idx="237">
                  <c:v>0.260032250219</c:v>
                </c:pt>
                <c:pt idx="238">
                  <c:v>0.260911118101</c:v>
                </c:pt>
                <c:pt idx="239">
                  <c:v>0.260477801752</c:v>
                </c:pt>
                <c:pt idx="240">
                  <c:v>0.26053745063</c:v>
                </c:pt>
                <c:pt idx="241">
                  <c:v>0.259830608053</c:v>
                </c:pt>
                <c:pt idx="242">
                  <c:v>0.261981142021</c:v>
                </c:pt>
                <c:pt idx="243">
                  <c:v>0.260904227112</c:v>
                </c:pt>
                <c:pt idx="244">
                  <c:v>0.25941357113</c:v>
                </c:pt>
                <c:pt idx="245">
                  <c:v>0.260010758525</c:v>
                </c:pt>
                <c:pt idx="246">
                  <c:v>0.259811070972</c:v>
                </c:pt>
                <c:pt idx="247">
                  <c:v>0.2601216513</c:v>
                </c:pt>
                <c:pt idx="248">
                  <c:v>0.259519054804</c:v>
                </c:pt>
                <c:pt idx="249">
                  <c:v>0.258239158308</c:v>
                </c:pt>
                <c:pt idx="250">
                  <c:v>0.258290225833</c:v>
                </c:pt>
                <c:pt idx="251">
                  <c:v>0.259067113702</c:v>
                </c:pt>
                <c:pt idx="252">
                  <c:v>0.257902343512</c:v>
                </c:pt>
                <c:pt idx="253">
                  <c:v>0.258240045264</c:v>
                </c:pt>
                <c:pt idx="254">
                  <c:v>0.260467168498</c:v>
                </c:pt>
                <c:pt idx="255">
                  <c:v>0.261851082783</c:v>
                </c:pt>
                <c:pt idx="256">
                  <c:v>0.260906758056</c:v>
                </c:pt>
                <c:pt idx="257">
                  <c:v>0.262444110868</c:v>
                </c:pt>
                <c:pt idx="258">
                  <c:v>0.223556205064</c:v>
                </c:pt>
                <c:pt idx="259">
                  <c:v>0.221920757159</c:v>
                </c:pt>
                <c:pt idx="260">
                  <c:v>0.221351283164</c:v>
                </c:pt>
                <c:pt idx="261">
                  <c:v>0.224627490392</c:v>
                </c:pt>
                <c:pt idx="262">
                  <c:v>0.223333912788</c:v>
                </c:pt>
                <c:pt idx="263">
                  <c:v>0.22440661484</c:v>
                </c:pt>
                <c:pt idx="264">
                  <c:v>0.224401419411</c:v>
                </c:pt>
                <c:pt idx="265">
                  <c:v>0.225796240561</c:v>
                </c:pt>
                <c:pt idx="266">
                  <c:v>0.224489348587</c:v>
                </c:pt>
                <c:pt idx="267">
                  <c:v>0.225033359637</c:v>
                </c:pt>
                <c:pt idx="268">
                  <c:v>0.226603148808</c:v>
                </c:pt>
                <c:pt idx="269">
                  <c:v>0.228227257001</c:v>
                </c:pt>
                <c:pt idx="270">
                  <c:v>0.228418876088</c:v>
                </c:pt>
                <c:pt idx="271">
                  <c:v>0.228158489023</c:v>
                </c:pt>
                <c:pt idx="272">
                  <c:v>0.229248829705</c:v>
                </c:pt>
                <c:pt idx="273">
                  <c:v>0.228614050349</c:v>
                </c:pt>
                <c:pt idx="274">
                  <c:v>0.22543349192</c:v>
                </c:pt>
                <c:pt idx="275">
                  <c:v>0.227162712102</c:v>
                </c:pt>
                <c:pt idx="276">
                  <c:v>0.22406175888</c:v>
                </c:pt>
                <c:pt idx="277">
                  <c:v>0.227170050181</c:v>
                </c:pt>
                <c:pt idx="278">
                  <c:v>0.243048569617</c:v>
                </c:pt>
                <c:pt idx="279">
                  <c:v>0.243134503591</c:v>
                </c:pt>
                <c:pt idx="280">
                  <c:v>0.243350274367</c:v>
                </c:pt>
                <c:pt idx="281">
                  <c:v>0.244655437604</c:v>
                </c:pt>
                <c:pt idx="282">
                  <c:v>0.241642324621</c:v>
                </c:pt>
                <c:pt idx="283">
                  <c:v>0.244225805207</c:v>
                </c:pt>
                <c:pt idx="284">
                  <c:v>0.244837120341</c:v>
                </c:pt>
                <c:pt idx="285">
                  <c:v>0.24695894379</c:v>
                </c:pt>
                <c:pt idx="286">
                  <c:v>0.246284799882</c:v>
                </c:pt>
                <c:pt idx="287">
                  <c:v>0.246065813736</c:v>
                </c:pt>
                <c:pt idx="288">
                  <c:v>0.245410479547</c:v>
                </c:pt>
                <c:pt idx="289">
                  <c:v>0.246277067957</c:v>
                </c:pt>
                <c:pt idx="290">
                  <c:v>0.244556714758</c:v>
                </c:pt>
                <c:pt idx="291">
                  <c:v>0.246805039542</c:v>
                </c:pt>
                <c:pt idx="292">
                  <c:v>0.240222122245</c:v>
                </c:pt>
                <c:pt idx="293">
                  <c:v>0.240101934517</c:v>
                </c:pt>
                <c:pt idx="294">
                  <c:v>0.236692815525</c:v>
                </c:pt>
                <c:pt idx="295">
                  <c:v>0.23217039622</c:v>
                </c:pt>
                <c:pt idx="296">
                  <c:v>0.232642454852</c:v>
                </c:pt>
                <c:pt idx="297">
                  <c:v>0.236770998892</c:v>
                </c:pt>
                <c:pt idx="298">
                  <c:v>0.276034681306</c:v>
                </c:pt>
                <c:pt idx="299">
                  <c:v>0.274881929908</c:v>
                </c:pt>
                <c:pt idx="300">
                  <c:v>0.269389187056</c:v>
                </c:pt>
                <c:pt idx="301">
                  <c:v>0.269644810497</c:v>
                </c:pt>
                <c:pt idx="302">
                  <c:v>0.264157294362</c:v>
                </c:pt>
                <c:pt idx="303">
                  <c:v>0.267034731557</c:v>
                </c:pt>
                <c:pt idx="304">
                  <c:v>0.26607077305</c:v>
                </c:pt>
                <c:pt idx="305">
                  <c:v>0.269885553881</c:v>
                </c:pt>
                <c:pt idx="306">
                  <c:v>0.266762814567</c:v>
                </c:pt>
                <c:pt idx="307">
                  <c:v>0.267266483999</c:v>
                </c:pt>
                <c:pt idx="308">
                  <c:v>0.268610190428</c:v>
                </c:pt>
                <c:pt idx="309">
                  <c:v>0.268422121724</c:v>
                </c:pt>
                <c:pt idx="310">
                  <c:v>0.268095321438</c:v>
                </c:pt>
                <c:pt idx="311">
                  <c:v>0.269034189454</c:v>
                </c:pt>
                <c:pt idx="312">
                  <c:v>0.268562802721</c:v>
                </c:pt>
                <c:pt idx="313">
                  <c:v>0.267212278315</c:v>
                </c:pt>
                <c:pt idx="314">
                  <c:v>0.261348639775</c:v>
                </c:pt>
                <c:pt idx="315">
                  <c:v>0.26332145968</c:v>
                </c:pt>
                <c:pt idx="316">
                  <c:v>0.265378092274</c:v>
                </c:pt>
                <c:pt idx="317">
                  <c:v>0.263448582966</c:v>
                </c:pt>
                <c:pt idx="318">
                  <c:v>0.264937409453</c:v>
                </c:pt>
                <c:pt idx="319">
                  <c:v>0.266003038202</c:v>
                </c:pt>
                <c:pt idx="320">
                  <c:v>0.266253933835</c:v>
                </c:pt>
                <c:pt idx="321">
                  <c:v>0.13261050589</c:v>
                </c:pt>
                <c:pt idx="322">
                  <c:v>0.132796261632</c:v>
                </c:pt>
                <c:pt idx="323">
                  <c:v>0.131337919424</c:v>
                </c:pt>
                <c:pt idx="324">
                  <c:v>0.132440053288</c:v>
                </c:pt>
                <c:pt idx="325">
                  <c:v>0.131603890507</c:v>
                </c:pt>
                <c:pt idx="326">
                  <c:v>0.13126044952</c:v>
                </c:pt>
                <c:pt idx="327">
                  <c:v>0.130790889915</c:v>
                </c:pt>
                <c:pt idx="328">
                  <c:v>0.1311443497</c:v>
                </c:pt>
                <c:pt idx="329">
                  <c:v>0.131497490123</c:v>
                </c:pt>
                <c:pt idx="330">
                  <c:v>0.131274189529</c:v>
                </c:pt>
                <c:pt idx="331">
                  <c:v>0.130783309846</c:v>
                </c:pt>
                <c:pt idx="332">
                  <c:v>0.130481553518</c:v>
                </c:pt>
                <c:pt idx="333">
                  <c:v>0.131936748535</c:v>
                </c:pt>
                <c:pt idx="334">
                  <c:v>0.130666160203</c:v>
                </c:pt>
                <c:pt idx="335">
                  <c:v>0.131810313982</c:v>
                </c:pt>
                <c:pt idx="336">
                  <c:v>0.131309816867</c:v>
                </c:pt>
                <c:pt idx="337">
                  <c:v>0.130792409297</c:v>
                </c:pt>
                <c:pt idx="338">
                  <c:v>0.131592755082</c:v>
                </c:pt>
                <c:pt idx="339">
                  <c:v>0.130772107586</c:v>
                </c:pt>
                <c:pt idx="340">
                  <c:v>0.129150657128</c:v>
                </c:pt>
                <c:pt idx="341">
                  <c:v>0.129979684843</c:v>
                </c:pt>
                <c:pt idx="342">
                  <c:v>0.0756657441874</c:v>
                </c:pt>
                <c:pt idx="343">
                  <c:v>0.0764655218738</c:v>
                </c:pt>
                <c:pt idx="344">
                  <c:v>0.0766124596689</c:v>
                </c:pt>
                <c:pt idx="345">
                  <c:v>0.0767035967886</c:v>
                </c:pt>
                <c:pt idx="346">
                  <c:v>0.0756017288211</c:v>
                </c:pt>
                <c:pt idx="347">
                  <c:v>0.0758309167524</c:v>
                </c:pt>
                <c:pt idx="348">
                  <c:v>0.0744486908175</c:v>
                </c:pt>
                <c:pt idx="349">
                  <c:v>0.074898376687</c:v>
                </c:pt>
                <c:pt idx="350">
                  <c:v>0.0763338046993</c:v>
                </c:pt>
                <c:pt idx="351">
                  <c:v>0.0757088935824</c:v>
                </c:pt>
                <c:pt idx="352">
                  <c:v>0.0762915711537</c:v>
                </c:pt>
                <c:pt idx="353">
                  <c:v>0.0768591806113</c:v>
                </c:pt>
                <c:pt idx="354">
                  <c:v>0.0773772743462</c:v>
                </c:pt>
                <c:pt idx="355">
                  <c:v>0.0762230481746</c:v>
                </c:pt>
                <c:pt idx="356">
                  <c:v>0.07629119323</c:v>
                </c:pt>
                <c:pt idx="357">
                  <c:v>0.0768017352303</c:v>
                </c:pt>
                <c:pt idx="358">
                  <c:v>0.0771947534599</c:v>
                </c:pt>
                <c:pt idx="359">
                  <c:v>0.0768613343213</c:v>
                </c:pt>
                <c:pt idx="360">
                  <c:v>0.0769576839809</c:v>
                </c:pt>
                <c:pt idx="361">
                  <c:v>0.077134007086</c:v>
                </c:pt>
                <c:pt idx="362">
                  <c:v>0.0779769035359</c:v>
                </c:pt>
                <c:pt idx="363">
                  <c:v>0.097435009752</c:v>
                </c:pt>
                <c:pt idx="364">
                  <c:v>0.0969066567001</c:v>
                </c:pt>
                <c:pt idx="365">
                  <c:v>0.0973264385998</c:v>
                </c:pt>
                <c:pt idx="366">
                  <c:v>0.0966583330072</c:v>
                </c:pt>
                <c:pt idx="367">
                  <c:v>0.0959765823208</c:v>
                </c:pt>
                <c:pt idx="368">
                  <c:v>0.0960649578233</c:v>
                </c:pt>
                <c:pt idx="369">
                  <c:v>0.0964920495912</c:v>
                </c:pt>
                <c:pt idx="370">
                  <c:v>0.0963768072174</c:v>
                </c:pt>
                <c:pt idx="371">
                  <c:v>0.0968574589386</c:v>
                </c:pt>
                <c:pt idx="372">
                  <c:v>0.0963686331698</c:v>
                </c:pt>
                <c:pt idx="373">
                  <c:v>0.0958260500823</c:v>
                </c:pt>
                <c:pt idx="374">
                  <c:v>0.0975195128108</c:v>
                </c:pt>
                <c:pt idx="375">
                  <c:v>0.0969778661299</c:v>
                </c:pt>
                <c:pt idx="376">
                  <c:v>0.0969655605542</c:v>
                </c:pt>
                <c:pt idx="377">
                  <c:v>0.0965379291856</c:v>
                </c:pt>
                <c:pt idx="378">
                  <c:v>0.0967778087214</c:v>
                </c:pt>
                <c:pt idx="379">
                  <c:v>0.0974129636798</c:v>
                </c:pt>
                <c:pt idx="380">
                  <c:v>0.0979775494263</c:v>
                </c:pt>
                <c:pt idx="381">
                  <c:v>0.0979921465007</c:v>
                </c:pt>
                <c:pt idx="382">
                  <c:v>0.0982195428097</c:v>
                </c:pt>
                <c:pt idx="383">
                  <c:v>0.0970060774893</c:v>
                </c:pt>
                <c:pt idx="384">
                  <c:v>0.0963029873217</c:v>
                </c:pt>
                <c:pt idx="385">
                  <c:v>0.092367312561</c:v>
                </c:pt>
                <c:pt idx="386">
                  <c:v>0.0922730588346</c:v>
                </c:pt>
                <c:pt idx="387">
                  <c:v>0.0909583861996</c:v>
                </c:pt>
                <c:pt idx="388">
                  <c:v>0.0916420080946</c:v>
                </c:pt>
                <c:pt idx="389">
                  <c:v>0.0904169553653</c:v>
                </c:pt>
                <c:pt idx="390">
                  <c:v>0.0910126794526</c:v>
                </c:pt>
                <c:pt idx="391">
                  <c:v>0.0908803662733</c:v>
                </c:pt>
                <c:pt idx="392">
                  <c:v>0.090562432654</c:v>
                </c:pt>
                <c:pt idx="393">
                  <c:v>0.0913346483376</c:v>
                </c:pt>
                <c:pt idx="394">
                  <c:v>0.0918646986227</c:v>
                </c:pt>
                <c:pt idx="395">
                  <c:v>0.0914185976507</c:v>
                </c:pt>
                <c:pt idx="396">
                  <c:v>0.0918760120569</c:v>
                </c:pt>
                <c:pt idx="397">
                  <c:v>0.0915591355704</c:v>
                </c:pt>
                <c:pt idx="398">
                  <c:v>0.0913119792701</c:v>
                </c:pt>
                <c:pt idx="399">
                  <c:v>0.0908244604337</c:v>
                </c:pt>
                <c:pt idx="400">
                  <c:v>0.0892083108117</c:v>
                </c:pt>
                <c:pt idx="401">
                  <c:v>0.0878092088412</c:v>
                </c:pt>
                <c:pt idx="402">
                  <c:v>0.086388384677</c:v>
                </c:pt>
                <c:pt idx="403">
                  <c:v>0.0882944187583</c:v>
                </c:pt>
                <c:pt idx="404">
                  <c:v>0.0878207883547</c:v>
                </c:pt>
                <c:pt idx="405">
                  <c:v>0.0872547085328</c:v>
                </c:pt>
                <c:pt idx="406">
                  <c:v>0.0883820914921</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0.115277048019</c:v>
                </c:pt>
                <c:pt idx="797">
                  <c:v>0.114549561411</c:v>
                </c:pt>
                <c:pt idx="798">
                  <c:v>0.113715647747</c:v>
                </c:pt>
                <c:pt idx="799">
                  <c:v>0.114250460351</c:v>
                </c:pt>
                <c:pt idx="800">
                  <c:v>0.113512037791</c:v>
                </c:pt>
                <c:pt idx="801">
                  <c:v>0.114867192925</c:v>
                </c:pt>
                <c:pt idx="802">
                  <c:v>0.113837382807</c:v>
                </c:pt>
                <c:pt idx="803">
                  <c:v>0.115682170445</c:v>
                </c:pt>
                <c:pt idx="804">
                  <c:v>0.115385258268</c:v>
                </c:pt>
                <c:pt idx="805">
                  <c:v>0.11571724747</c:v>
                </c:pt>
                <c:pt idx="806">
                  <c:v>0.115670177714</c:v>
                </c:pt>
                <c:pt idx="807">
                  <c:v>0.114639666773</c:v>
                </c:pt>
                <c:pt idx="808">
                  <c:v>0.11473359968</c:v>
                </c:pt>
                <c:pt idx="809">
                  <c:v>0.113714594441</c:v>
                </c:pt>
                <c:pt idx="810">
                  <c:v>0.113842336643</c:v>
                </c:pt>
                <c:pt idx="811">
                  <c:v>0.114478259601</c:v>
                </c:pt>
                <c:pt idx="812">
                  <c:v>0.112720402484</c:v>
                </c:pt>
                <c:pt idx="813">
                  <c:v>0.113803756259</c:v>
                </c:pt>
                <c:pt idx="814">
                  <c:v>0.11282577237</c:v>
                </c:pt>
                <c:pt idx="815">
                  <c:v>0.114865523699</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0.132099274102</c:v>
                </c:pt>
                <c:pt idx="840">
                  <c:v>0.131133877297</c:v>
                </c:pt>
                <c:pt idx="841">
                  <c:v>0.13190368831</c:v>
                </c:pt>
                <c:pt idx="842">
                  <c:v>0.132472513944</c:v>
                </c:pt>
                <c:pt idx="843">
                  <c:v>0.133109582888</c:v>
                </c:pt>
                <c:pt idx="844">
                  <c:v>0.13248873574</c:v>
                </c:pt>
                <c:pt idx="845">
                  <c:v>0.133049724362</c:v>
                </c:pt>
                <c:pt idx="846">
                  <c:v>0.132927317991</c:v>
                </c:pt>
                <c:pt idx="847">
                  <c:v>0.133693742962</c:v>
                </c:pt>
                <c:pt idx="848">
                  <c:v>0.133386261442</c:v>
                </c:pt>
                <c:pt idx="849">
                  <c:v>0.132302211609</c:v>
                </c:pt>
                <c:pt idx="850">
                  <c:v>0.132243999836</c:v>
                </c:pt>
                <c:pt idx="851">
                  <c:v>0.131333583069</c:v>
                </c:pt>
                <c:pt idx="852">
                  <c:v>0.130924637191</c:v>
                </c:pt>
                <c:pt idx="853">
                  <c:v>0.129184665368</c:v>
                </c:pt>
                <c:pt idx="854">
                  <c:v>0.130553675522</c:v>
                </c:pt>
                <c:pt idx="855">
                  <c:v>0.131535006691</c:v>
                </c:pt>
                <c:pt idx="856">
                  <c:v>0.131650180397</c:v>
                </c:pt>
                <c:pt idx="857">
                  <c:v>0.131699257528</c:v>
                </c:pt>
                <c:pt idx="858">
                  <c:v>0.130151507404</c:v>
                </c:pt>
                <c:pt idx="859">
                  <c:v>0.177920880733</c:v>
                </c:pt>
                <c:pt idx="860">
                  <c:v>0.178810561497</c:v>
                </c:pt>
                <c:pt idx="861">
                  <c:v>0.180746902428</c:v>
                </c:pt>
                <c:pt idx="862">
                  <c:v>0.180814816712</c:v>
                </c:pt>
                <c:pt idx="863">
                  <c:v>0.179785817733</c:v>
                </c:pt>
                <c:pt idx="864">
                  <c:v>0.179841063561</c:v>
                </c:pt>
                <c:pt idx="865">
                  <c:v>0.179489870589</c:v>
                </c:pt>
                <c:pt idx="866">
                  <c:v>0.178776772542</c:v>
                </c:pt>
                <c:pt idx="867">
                  <c:v>0.181646576786</c:v>
                </c:pt>
                <c:pt idx="868">
                  <c:v>0.181346053467</c:v>
                </c:pt>
                <c:pt idx="869">
                  <c:v>0.182938193372</c:v>
                </c:pt>
                <c:pt idx="870">
                  <c:v>0.182679905601</c:v>
                </c:pt>
                <c:pt idx="871">
                  <c:v>0.182603021989</c:v>
                </c:pt>
                <c:pt idx="872">
                  <c:v>0.18365451364</c:v>
                </c:pt>
                <c:pt idx="873">
                  <c:v>0.181289751211</c:v>
                </c:pt>
                <c:pt idx="874">
                  <c:v>0.181278986713</c:v>
                </c:pt>
                <c:pt idx="875">
                  <c:v>0.181365410245</c:v>
                </c:pt>
                <c:pt idx="876">
                  <c:v>0.183612611009</c:v>
                </c:pt>
                <c:pt idx="877">
                  <c:v>0.183623879069</c:v>
                </c:pt>
                <c:pt idx="878">
                  <c:v>0.181618882737</c:v>
                </c:pt>
                <c:pt idx="879">
                  <c:v>0.18077244928</c:v>
                </c:pt>
                <c:pt idx="880">
                  <c:v>0.182752018163</c:v>
                </c:pt>
                <c:pt idx="881">
                  <c:v>0.185630692716</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0.238573626682</c:v>
                </c:pt>
                <c:pt idx="905">
                  <c:v>0.236362767842</c:v>
                </c:pt>
                <c:pt idx="906">
                  <c:v>0.238410159527</c:v>
                </c:pt>
                <c:pt idx="907">
                  <c:v>0.238128427744</c:v>
                </c:pt>
                <c:pt idx="908">
                  <c:v>0.239041205525</c:v>
                </c:pt>
                <c:pt idx="909">
                  <c:v>0.240833605736</c:v>
                </c:pt>
                <c:pt idx="910">
                  <c:v>0.241821286638</c:v>
                </c:pt>
                <c:pt idx="911">
                  <c:v>0.241246413278</c:v>
                </c:pt>
                <c:pt idx="912">
                  <c:v>0.241224564951</c:v>
                </c:pt>
                <c:pt idx="913">
                  <c:v>0.238614826379</c:v>
                </c:pt>
                <c:pt idx="914">
                  <c:v>0.23777579703</c:v>
                </c:pt>
                <c:pt idx="915">
                  <c:v>0.23762103628</c:v>
                </c:pt>
                <c:pt idx="916">
                  <c:v>0.237720962871</c:v>
                </c:pt>
                <c:pt idx="917">
                  <c:v>0.240077025415</c:v>
                </c:pt>
                <c:pt idx="918">
                  <c:v>0.240979008011</c:v>
                </c:pt>
                <c:pt idx="919">
                  <c:v>0.241570079947</c:v>
                </c:pt>
                <c:pt idx="920">
                  <c:v>0.241438736278</c:v>
                </c:pt>
                <c:pt idx="921">
                  <c:v>0.244170875988</c:v>
                </c:pt>
                <c:pt idx="922">
                  <c:v>0.243969879888</c:v>
                </c:pt>
                <c:pt idx="923">
                  <c:v>0.243048223605</c:v>
                </c:pt>
                <c:pt idx="924">
                  <c:v>0.239015762729</c:v>
                </c:pt>
                <c:pt idx="925">
                  <c:v>0.240224516615</c:v>
                </c:pt>
                <c:pt idx="926">
                  <c:v>0.241089000539</c:v>
                </c:pt>
                <c:pt idx="927">
                  <c:v>0.239142217667</c:v>
                </c:pt>
                <c:pt idx="928">
                  <c:v>0.237798652833</c:v>
                </c:pt>
                <c:pt idx="929">
                  <c:v>0.239599424904</c:v>
                </c:pt>
                <c:pt idx="930">
                  <c:v>0.239606813925</c:v>
                </c:pt>
                <c:pt idx="931">
                  <c:v>0.237229907849</c:v>
                </c:pt>
                <c:pt idx="932">
                  <c:v>0.23521098028</c:v>
                </c:pt>
                <c:pt idx="933">
                  <c:v>0.235552046973</c:v>
                </c:pt>
                <c:pt idx="934">
                  <c:v>0.235316439593</c:v>
                </c:pt>
                <c:pt idx="935">
                  <c:v>0.237182505041</c:v>
                </c:pt>
                <c:pt idx="936">
                  <c:v>0.235933712013</c:v>
                </c:pt>
                <c:pt idx="937">
                  <c:v>0.235327267877</c:v>
                </c:pt>
                <c:pt idx="938">
                  <c:v>0.235478917138</c:v>
                </c:pt>
                <c:pt idx="939">
                  <c:v>0.236197928582</c:v>
                </c:pt>
                <c:pt idx="940">
                  <c:v>0.238128878647</c:v>
                </c:pt>
                <c:pt idx="941">
                  <c:v>0.237079514855</c:v>
                </c:pt>
                <c:pt idx="942">
                  <c:v>0.237599538424</c:v>
                </c:pt>
                <c:pt idx="943">
                  <c:v>0.237342542057</c:v>
                </c:pt>
                <c:pt idx="944">
                  <c:v>0.236018738636</c:v>
                </c:pt>
                <c:pt idx="945">
                  <c:v>0.234132456014</c:v>
                </c:pt>
                <c:pt idx="946">
                  <c:v>0.235837816917</c:v>
                </c:pt>
                <c:pt idx="947">
                  <c:v>0.235837816917</c:v>
                </c:pt>
                <c:pt idx="948">
                  <c:v>0.235379589841</c:v>
                </c:pt>
                <c:pt idx="949">
                  <c:v>0.122307812662</c:v>
                </c:pt>
                <c:pt idx="950">
                  <c:v>0.121358569325</c:v>
                </c:pt>
                <c:pt idx="951">
                  <c:v>0.121524629954</c:v>
                </c:pt>
                <c:pt idx="952">
                  <c:v>0.122364077729</c:v>
                </c:pt>
                <c:pt idx="953">
                  <c:v>0.122206843261</c:v>
                </c:pt>
                <c:pt idx="954">
                  <c:v>0.122022969976</c:v>
                </c:pt>
                <c:pt idx="955">
                  <c:v>0.122133804876</c:v>
                </c:pt>
                <c:pt idx="956">
                  <c:v>0.121817396427</c:v>
                </c:pt>
                <c:pt idx="957">
                  <c:v>0.121416577771</c:v>
                </c:pt>
                <c:pt idx="958">
                  <c:v>0.121144767786</c:v>
                </c:pt>
                <c:pt idx="959">
                  <c:v>0.121099016219</c:v>
                </c:pt>
                <c:pt idx="960">
                  <c:v>0.120338090341</c:v>
                </c:pt>
                <c:pt idx="961">
                  <c:v>0.121439577624</c:v>
                </c:pt>
                <c:pt idx="962">
                  <c:v>0.121081511752</c:v>
                </c:pt>
                <c:pt idx="963">
                  <c:v>0.120323069875</c:v>
                </c:pt>
                <c:pt idx="964">
                  <c:v>0.121003697441</c:v>
                </c:pt>
                <c:pt idx="965">
                  <c:v>0.12135578965</c:v>
                </c:pt>
                <c:pt idx="966">
                  <c:v>0.121831429782</c:v>
                </c:pt>
                <c:pt idx="967">
                  <c:v>0.121884192413</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0.157419657198</c:v>
                </c:pt>
                <c:pt idx="1013">
                  <c:v>0.157350120219</c:v>
                </c:pt>
                <c:pt idx="1014">
                  <c:v>0.158219295719</c:v>
                </c:pt>
                <c:pt idx="1015">
                  <c:v>0.158335754042</c:v>
                </c:pt>
                <c:pt idx="1016">
                  <c:v>0.157758680645</c:v>
                </c:pt>
                <c:pt idx="1017">
                  <c:v>0.158611756093</c:v>
                </c:pt>
                <c:pt idx="1018">
                  <c:v>0.159106644224</c:v>
                </c:pt>
                <c:pt idx="1019">
                  <c:v>0.158434522461</c:v>
                </c:pt>
                <c:pt idx="1020">
                  <c:v>0.159152964396</c:v>
                </c:pt>
                <c:pt idx="1021">
                  <c:v>0.158740497572</c:v>
                </c:pt>
                <c:pt idx="1022">
                  <c:v>0.157826098596</c:v>
                </c:pt>
                <c:pt idx="1023">
                  <c:v>0.157913201079</c:v>
                </c:pt>
                <c:pt idx="1024">
                  <c:v>0.156965598983</c:v>
                </c:pt>
                <c:pt idx="1025">
                  <c:v>0.158633080849</c:v>
                </c:pt>
                <c:pt idx="1026">
                  <c:v>0.157950145178</c:v>
                </c:pt>
                <c:pt idx="1027">
                  <c:v>0.158092814664</c:v>
                </c:pt>
                <c:pt idx="1028">
                  <c:v>0.158835024326</c:v>
                </c:pt>
                <c:pt idx="1029">
                  <c:v>0.160187853061</c:v>
                </c:pt>
                <c:pt idx="1030">
                  <c:v>0.160821527942</c:v>
                </c:pt>
                <c:pt idx="1031">
                  <c:v>0.159894450525</c:v>
                </c:pt>
                <c:pt idx="1032">
                  <c:v>0.0663720130547</c:v>
                </c:pt>
                <c:pt idx="1033">
                  <c:v>0.0664687619564</c:v>
                </c:pt>
                <c:pt idx="1034">
                  <c:v>0.066487611549</c:v>
                </c:pt>
                <c:pt idx="1035">
                  <c:v>0.0664604507193</c:v>
                </c:pt>
                <c:pt idx="1036">
                  <c:v>0.0655047351968</c:v>
                </c:pt>
                <c:pt idx="1037">
                  <c:v>0.0655012007833</c:v>
                </c:pt>
                <c:pt idx="1038">
                  <c:v>0.0655910018012</c:v>
                </c:pt>
                <c:pt idx="1039">
                  <c:v>0.0657288236543</c:v>
                </c:pt>
                <c:pt idx="1040">
                  <c:v>0.0657713868421</c:v>
                </c:pt>
                <c:pt idx="1041">
                  <c:v>0.0645275703181</c:v>
                </c:pt>
                <c:pt idx="1042">
                  <c:v>0.0644878650648</c:v>
                </c:pt>
                <c:pt idx="1043">
                  <c:v>0.0645908331633</c:v>
                </c:pt>
                <c:pt idx="1044">
                  <c:v>0.0647757163848</c:v>
                </c:pt>
                <c:pt idx="1045">
                  <c:v>0.0642581385927</c:v>
                </c:pt>
                <c:pt idx="1046">
                  <c:v>0.0647078908001</c:v>
                </c:pt>
                <c:pt idx="1047">
                  <c:v>0.0652672756166</c:v>
                </c:pt>
                <c:pt idx="1048">
                  <c:v>0.0651694614294</c:v>
                </c:pt>
                <c:pt idx="1049">
                  <c:v>0.0652358834272</c:v>
                </c:pt>
                <c:pt idx="1050">
                  <c:v>0.0651671782188</c:v>
                </c:pt>
                <c:pt idx="1051">
                  <c:v>0.0646194007762</c:v>
                </c:pt>
                <c:pt idx="1052">
                  <c:v>0.0646936418783</c:v>
                </c:pt>
                <c:pt idx="1053">
                  <c:v>0.0648891253125</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0.13189305572</c:v>
                </c:pt>
                <c:pt idx="1076">
                  <c:v>0.131220489691</c:v>
                </c:pt>
                <c:pt idx="1077">
                  <c:v>0.132057392452</c:v>
                </c:pt>
                <c:pt idx="1078">
                  <c:v>0.131866733939</c:v>
                </c:pt>
                <c:pt idx="1079">
                  <c:v>0.131502893646</c:v>
                </c:pt>
                <c:pt idx="1080">
                  <c:v>0.131686268031</c:v>
                </c:pt>
                <c:pt idx="1081">
                  <c:v>0.132875184081</c:v>
                </c:pt>
                <c:pt idx="1082">
                  <c:v>0.132018210364</c:v>
                </c:pt>
                <c:pt idx="1083">
                  <c:v>0.131753263567</c:v>
                </c:pt>
                <c:pt idx="1084">
                  <c:v>0.131677246143</c:v>
                </c:pt>
                <c:pt idx="1085">
                  <c:v>0.131477865982</c:v>
                </c:pt>
                <c:pt idx="1086">
                  <c:v>0.130770398895</c:v>
                </c:pt>
                <c:pt idx="1087">
                  <c:v>0.130810540975</c:v>
                </c:pt>
                <c:pt idx="1088">
                  <c:v>0.130798588032</c:v>
                </c:pt>
                <c:pt idx="1089">
                  <c:v>0.130665936185</c:v>
                </c:pt>
                <c:pt idx="1090">
                  <c:v>0.130766762202</c:v>
                </c:pt>
                <c:pt idx="1091">
                  <c:v>0.130415456141</c:v>
                </c:pt>
                <c:pt idx="1092">
                  <c:v>0.129821956704</c:v>
                </c:pt>
                <c:pt idx="1093">
                  <c:v>0.129525696526</c:v>
                </c:pt>
                <c:pt idx="1094">
                  <c:v>0.129223747867</c:v>
                </c:pt>
                <c:pt idx="1095">
                  <c:v>0.179913754117</c:v>
                </c:pt>
                <c:pt idx="1096">
                  <c:v>0.179654029407</c:v>
                </c:pt>
                <c:pt idx="1097">
                  <c:v>0.180070637214</c:v>
                </c:pt>
                <c:pt idx="1098">
                  <c:v>0.179190534116</c:v>
                </c:pt>
                <c:pt idx="1099">
                  <c:v>0.179797349101</c:v>
                </c:pt>
                <c:pt idx="1100">
                  <c:v>0.180187096085</c:v>
                </c:pt>
                <c:pt idx="1101">
                  <c:v>0.179906538625</c:v>
                </c:pt>
                <c:pt idx="1102">
                  <c:v>0.179422718068</c:v>
                </c:pt>
                <c:pt idx="1103">
                  <c:v>0.177689831345</c:v>
                </c:pt>
                <c:pt idx="1104">
                  <c:v>0.177035975483</c:v>
                </c:pt>
                <c:pt idx="1105">
                  <c:v>0.175413038081</c:v>
                </c:pt>
                <c:pt idx="1106">
                  <c:v>0.175881004353</c:v>
                </c:pt>
                <c:pt idx="1107">
                  <c:v>0.176690605835</c:v>
                </c:pt>
                <c:pt idx="1108">
                  <c:v>0.176341734916</c:v>
                </c:pt>
                <c:pt idx="1109">
                  <c:v>0.178515728668</c:v>
                </c:pt>
                <c:pt idx="1110">
                  <c:v>0.179082543764</c:v>
                </c:pt>
                <c:pt idx="1111">
                  <c:v>0.179849713967</c:v>
                </c:pt>
                <c:pt idx="1112">
                  <c:v>0.180297851268</c:v>
                </c:pt>
                <c:pt idx="1113">
                  <c:v>0.180939913651</c:v>
                </c:pt>
                <c:pt idx="1114">
                  <c:v>0.18210083788</c:v>
                </c:pt>
                <c:pt idx="1115">
                  <c:v>0.18256598049</c:v>
                </c:pt>
                <c:pt idx="1116">
                  <c:v>0.182254149476</c:v>
                </c:pt>
                <c:pt idx="1117">
                  <c:v>0.185310471845</c:v>
                </c:pt>
                <c:pt idx="1118">
                  <c:v>0.129484296926</c:v>
                </c:pt>
                <c:pt idx="1119">
                  <c:v>0.128814412528</c:v>
                </c:pt>
                <c:pt idx="1120">
                  <c:v>0.128231945868</c:v>
                </c:pt>
                <c:pt idx="1121">
                  <c:v>0.12857729728</c:v>
                </c:pt>
                <c:pt idx="1122">
                  <c:v>0.1282905407</c:v>
                </c:pt>
                <c:pt idx="1123">
                  <c:v>0.127752197981</c:v>
                </c:pt>
                <c:pt idx="1124">
                  <c:v>0.128641410063</c:v>
                </c:pt>
                <c:pt idx="1125">
                  <c:v>0.128675525798</c:v>
                </c:pt>
                <c:pt idx="1126">
                  <c:v>0.129073639616</c:v>
                </c:pt>
                <c:pt idx="1127">
                  <c:v>0.129148680456</c:v>
                </c:pt>
                <c:pt idx="1128">
                  <c:v>0.129297504853</c:v>
                </c:pt>
                <c:pt idx="1129">
                  <c:v>0.128789502268</c:v>
                </c:pt>
                <c:pt idx="1130">
                  <c:v>0.128235916722</c:v>
                </c:pt>
                <c:pt idx="1131">
                  <c:v>0.128450740816</c:v>
                </c:pt>
                <c:pt idx="1132">
                  <c:v>0.128315386203</c:v>
                </c:pt>
                <c:pt idx="1133">
                  <c:v>0.128468087594</c:v>
                </c:pt>
                <c:pt idx="1134">
                  <c:v>0.128402003149</c:v>
                </c:pt>
                <c:pt idx="1135">
                  <c:v>0.127921005168</c:v>
                </c:pt>
                <c:pt idx="1136">
                  <c:v>0.12718610524</c:v>
                </c:pt>
                <c:pt idx="1137">
                  <c:v>0.126943800986</c:v>
                </c:pt>
                <c:pt idx="1138">
                  <c:v>0.12576930627</c:v>
                </c:pt>
                <c:pt idx="1139">
                  <c:v>0.126165236404</c:v>
                </c:pt>
                <c:pt idx="1140">
                  <c:v>0.0710222308438</c:v>
                </c:pt>
                <c:pt idx="1141">
                  <c:v>0.0716780442264</c:v>
                </c:pt>
                <c:pt idx="1142">
                  <c:v>0.0719993236492</c:v>
                </c:pt>
                <c:pt idx="1143">
                  <c:v>0.0718442542347</c:v>
                </c:pt>
                <c:pt idx="1144">
                  <c:v>0.0721714438798</c:v>
                </c:pt>
                <c:pt idx="1145">
                  <c:v>0.0720076511503</c:v>
                </c:pt>
                <c:pt idx="1146">
                  <c:v>0.0724450084144</c:v>
                </c:pt>
                <c:pt idx="1147">
                  <c:v>0.0721503866371</c:v>
                </c:pt>
                <c:pt idx="1148">
                  <c:v>0.0723457875755</c:v>
                </c:pt>
                <c:pt idx="1149">
                  <c:v>0.0727173742424</c:v>
                </c:pt>
                <c:pt idx="1150">
                  <c:v>0.0731487407446</c:v>
                </c:pt>
                <c:pt idx="1151">
                  <c:v>0.0730284687901</c:v>
                </c:pt>
                <c:pt idx="1152">
                  <c:v>0.0729017613245</c:v>
                </c:pt>
                <c:pt idx="1153">
                  <c:v>0.0729357756613</c:v>
                </c:pt>
                <c:pt idx="1154">
                  <c:v>0.0729011891037</c:v>
                </c:pt>
                <c:pt idx="1155">
                  <c:v>0.072587201246</c:v>
                </c:pt>
                <c:pt idx="1156">
                  <c:v>0.0726066117266</c:v>
                </c:pt>
                <c:pt idx="1157">
                  <c:v>0.0726196442361</c:v>
                </c:pt>
                <c:pt idx="1158">
                  <c:v>0.0727252918757</c:v>
                </c:pt>
                <c:pt idx="1159">
                  <c:v>0.0727066237325</c:v>
                </c:pt>
                <c:pt idx="1160">
                  <c:v>0.186453273495</c:v>
                </c:pt>
                <c:pt idx="1161">
                  <c:v>0.187591375862</c:v>
                </c:pt>
                <c:pt idx="1162">
                  <c:v>0.187591375862</c:v>
                </c:pt>
                <c:pt idx="1163">
                  <c:v>0.187196137373</c:v>
                </c:pt>
                <c:pt idx="1164">
                  <c:v>0.187797321192</c:v>
                </c:pt>
                <c:pt idx="1165">
                  <c:v>0.188330243739</c:v>
                </c:pt>
                <c:pt idx="1166">
                  <c:v>0.187952248819</c:v>
                </c:pt>
                <c:pt idx="1167">
                  <c:v>0.189027045662</c:v>
                </c:pt>
                <c:pt idx="1168">
                  <c:v>0.189077114387</c:v>
                </c:pt>
                <c:pt idx="1169">
                  <c:v>0.187338645198</c:v>
                </c:pt>
                <c:pt idx="1170">
                  <c:v>0.187015871746</c:v>
                </c:pt>
                <c:pt idx="1171">
                  <c:v>0.186094660075</c:v>
                </c:pt>
                <c:pt idx="1172">
                  <c:v>0.185760817188</c:v>
                </c:pt>
                <c:pt idx="1173">
                  <c:v>0.185800341012</c:v>
                </c:pt>
                <c:pt idx="1174">
                  <c:v>0.185973825369</c:v>
                </c:pt>
                <c:pt idx="1175">
                  <c:v>0.184560421826</c:v>
                </c:pt>
                <c:pt idx="1176">
                  <c:v>0.18523820032</c:v>
                </c:pt>
                <c:pt idx="1177">
                  <c:v>0.185645654792</c:v>
                </c:pt>
                <c:pt idx="1178">
                  <c:v>0.185892528992</c:v>
                </c:pt>
                <c:pt idx="1179">
                  <c:v>0.185438647444</c:v>
                </c:pt>
                <c:pt idx="1180">
                  <c:v>0.185120833721</c:v>
                </c:pt>
                <c:pt idx="1181">
                  <c:v>0.185590815103</c:v>
                </c:pt>
                <c:pt idx="1182">
                  <c:v>0.184862398676</c:v>
                </c:pt>
                <c:pt idx="1183">
                  <c:v>0.174033444853</c:v>
                </c:pt>
                <c:pt idx="1184">
                  <c:v>0.173171445809</c:v>
                </c:pt>
                <c:pt idx="1185">
                  <c:v>0.174090650817</c:v>
                </c:pt>
                <c:pt idx="1186">
                  <c:v>0.174943406043</c:v>
                </c:pt>
                <c:pt idx="1187">
                  <c:v>0.176053636061</c:v>
                </c:pt>
                <c:pt idx="1188">
                  <c:v>0.176460771311</c:v>
                </c:pt>
                <c:pt idx="1189">
                  <c:v>0.175926099434</c:v>
                </c:pt>
                <c:pt idx="1190">
                  <c:v>0.176294177915</c:v>
                </c:pt>
                <c:pt idx="1191">
                  <c:v>0.175389073224</c:v>
                </c:pt>
                <c:pt idx="1192">
                  <c:v>0.175343815374</c:v>
                </c:pt>
                <c:pt idx="1193">
                  <c:v>0.175512992561</c:v>
                </c:pt>
                <c:pt idx="1194">
                  <c:v>0.176413151824</c:v>
                </c:pt>
                <c:pt idx="1195">
                  <c:v>0.17467407867</c:v>
                </c:pt>
                <c:pt idx="1196">
                  <c:v>0.175149255621</c:v>
                </c:pt>
                <c:pt idx="1197">
                  <c:v>0.174255145487</c:v>
                </c:pt>
                <c:pt idx="1198">
                  <c:v>0.175657385565</c:v>
                </c:pt>
                <c:pt idx="1199">
                  <c:v>0.173866344997</c:v>
                </c:pt>
                <c:pt idx="1200">
                  <c:v>0.174088504637</c:v>
                </c:pt>
                <c:pt idx="1201">
                  <c:v>0.173718076935</c:v>
                </c:pt>
                <c:pt idx="1202">
                  <c:v>0.17337663274</c:v>
                </c:pt>
                <c:pt idx="1203">
                  <c:v>0.173242960643</c:v>
                </c:pt>
                <c:pt idx="1204">
                  <c:v>0.17312289405</c:v>
                </c:pt>
                <c:pt idx="1205">
                  <c:v>0.171406925234</c:v>
                </c:pt>
                <c:pt idx="1206">
                  <c:v>0.0912054006381</c:v>
                </c:pt>
                <c:pt idx="1207">
                  <c:v>0.0907225195483</c:v>
                </c:pt>
                <c:pt idx="1208">
                  <c:v>0.0896907977446</c:v>
                </c:pt>
                <c:pt idx="1209">
                  <c:v>0.0897527546123</c:v>
                </c:pt>
                <c:pt idx="1210">
                  <c:v>0.0891276487651</c:v>
                </c:pt>
                <c:pt idx="1211">
                  <c:v>0.0893641862674</c:v>
                </c:pt>
                <c:pt idx="1212">
                  <c:v>0.0893693893805</c:v>
                </c:pt>
                <c:pt idx="1213">
                  <c:v>0.0892707641314</c:v>
                </c:pt>
                <c:pt idx="1214">
                  <c:v>0.0893819824817</c:v>
                </c:pt>
                <c:pt idx="1215">
                  <c:v>0.089354197994</c:v>
                </c:pt>
                <c:pt idx="1216">
                  <c:v>0.0895015358622</c:v>
                </c:pt>
                <c:pt idx="1217">
                  <c:v>0.0902455180739</c:v>
                </c:pt>
                <c:pt idx="1218">
                  <c:v>0.0898293581293</c:v>
                </c:pt>
                <c:pt idx="1219">
                  <c:v>0.0902093678154</c:v>
                </c:pt>
                <c:pt idx="1220">
                  <c:v>0.0923918984475</c:v>
                </c:pt>
                <c:pt idx="1221">
                  <c:v>0.0919430944071</c:v>
                </c:pt>
                <c:pt idx="1222">
                  <c:v>0.0946235298134</c:v>
                </c:pt>
                <c:pt idx="1223">
                  <c:v>0.0945865786051</c:v>
                </c:pt>
                <c:pt idx="1224">
                  <c:v>0.0934239972839</c:v>
                </c:pt>
                <c:pt idx="1225">
                  <c:v>0.0938343605979</c:v>
                </c:pt>
                <c:pt idx="1226">
                  <c:v>0.10797611944</c:v>
                </c:pt>
                <c:pt idx="1227">
                  <c:v>0.10720700108</c:v>
                </c:pt>
                <c:pt idx="1228">
                  <c:v>0.108298439711</c:v>
                </c:pt>
                <c:pt idx="1229">
                  <c:v>0.109512240051</c:v>
                </c:pt>
                <c:pt idx="1230">
                  <c:v>0.107476515642</c:v>
                </c:pt>
                <c:pt idx="1231">
                  <c:v>0.106864227596</c:v>
                </c:pt>
                <c:pt idx="1232">
                  <c:v>0.107018608187</c:v>
                </c:pt>
                <c:pt idx="1233">
                  <c:v>0.107529216063</c:v>
                </c:pt>
                <c:pt idx="1234">
                  <c:v>0.107013677253</c:v>
                </c:pt>
                <c:pt idx="1235">
                  <c:v>0.104939172072</c:v>
                </c:pt>
                <c:pt idx="1236">
                  <c:v>0.105567600701</c:v>
                </c:pt>
                <c:pt idx="1237">
                  <c:v>0.105202477647</c:v>
                </c:pt>
                <c:pt idx="1238">
                  <c:v>0.105610939035</c:v>
                </c:pt>
                <c:pt idx="1239">
                  <c:v>0.105470977956</c:v>
                </c:pt>
                <c:pt idx="1240">
                  <c:v>0.105278335061</c:v>
                </c:pt>
                <c:pt idx="1241">
                  <c:v>0.105211716376</c:v>
                </c:pt>
                <c:pt idx="1242">
                  <c:v>0.104762782849</c:v>
                </c:pt>
                <c:pt idx="1243">
                  <c:v>0.104727809186</c:v>
                </c:pt>
                <c:pt idx="1244">
                  <c:v>0.105213501099</c:v>
                </c:pt>
                <c:pt idx="1245">
                  <c:v>0.104701410707</c:v>
                </c:pt>
                <c:pt idx="1246">
                  <c:v>0.104059508279</c:v>
                </c:pt>
                <c:pt idx="1247">
                  <c:v>0.104255971558</c:v>
                </c:pt>
                <c:pt idx="1248">
                  <c:v>0.104688796501</c:v>
                </c:pt>
                <c:pt idx="1249">
                  <c:v>0.0865291794093</c:v>
                </c:pt>
                <c:pt idx="1250">
                  <c:v>0.0871343501141</c:v>
                </c:pt>
                <c:pt idx="1251">
                  <c:v>0.0862471584524</c:v>
                </c:pt>
                <c:pt idx="1252">
                  <c:v>0.0872785022893</c:v>
                </c:pt>
                <c:pt idx="1253">
                  <c:v>0.0845643820739</c:v>
                </c:pt>
                <c:pt idx="1254">
                  <c:v>0.0845552070284</c:v>
                </c:pt>
                <c:pt idx="1255">
                  <c:v>0.0839616547586</c:v>
                </c:pt>
                <c:pt idx="1256">
                  <c:v>0.0835697808158</c:v>
                </c:pt>
                <c:pt idx="1257">
                  <c:v>0.0833049866553</c:v>
                </c:pt>
                <c:pt idx="1258">
                  <c:v>0.0835280439797</c:v>
                </c:pt>
                <c:pt idx="1259">
                  <c:v>0.0838302476924</c:v>
                </c:pt>
                <c:pt idx="1260">
                  <c:v>0.0832291867495</c:v>
                </c:pt>
                <c:pt idx="1261">
                  <c:v>0.0830216466374</c:v>
                </c:pt>
                <c:pt idx="1262">
                  <c:v>0.0829008119462</c:v>
                </c:pt>
                <c:pt idx="1263">
                  <c:v>0.0827187119224</c:v>
                </c:pt>
                <c:pt idx="1264">
                  <c:v>0.0830096750229</c:v>
                </c:pt>
                <c:pt idx="1265">
                  <c:v>0.0831320692369</c:v>
                </c:pt>
                <c:pt idx="1266">
                  <c:v>0.0830247013867</c:v>
                </c:pt>
                <c:pt idx="1267">
                  <c:v>0.0827694307149</c:v>
                </c:pt>
                <c:pt idx="1268">
                  <c:v>0.0825953762455</c:v>
                </c:pt>
                <c:pt idx="1269">
                  <c:v>0.0827333092357</c:v>
                </c:pt>
                <c:pt idx="1270">
                  <c:v>0.0478341937425</c:v>
                </c:pt>
                <c:pt idx="1271">
                  <c:v>0.0477230026274</c:v>
                </c:pt>
                <c:pt idx="1272">
                  <c:v>0.0479408318182</c:v>
                </c:pt>
                <c:pt idx="1273">
                  <c:v>0.0478268164326</c:v>
                </c:pt>
                <c:pt idx="1274">
                  <c:v>0.0488167621513</c:v>
                </c:pt>
                <c:pt idx="1275">
                  <c:v>0.0479686718995</c:v>
                </c:pt>
                <c:pt idx="1276">
                  <c:v>0.0482572242437</c:v>
                </c:pt>
                <c:pt idx="1277">
                  <c:v>0.0481802994111</c:v>
                </c:pt>
                <c:pt idx="1278">
                  <c:v>0.0483327825079</c:v>
                </c:pt>
                <c:pt idx="1279">
                  <c:v>0.0480588286954</c:v>
                </c:pt>
                <c:pt idx="1280">
                  <c:v>0.0480485060895</c:v>
                </c:pt>
                <c:pt idx="1281">
                  <c:v>0.047663466673</c:v>
                </c:pt>
                <c:pt idx="1282">
                  <c:v>0.0482696674401</c:v>
                </c:pt>
                <c:pt idx="1283">
                  <c:v>0.0483575090965</c:v>
                </c:pt>
                <c:pt idx="1284">
                  <c:v>0.0483850492686</c:v>
                </c:pt>
                <c:pt idx="1285">
                  <c:v>0.0482785400477</c:v>
                </c:pt>
                <c:pt idx="1286">
                  <c:v>0.0481333744567</c:v>
                </c:pt>
                <c:pt idx="1287">
                  <c:v>0.0481394128096</c:v>
                </c:pt>
                <c:pt idx="1288">
                  <c:v>0.0478111527399</c:v>
                </c:pt>
                <c:pt idx="1289">
                  <c:v>0.0478892789029</c:v>
                </c:pt>
                <c:pt idx="1290">
                  <c:v>0.0476704250208</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0.204531187986</c:v>
                </c:pt>
                <c:pt idx="1398">
                  <c:v>0.20593889579</c:v>
                </c:pt>
                <c:pt idx="1399">
                  <c:v>0.206512959957</c:v>
                </c:pt>
                <c:pt idx="1400">
                  <c:v>0.207877941747</c:v>
                </c:pt>
                <c:pt idx="1401">
                  <c:v>0.208440641863</c:v>
                </c:pt>
                <c:pt idx="1402">
                  <c:v>0.209502517079</c:v>
                </c:pt>
                <c:pt idx="1403">
                  <c:v>0.210472733018</c:v>
                </c:pt>
                <c:pt idx="1404">
                  <c:v>0.209600697118</c:v>
                </c:pt>
                <c:pt idx="1405">
                  <c:v>0.206040766506</c:v>
                </c:pt>
                <c:pt idx="1406">
                  <c:v>0.208924809434</c:v>
                </c:pt>
                <c:pt idx="1407">
                  <c:v>0.206320079318</c:v>
                </c:pt>
                <c:pt idx="1408">
                  <c:v>0.20734560677</c:v>
                </c:pt>
                <c:pt idx="1409">
                  <c:v>0.207950656354</c:v>
                </c:pt>
                <c:pt idx="1410">
                  <c:v>0.2065339223</c:v>
                </c:pt>
                <c:pt idx="1411">
                  <c:v>0.2087383881</c:v>
                </c:pt>
                <c:pt idx="1412">
                  <c:v>0.212707158082</c:v>
                </c:pt>
                <c:pt idx="1413">
                  <c:v>0.211706544172</c:v>
                </c:pt>
                <c:pt idx="1414">
                  <c:v>0.21241680354</c:v>
                </c:pt>
                <c:pt idx="1415">
                  <c:v>0.212569232439</c:v>
                </c:pt>
                <c:pt idx="1416">
                  <c:v>0.21257494022</c:v>
                </c:pt>
                <c:pt idx="1417">
                  <c:v>0.21100491939</c:v>
                </c:pt>
                <c:pt idx="1418">
                  <c:v>0.172968612562</c:v>
                </c:pt>
                <c:pt idx="1419">
                  <c:v>0.173745464977</c:v>
                </c:pt>
                <c:pt idx="1420">
                  <c:v>0.173753189099</c:v>
                </c:pt>
                <c:pt idx="1421">
                  <c:v>0.171709896747</c:v>
                </c:pt>
                <c:pt idx="1422">
                  <c:v>0.172728183766</c:v>
                </c:pt>
                <c:pt idx="1423">
                  <c:v>0.172159423251</c:v>
                </c:pt>
                <c:pt idx="1424">
                  <c:v>0.172092160363</c:v>
                </c:pt>
                <c:pt idx="1425">
                  <c:v>0.171368596305</c:v>
                </c:pt>
                <c:pt idx="1426">
                  <c:v>0.171503611466</c:v>
                </c:pt>
                <c:pt idx="1427">
                  <c:v>0.172737890286</c:v>
                </c:pt>
                <c:pt idx="1428">
                  <c:v>0.173053546309</c:v>
                </c:pt>
                <c:pt idx="1429">
                  <c:v>0.173157288388</c:v>
                </c:pt>
                <c:pt idx="1430">
                  <c:v>0.172391973643</c:v>
                </c:pt>
                <c:pt idx="1431">
                  <c:v>0.172231991088</c:v>
                </c:pt>
                <c:pt idx="1432">
                  <c:v>0.171639192549</c:v>
                </c:pt>
                <c:pt idx="1433">
                  <c:v>0.173027987259</c:v>
                </c:pt>
                <c:pt idx="1434">
                  <c:v>0.171357490171</c:v>
                </c:pt>
                <c:pt idx="1435">
                  <c:v>0.171810621501</c:v>
                </c:pt>
                <c:pt idx="1436">
                  <c:v>0.171033769182</c:v>
                </c:pt>
                <c:pt idx="1437">
                  <c:v>0.171691455634</c:v>
                </c:pt>
                <c:pt idx="1438">
                  <c:v>0.171949850983</c:v>
                </c:pt>
                <c:pt idx="1439">
                  <c:v>0.171777961039</c:v>
                </c:pt>
                <c:pt idx="1440">
                  <c:v>0.170514593507</c:v>
                </c:pt>
                <c:pt idx="1441">
                  <c:v>0.181985198396</c:v>
                </c:pt>
                <c:pt idx="1442">
                  <c:v>0.182409389817</c:v>
                </c:pt>
                <c:pt idx="1443">
                  <c:v>0.182605228777</c:v>
                </c:pt>
                <c:pt idx="1444">
                  <c:v>0.182626490399</c:v>
                </c:pt>
                <c:pt idx="1445">
                  <c:v>0.182090708358</c:v>
                </c:pt>
                <c:pt idx="1446">
                  <c:v>0.182878148766</c:v>
                </c:pt>
                <c:pt idx="1447">
                  <c:v>0.18442500262</c:v>
                </c:pt>
                <c:pt idx="1448">
                  <c:v>0.184769088836</c:v>
                </c:pt>
                <c:pt idx="1449">
                  <c:v>0.183185633708</c:v>
                </c:pt>
                <c:pt idx="1450">
                  <c:v>0.184406795902</c:v>
                </c:pt>
                <c:pt idx="1451">
                  <c:v>0.185662077996</c:v>
                </c:pt>
                <c:pt idx="1452">
                  <c:v>0.18463631206</c:v>
                </c:pt>
                <c:pt idx="1453">
                  <c:v>0.184047181095</c:v>
                </c:pt>
                <c:pt idx="1454">
                  <c:v>0.183863609843</c:v>
                </c:pt>
                <c:pt idx="1455">
                  <c:v>0.185379881722</c:v>
                </c:pt>
                <c:pt idx="1456">
                  <c:v>0.184253137532</c:v>
                </c:pt>
                <c:pt idx="1457">
                  <c:v>0.18404385839</c:v>
                </c:pt>
                <c:pt idx="1458">
                  <c:v>0.182997003131</c:v>
                </c:pt>
                <c:pt idx="1459">
                  <c:v>0.183058528137</c:v>
                </c:pt>
                <c:pt idx="1460">
                  <c:v>0.18156794496</c:v>
                </c:pt>
                <c:pt idx="1461">
                  <c:v>0.18141727974</c:v>
                </c:pt>
                <c:pt idx="1462">
                  <c:v>0.180237882122</c:v>
                </c:pt>
                <c:pt idx="1463">
                  <c:v>0.155440694466</c:v>
                </c:pt>
                <c:pt idx="1464">
                  <c:v>0.154865816487</c:v>
                </c:pt>
                <c:pt idx="1465">
                  <c:v>0.155621308415</c:v>
                </c:pt>
                <c:pt idx="1466">
                  <c:v>0.156049454893</c:v>
                </c:pt>
                <c:pt idx="1467">
                  <c:v>0.156736394456</c:v>
                </c:pt>
                <c:pt idx="1468">
                  <c:v>0.15674704914</c:v>
                </c:pt>
                <c:pt idx="1469">
                  <c:v>0.158346092435</c:v>
                </c:pt>
                <c:pt idx="1470">
                  <c:v>0.158106471912</c:v>
                </c:pt>
                <c:pt idx="1471">
                  <c:v>0.158571132075</c:v>
                </c:pt>
                <c:pt idx="1472">
                  <c:v>0.159550782886</c:v>
                </c:pt>
                <c:pt idx="1473">
                  <c:v>0.160416701351</c:v>
                </c:pt>
                <c:pt idx="1474">
                  <c:v>0.160300632691</c:v>
                </c:pt>
                <c:pt idx="1475">
                  <c:v>0.159824344335</c:v>
                </c:pt>
                <c:pt idx="1476">
                  <c:v>0.159677280709</c:v>
                </c:pt>
                <c:pt idx="1477">
                  <c:v>0.159437249339</c:v>
                </c:pt>
                <c:pt idx="1478">
                  <c:v>0.159646356047</c:v>
                </c:pt>
                <c:pt idx="1479">
                  <c:v>0.159384260482</c:v>
                </c:pt>
                <c:pt idx="1480">
                  <c:v>0.15889540836</c:v>
                </c:pt>
                <c:pt idx="1481">
                  <c:v>0.158753860522</c:v>
                </c:pt>
                <c:pt idx="1482">
                  <c:v>0.158466694316</c:v>
                </c:pt>
                <c:pt idx="1483">
                  <c:v>0.159026139975</c:v>
                </c:pt>
                <c:pt idx="1484">
                  <c:v>0.336531375558</c:v>
                </c:pt>
                <c:pt idx="1485">
                  <c:v>0.336601355569</c:v>
                </c:pt>
                <c:pt idx="1486">
                  <c:v>0.336173046032</c:v>
                </c:pt>
                <c:pt idx="1487">
                  <c:v>0.333628915339</c:v>
                </c:pt>
                <c:pt idx="1488">
                  <c:v>0.334321009124</c:v>
                </c:pt>
                <c:pt idx="1489">
                  <c:v>0.333894758363</c:v>
                </c:pt>
                <c:pt idx="1490">
                  <c:v>0.327682322714</c:v>
                </c:pt>
                <c:pt idx="1491">
                  <c:v>0.332032091893</c:v>
                </c:pt>
                <c:pt idx="1492">
                  <c:v>0.330756838549</c:v>
                </c:pt>
                <c:pt idx="1493">
                  <c:v>0.332353292832</c:v>
                </c:pt>
                <c:pt idx="1494">
                  <c:v>0.333145245491</c:v>
                </c:pt>
                <c:pt idx="1495">
                  <c:v>0.334047883801</c:v>
                </c:pt>
                <c:pt idx="1496">
                  <c:v>0.334139719931</c:v>
                </c:pt>
                <c:pt idx="1497">
                  <c:v>0.334689925478</c:v>
                </c:pt>
                <c:pt idx="1498">
                  <c:v>0.335037102348</c:v>
                </c:pt>
                <c:pt idx="1499">
                  <c:v>0.335873303054</c:v>
                </c:pt>
                <c:pt idx="1500">
                  <c:v>0.336985341824</c:v>
                </c:pt>
                <c:pt idx="1501">
                  <c:v>0.339567568664</c:v>
                </c:pt>
                <c:pt idx="1502">
                  <c:v>0.33923135245</c:v>
                </c:pt>
                <c:pt idx="1503">
                  <c:v>0.340794994771</c:v>
                </c:pt>
                <c:pt idx="1504">
                  <c:v>0.338562000004</c:v>
                </c:pt>
                <c:pt idx="1505">
                  <c:v>0.33832521495</c:v>
                </c:pt>
                <c:pt idx="1506">
                  <c:v>0.339176425954</c:v>
                </c:pt>
                <c:pt idx="1507">
                  <c:v>0.145322905761</c:v>
                </c:pt>
                <c:pt idx="1508">
                  <c:v>0.146581140799</c:v>
                </c:pt>
                <c:pt idx="1509">
                  <c:v>0.144876191695</c:v>
                </c:pt>
                <c:pt idx="1510">
                  <c:v>0.144372703548</c:v>
                </c:pt>
                <c:pt idx="1511">
                  <c:v>0.145361669974</c:v>
                </c:pt>
                <c:pt idx="1512">
                  <c:v>0.144655792472</c:v>
                </c:pt>
                <c:pt idx="1513">
                  <c:v>0.144490938544</c:v>
                </c:pt>
                <c:pt idx="1514">
                  <c:v>0.143527868197</c:v>
                </c:pt>
                <c:pt idx="1515">
                  <c:v>0.144631479337</c:v>
                </c:pt>
                <c:pt idx="1516">
                  <c:v>0.143309083533</c:v>
                </c:pt>
                <c:pt idx="1517">
                  <c:v>0.143152789786</c:v>
                </c:pt>
                <c:pt idx="1518">
                  <c:v>0.142790659487</c:v>
                </c:pt>
                <c:pt idx="1519">
                  <c:v>0.141595085313</c:v>
                </c:pt>
                <c:pt idx="1520">
                  <c:v>0.141744941394</c:v>
                </c:pt>
                <c:pt idx="1521">
                  <c:v>0.141861959863</c:v>
                </c:pt>
                <c:pt idx="1522">
                  <c:v>0.141992998727</c:v>
                </c:pt>
                <c:pt idx="1523">
                  <c:v>0.142088450256</c:v>
                </c:pt>
                <c:pt idx="1524">
                  <c:v>0.141709023839</c:v>
                </c:pt>
                <c:pt idx="1525">
                  <c:v>0.141522907709</c:v>
                </c:pt>
                <c:pt idx="1526">
                  <c:v>0.141792331729</c:v>
                </c:pt>
                <c:pt idx="1527">
                  <c:v>0.173063491172</c:v>
                </c:pt>
                <c:pt idx="1528">
                  <c:v>0.172783000515</c:v>
                </c:pt>
                <c:pt idx="1529">
                  <c:v>0.172818597039</c:v>
                </c:pt>
                <c:pt idx="1530">
                  <c:v>0.173908789371</c:v>
                </c:pt>
                <c:pt idx="1531">
                  <c:v>0.174403691154</c:v>
                </c:pt>
                <c:pt idx="1532">
                  <c:v>0.174165490533</c:v>
                </c:pt>
                <c:pt idx="1533">
                  <c:v>0.17505091837</c:v>
                </c:pt>
                <c:pt idx="1534">
                  <c:v>0.173834169168</c:v>
                </c:pt>
                <c:pt idx="1535">
                  <c:v>0.172138818464</c:v>
                </c:pt>
                <c:pt idx="1536">
                  <c:v>0.171910176483</c:v>
                </c:pt>
                <c:pt idx="1537">
                  <c:v>0.170890689343</c:v>
                </c:pt>
                <c:pt idx="1538">
                  <c:v>0.169861060416</c:v>
                </c:pt>
                <c:pt idx="1539">
                  <c:v>0.171358679874</c:v>
                </c:pt>
                <c:pt idx="1540">
                  <c:v>0.172537412531</c:v>
                </c:pt>
                <c:pt idx="1541">
                  <c:v>0.172353767932</c:v>
                </c:pt>
                <c:pt idx="1542">
                  <c:v>0.171967578731</c:v>
                </c:pt>
                <c:pt idx="1543">
                  <c:v>0.171418335948</c:v>
                </c:pt>
                <c:pt idx="1544">
                  <c:v>0.17268007795</c:v>
                </c:pt>
                <c:pt idx="1545">
                  <c:v>0.173349423606</c:v>
                </c:pt>
                <c:pt idx="1546">
                  <c:v>0.173468358368</c:v>
                </c:pt>
                <c:pt idx="1547">
                  <c:v>0.174082751432</c:v>
                </c:pt>
                <c:pt idx="1548">
                  <c:v>0.177508239406</c:v>
                </c:pt>
                <c:pt idx="1549">
                  <c:v>0.22087072138</c:v>
                </c:pt>
                <c:pt idx="1550">
                  <c:v>0.220390809624</c:v>
                </c:pt>
                <c:pt idx="1551">
                  <c:v>0.219262505789</c:v>
                </c:pt>
                <c:pt idx="1552">
                  <c:v>0.219305133168</c:v>
                </c:pt>
                <c:pt idx="1553">
                  <c:v>0.2196632872</c:v>
                </c:pt>
                <c:pt idx="1554">
                  <c:v>0.220613585258</c:v>
                </c:pt>
                <c:pt idx="1555">
                  <c:v>0.218727808263</c:v>
                </c:pt>
                <c:pt idx="1556">
                  <c:v>0.219235802156</c:v>
                </c:pt>
                <c:pt idx="1557">
                  <c:v>0.220256415929</c:v>
                </c:pt>
                <c:pt idx="1558">
                  <c:v>0.219375243688</c:v>
                </c:pt>
                <c:pt idx="1559">
                  <c:v>0.219707597208</c:v>
                </c:pt>
                <c:pt idx="1560">
                  <c:v>0.217522970249</c:v>
                </c:pt>
                <c:pt idx="1561">
                  <c:v>0.219089424624</c:v>
                </c:pt>
                <c:pt idx="1562">
                  <c:v>0.219226411522</c:v>
                </c:pt>
                <c:pt idx="1563">
                  <c:v>0.218182760299</c:v>
                </c:pt>
                <c:pt idx="1564">
                  <c:v>0.217791643374</c:v>
                </c:pt>
                <c:pt idx="1565">
                  <c:v>0.218602830196</c:v>
                </c:pt>
                <c:pt idx="1566">
                  <c:v>0.217494605113</c:v>
                </c:pt>
                <c:pt idx="1567">
                  <c:v>0.216168792375</c:v>
                </c:pt>
                <c:pt idx="1568">
                  <c:v>0.217665258963</c:v>
                </c:pt>
                <c:pt idx="1569">
                  <c:v>0.221130728526</c:v>
                </c:pt>
                <c:pt idx="1570">
                  <c:v>0.134775251512</c:v>
                </c:pt>
                <c:pt idx="1571">
                  <c:v>0.133446468644</c:v>
                </c:pt>
                <c:pt idx="1572">
                  <c:v>0.133269682355</c:v>
                </c:pt>
                <c:pt idx="1573">
                  <c:v>0.135656140484</c:v>
                </c:pt>
                <c:pt idx="1574">
                  <c:v>0.135749444516</c:v>
                </c:pt>
                <c:pt idx="1575">
                  <c:v>0.135681908627</c:v>
                </c:pt>
                <c:pt idx="1576">
                  <c:v>0.137076778407</c:v>
                </c:pt>
                <c:pt idx="1577">
                  <c:v>0.135974691159</c:v>
                </c:pt>
                <c:pt idx="1578">
                  <c:v>0.136805816918</c:v>
                </c:pt>
                <c:pt idx="1579">
                  <c:v>0.136813301199</c:v>
                </c:pt>
                <c:pt idx="1580">
                  <c:v>0.136721483653</c:v>
                </c:pt>
                <c:pt idx="1581">
                  <c:v>0.136788810398</c:v>
                </c:pt>
                <c:pt idx="1582">
                  <c:v>0.136063790935</c:v>
                </c:pt>
                <c:pt idx="1583">
                  <c:v>0.137978166813</c:v>
                </c:pt>
                <c:pt idx="1584">
                  <c:v>0.136157454509</c:v>
                </c:pt>
                <c:pt idx="1585">
                  <c:v>0.138208892817</c:v>
                </c:pt>
                <c:pt idx="1586">
                  <c:v>0.139176567791</c:v>
                </c:pt>
                <c:pt idx="1587">
                  <c:v>0.138330337936</c:v>
                </c:pt>
                <c:pt idx="1588">
                  <c:v>0.137621633527</c:v>
                </c:pt>
                <c:pt idx="1589">
                  <c:v>0.13655607647</c:v>
                </c:pt>
                <c:pt idx="1590">
                  <c:v>0.147859252819</c:v>
                </c:pt>
                <c:pt idx="1591">
                  <c:v>0.149893705257</c:v>
                </c:pt>
                <c:pt idx="1592">
                  <c:v>0.146955070669</c:v>
                </c:pt>
                <c:pt idx="1593">
                  <c:v>0.146110361947</c:v>
                </c:pt>
                <c:pt idx="1594">
                  <c:v>0.14912778086</c:v>
                </c:pt>
                <c:pt idx="1595">
                  <c:v>0.148529877213</c:v>
                </c:pt>
                <c:pt idx="1596">
                  <c:v>0.14939213776</c:v>
                </c:pt>
                <c:pt idx="1597">
                  <c:v>0.145617408784</c:v>
                </c:pt>
                <c:pt idx="1598">
                  <c:v>0.145896579054</c:v>
                </c:pt>
                <c:pt idx="1599">
                  <c:v>0.148836491336</c:v>
                </c:pt>
                <c:pt idx="1600">
                  <c:v>0.148621996975</c:v>
                </c:pt>
                <c:pt idx="1601">
                  <c:v>0.145932961702</c:v>
                </c:pt>
                <c:pt idx="1602">
                  <c:v>0.147031940588</c:v>
                </c:pt>
                <c:pt idx="1603">
                  <c:v>0.144082676791</c:v>
                </c:pt>
                <c:pt idx="1604">
                  <c:v>0.149323307772</c:v>
                </c:pt>
                <c:pt idx="1605">
                  <c:v>0.146744935513</c:v>
                </c:pt>
                <c:pt idx="1606">
                  <c:v>0.147919504863</c:v>
                </c:pt>
                <c:pt idx="1607">
                  <c:v>0.144682811216</c:v>
                </c:pt>
                <c:pt idx="1608">
                  <c:v>0.144131486887</c:v>
                </c:pt>
                <c:pt idx="1609">
                  <c:v>0.142612423133</c:v>
                </c:pt>
                <c:pt idx="1610">
                  <c:v>0.146687927918</c:v>
                </c:pt>
                <c:pt idx="1611">
                  <c:v>0.146394509664</c:v>
                </c:pt>
                <c:pt idx="1612">
                  <c:v>0.182116993799</c:v>
                </c:pt>
                <c:pt idx="1613">
                  <c:v>0.183047470178</c:v>
                </c:pt>
                <c:pt idx="1614">
                  <c:v>0.183533714344</c:v>
                </c:pt>
                <c:pt idx="1615">
                  <c:v>0.191597246626</c:v>
                </c:pt>
                <c:pt idx="1616">
                  <c:v>0.191048654536</c:v>
                </c:pt>
                <c:pt idx="1617">
                  <c:v>0.191818619803</c:v>
                </c:pt>
                <c:pt idx="1618">
                  <c:v>0.192970030688</c:v>
                </c:pt>
                <c:pt idx="1619">
                  <c:v>0.194627069256</c:v>
                </c:pt>
                <c:pt idx="1620">
                  <c:v>0.194662272958</c:v>
                </c:pt>
                <c:pt idx="1621">
                  <c:v>0.195045089776</c:v>
                </c:pt>
                <c:pt idx="1622">
                  <c:v>0.199808609703</c:v>
                </c:pt>
                <c:pt idx="1623">
                  <c:v>0.198169963282</c:v>
                </c:pt>
                <c:pt idx="1624">
                  <c:v>0.195110034362</c:v>
                </c:pt>
                <c:pt idx="1625">
                  <c:v>0.19747098616</c:v>
                </c:pt>
                <c:pt idx="1626">
                  <c:v>0.194514053308</c:v>
                </c:pt>
                <c:pt idx="1627">
                  <c:v>0.198331086427</c:v>
                </c:pt>
                <c:pt idx="1628">
                  <c:v>0.197887886793</c:v>
                </c:pt>
                <c:pt idx="1629">
                  <c:v>0.196389221972</c:v>
                </c:pt>
                <c:pt idx="1630">
                  <c:v>0.194925024762</c:v>
                </c:pt>
                <c:pt idx="1631">
                  <c:v>0.19695034874</c:v>
                </c:pt>
                <c:pt idx="1632">
                  <c:v>0.197451811262</c:v>
                </c:pt>
                <c:pt idx="1633">
                  <c:v>0.196569081509</c:v>
                </c:pt>
                <c:pt idx="1634">
                  <c:v>0.183307450573</c:v>
                </c:pt>
                <c:pt idx="1635">
                  <c:v>0.188239297636</c:v>
                </c:pt>
                <c:pt idx="1636">
                  <c:v>0.185731048147</c:v>
                </c:pt>
                <c:pt idx="1637">
                  <c:v>0.18859580637</c:v>
                </c:pt>
                <c:pt idx="1638">
                  <c:v>0.186538944423</c:v>
                </c:pt>
                <c:pt idx="1639">
                  <c:v>0.18099001857</c:v>
                </c:pt>
                <c:pt idx="1640">
                  <c:v>0.183876074218</c:v>
                </c:pt>
                <c:pt idx="1641">
                  <c:v>0.184870348014</c:v>
                </c:pt>
                <c:pt idx="1642">
                  <c:v>0.180608216479</c:v>
                </c:pt>
                <c:pt idx="1643">
                  <c:v>0.180082561706</c:v>
                </c:pt>
                <c:pt idx="1644">
                  <c:v>0.177694042281</c:v>
                </c:pt>
                <c:pt idx="1645">
                  <c:v>0.181558651864</c:v>
                </c:pt>
                <c:pt idx="1646">
                  <c:v>0.182841689773</c:v>
                </c:pt>
                <c:pt idx="1647">
                  <c:v>0.182956080761</c:v>
                </c:pt>
                <c:pt idx="1648">
                  <c:v>0.182651847932</c:v>
                </c:pt>
                <c:pt idx="1649">
                  <c:v>0.189671258477</c:v>
                </c:pt>
                <c:pt idx="1650">
                  <c:v>0.190710370961</c:v>
                </c:pt>
                <c:pt idx="1651">
                  <c:v>0.190600174093</c:v>
                </c:pt>
                <c:pt idx="1652">
                  <c:v>0.190094891684</c:v>
                </c:pt>
                <c:pt idx="1653">
                  <c:v>0.192734533757</c:v>
                </c:pt>
                <c:pt idx="1654">
                  <c:v>0.193118716584</c:v>
                </c:pt>
                <c:pt idx="1655">
                  <c:v>0.162401006483</c:v>
                </c:pt>
                <c:pt idx="1656">
                  <c:v>0.162153059131</c:v>
                </c:pt>
                <c:pt idx="1657">
                  <c:v>0.155756584568</c:v>
                </c:pt>
                <c:pt idx="1658">
                  <c:v>0.158499160452</c:v>
                </c:pt>
                <c:pt idx="1659">
                  <c:v>0.158769188136</c:v>
                </c:pt>
                <c:pt idx="1660">
                  <c:v>0.157603568537</c:v>
                </c:pt>
                <c:pt idx="1661">
                  <c:v>0.16280301065</c:v>
                </c:pt>
                <c:pt idx="1662">
                  <c:v>0.16340066624</c:v>
                </c:pt>
                <c:pt idx="1663">
                  <c:v>0.166509171903</c:v>
                </c:pt>
                <c:pt idx="1664">
                  <c:v>0.164824887998</c:v>
                </c:pt>
                <c:pt idx="1665">
                  <c:v>0.164724394907</c:v>
                </c:pt>
                <c:pt idx="1666">
                  <c:v>0.168669079145</c:v>
                </c:pt>
                <c:pt idx="1667">
                  <c:v>0.169138157075</c:v>
                </c:pt>
                <c:pt idx="1668">
                  <c:v>0.170377852896</c:v>
                </c:pt>
                <c:pt idx="1669">
                  <c:v>0.163403064925</c:v>
                </c:pt>
                <c:pt idx="1670">
                  <c:v>0.164909354612</c:v>
                </c:pt>
                <c:pt idx="1671">
                  <c:v>0.165131201903</c:v>
                </c:pt>
                <c:pt idx="1672">
                  <c:v>0.165011471464</c:v>
                </c:pt>
                <c:pt idx="1673">
                  <c:v>0.164985891195</c:v>
                </c:pt>
                <c:pt idx="1674">
                  <c:v>0.166583369629</c:v>
                </c:pt>
                <c:pt idx="1675">
                  <c:v>0.163507483643</c:v>
                </c:pt>
                <c:pt idx="1676">
                  <c:v>0.173639535839</c:v>
                </c:pt>
                <c:pt idx="1677">
                  <c:v>0.173248762683</c:v>
                </c:pt>
                <c:pt idx="1678">
                  <c:v>0.175750228713</c:v>
                </c:pt>
                <c:pt idx="1679">
                  <c:v>0.170346352667</c:v>
                </c:pt>
                <c:pt idx="1680">
                  <c:v>0.170117476893</c:v>
                </c:pt>
                <c:pt idx="1681">
                  <c:v>0.171005640421</c:v>
                </c:pt>
                <c:pt idx="1682">
                  <c:v>0.170596450841</c:v>
                </c:pt>
                <c:pt idx="1683">
                  <c:v>0.164467670666</c:v>
                </c:pt>
                <c:pt idx="1684">
                  <c:v>0.166016613047</c:v>
                </c:pt>
                <c:pt idx="1685">
                  <c:v>0.164328147105</c:v>
                </c:pt>
                <c:pt idx="1686">
                  <c:v>0.162565626638</c:v>
                </c:pt>
                <c:pt idx="1687">
                  <c:v>0.160359952139</c:v>
                </c:pt>
                <c:pt idx="1688">
                  <c:v>0.160635693287</c:v>
                </c:pt>
                <c:pt idx="1689">
                  <c:v>0.16279125643</c:v>
                </c:pt>
                <c:pt idx="1690">
                  <c:v>0.161282888797</c:v>
                </c:pt>
                <c:pt idx="1691">
                  <c:v>0.15988927293</c:v>
                </c:pt>
                <c:pt idx="1692">
                  <c:v>0.15795125508</c:v>
                </c:pt>
                <c:pt idx="1693">
                  <c:v>0.159558200842</c:v>
                </c:pt>
                <c:pt idx="1694">
                  <c:v>0.157520635249</c:v>
                </c:pt>
                <c:pt idx="1695">
                  <c:v>0.152590236247</c:v>
                </c:pt>
                <c:pt idx="1696">
                  <c:v>0.157707618295</c:v>
                </c:pt>
                <c:pt idx="1697">
                  <c:v>0.158259756812</c:v>
                </c:pt>
                <c:pt idx="1698">
                  <c:v>0.160209617072</c:v>
                </c:pt>
                <c:pt idx="1699">
                  <c:v>0.0588914034554</c:v>
                </c:pt>
                <c:pt idx="1700">
                  <c:v>0.0588225816831</c:v>
                </c:pt>
                <c:pt idx="1701">
                  <c:v>0.0579331311469</c:v>
                </c:pt>
                <c:pt idx="1702">
                  <c:v>0.0581453200216</c:v>
                </c:pt>
                <c:pt idx="1703">
                  <c:v>0.0573284818906</c:v>
                </c:pt>
                <c:pt idx="1704">
                  <c:v>0.0573518866664</c:v>
                </c:pt>
                <c:pt idx="1705">
                  <c:v>0.0580355632475</c:v>
                </c:pt>
                <c:pt idx="1706">
                  <c:v>0.058232775795</c:v>
                </c:pt>
                <c:pt idx="1707">
                  <c:v>0.0580243552944</c:v>
                </c:pt>
                <c:pt idx="1708">
                  <c:v>0.0581546152911</c:v>
                </c:pt>
                <c:pt idx="1709">
                  <c:v>0.0569262429272</c:v>
                </c:pt>
                <c:pt idx="1710">
                  <c:v>0.0574818565355</c:v>
                </c:pt>
                <c:pt idx="1711">
                  <c:v>0.0576698449988</c:v>
                </c:pt>
                <c:pt idx="1712">
                  <c:v>0.0578707614715</c:v>
                </c:pt>
                <c:pt idx="1713">
                  <c:v>0.057335766529</c:v>
                </c:pt>
                <c:pt idx="1714">
                  <c:v>0.0582456983272</c:v>
                </c:pt>
                <c:pt idx="1715">
                  <c:v>0.0582046343701</c:v>
                </c:pt>
                <c:pt idx="1716">
                  <c:v>0.0584414842779</c:v>
                </c:pt>
                <c:pt idx="1717">
                  <c:v>0.0581177258543</c:v>
                </c:pt>
                <c:pt idx="1718">
                  <c:v>0.0578088603364</c:v>
                </c:pt>
                <c:pt idx="1719">
                  <c:v>0.0575198274096</c:v>
                </c:pt>
                <c:pt idx="1720">
                  <c:v>0.0598515843685</c:v>
                </c:pt>
                <c:pt idx="1721">
                  <c:v>0.0597737941807</c:v>
                </c:pt>
                <c:pt idx="1722">
                  <c:v>0.0605327752137</c:v>
                </c:pt>
                <c:pt idx="1723">
                  <c:v>0.0605757865032</c:v>
                </c:pt>
                <c:pt idx="1724">
                  <c:v>0.0606009675409</c:v>
                </c:pt>
                <c:pt idx="1725">
                  <c:v>0.0602510612128</c:v>
                </c:pt>
                <c:pt idx="1726">
                  <c:v>0.0590828954976</c:v>
                </c:pt>
                <c:pt idx="1727">
                  <c:v>0.0597933081773</c:v>
                </c:pt>
                <c:pt idx="1728">
                  <c:v>0.058354357865</c:v>
                </c:pt>
                <c:pt idx="1729">
                  <c:v>0.0583150743466</c:v>
                </c:pt>
                <c:pt idx="1730">
                  <c:v>0.0587007952366</c:v>
                </c:pt>
                <c:pt idx="1731">
                  <c:v>0.0595192005555</c:v>
                </c:pt>
                <c:pt idx="1732">
                  <c:v>0.0596089237029</c:v>
                </c:pt>
              </c:numCache>
            </c:numRef>
          </c:val>
        </c:ser>
        <c:ser>
          <c:idx val="5"/>
          <c:order val="5"/>
          <c:tx>
            <c:strRef>
              <c:f>PDBC</c:f>
              <c:strCache>
                <c:ptCount val="1"/>
                <c:pt idx="0">
                  <c:v>PDBC</c:v>
                </c:pt>
              </c:strCache>
            </c:strRef>
          </c:tx>
          <c:spPr>
            <a:solidFill>
              <a:srgbClr val="CBA38A"/>
            </a:solidFill>
            <a:ln w="0">
              <a:noFill/>
            </a:ln>
          </c:spPr>
          <c:dLbls>
            <c:delete val="1"/>
          </c:dLbls>
          <c:cat>
            <c:strRef>
              <c:f>'Chart Data'!$K$2:$K$1734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Data'!$L$2:$L$1734</c:f>
              <c:numCache>
                <c:formatCode>0%</c:formatCode>
                <c:ptCount val="1733"/>
                <c:pt idx="0">
                  <c:v>0.0640770324828</c:v>
                </c:pt>
                <c:pt idx="1">
                  <c:v>0.0639509667935</c:v>
                </c:pt>
                <c:pt idx="2">
                  <c:v>0.0638739839493</c:v>
                </c:pt>
                <c:pt idx="3">
                  <c:v>0.063091809822</c:v>
                </c:pt>
                <c:pt idx="4">
                  <c:v>0.0626238569317</c:v>
                </c:pt>
                <c:pt idx="5">
                  <c:v>0.0624509927357</c:v>
                </c:pt>
                <c:pt idx="6">
                  <c:v>0.0619570514145</c:v>
                </c:pt>
                <c:pt idx="7">
                  <c:v>0.0621943471837</c:v>
                </c:pt>
                <c:pt idx="8">
                  <c:v>0.061812790898</c:v>
                </c:pt>
                <c:pt idx="9">
                  <c:v>0.0615157543468</c:v>
                </c:pt>
                <c:pt idx="10">
                  <c:v>0.061638134603</c:v>
                </c:pt>
                <c:pt idx="11">
                  <c:v>0.061638134603</c:v>
                </c:pt>
                <c:pt idx="12">
                  <c:v>0.0614965944718</c:v>
                </c:pt>
                <c:pt idx="13">
                  <c:v>0.0605325269361</c:v>
                </c:pt>
                <c:pt idx="14">
                  <c:v>0.0601099660174</c:v>
                </c:pt>
                <c:pt idx="15">
                  <c:v>0.0593847029502</c:v>
                </c:pt>
                <c:pt idx="16">
                  <c:v>0.0587485486397</c:v>
                </c:pt>
                <c:pt idx="17">
                  <c:v>0.0589540333471</c:v>
                </c:pt>
                <c:pt idx="18">
                  <c:v>0.0585607536147</c:v>
                </c:pt>
                <c:pt idx="19">
                  <c:v>0.0581955618141</c:v>
                </c:pt>
                <c:pt idx="20">
                  <c:v>0.0579569975574</c:v>
                </c:pt>
                <c:pt idx="21">
                  <c:v>0.0569821787813</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0.0733266706477</c:v>
                </c:pt>
                <c:pt idx="172">
                  <c:v>0.0737020816217</c:v>
                </c:pt>
                <c:pt idx="173">
                  <c:v>0.0737368481346</c:v>
                </c:pt>
                <c:pt idx="174">
                  <c:v>0.0737368481346</c:v>
                </c:pt>
                <c:pt idx="175">
                  <c:v>0.0726497323363</c:v>
                </c:pt>
                <c:pt idx="176">
                  <c:v>0.0725904949123</c:v>
                </c:pt>
                <c:pt idx="177">
                  <c:v>0.0723350372897</c:v>
                </c:pt>
                <c:pt idx="178">
                  <c:v>0.0726360404476</c:v>
                </c:pt>
                <c:pt idx="179">
                  <c:v>0.0722574848142</c:v>
                </c:pt>
                <c:pt idx="180">
                  <c:v>0.0724640865575</c:v>
                </c:pt>
                <c:pt idx="181">
                  <c:v>0.0736269140497</c:v>
                </c:pt>
                <c:pt idx="182">
                  <c:v>0.074617094213</c:v>
                </c:pt>
                <c:pt idx="183">
                  <c:v>0.075361276919</c:v>
                </c:pt>
                <c:pt idx="184">
                  <c:v>0.0741113709302</c:v>
                </c:pt>
                <c:pt idx="185">
                  <c:v>0.0738901017522</c:v>
                </c:pt>
                <c:pt idx="186">
                  <c:v>0.074155372248</c:v>
                </c:pt>
                <c:pt idx="187">
                  <c:v>0.0743073571924</c:v>
                </c:pt>
                <c:pt idx="188">
                  <c:v>0.0738926598703</c:v>
                </c:pt>
                <c:pt idx="189">
                  <c:v>0.0739605369282</c:v>
                </c:pt>
                <c:pt idx="190">
                  <c:v>0.0729319807193</c:v>
                </c:pt>
                <c:pt idx="191">
                  <c:v>0.0737320843611</c:v>
                </c:pt>
                <c:pt idx="192">
                  <c:v>0.0724281869284</c:v>
                </c:pt>
                <c:pt idx="193">
                  <c:v>0.120233746028</c:v>
                </c:pt>
                <c:pt idx="194">
                  <c:v>0.121967769681</c:v>
                </c:pt>
                <c:pt idx="195">
                  <c:v>0.122543815775</c:v>
                </c:pt>
                <c:pt idx="196">
                  <c:v>0.122152460105</c:v>
                </c:pt>
                <c:pt idx="197">
                  <c:v>0.122527922432</c:v>
                </c:pt>
                <c:pt idx="198">
                  <c:v>0.122261389637</c:v>
                </c:pt>
                <c:pt idx="199">
                  <c:v>0.120241003603</c:v>
                </c:pt>
                <c:pt idx="200">
                  <c:v>0.120973867315</c:v>
                </c:pt>
                <c:pt idx="201">
                  <c:v>0.12204042203</c:v>
                </c:pt>
                <c:pt idx="202">
                  <c:v>0.122849729887</c:v>
                </c:pt>
                <c:pt idx="203">
                  <c:v>0.122361909936</c:v>
                </c:pt>
                <c:pt idx="204">
                  <c:v>0.122347754678</c:v>
                </c:pt>
                <c:pt idx="205">
                  <c:v>0.122914488619</c:v>
                </c:pt>
                <c:pt idx="206">
                  <c:v>0.122239397676</c:v>
                </c:pt>
                <c:pt idx="207">
                  <c:v>0.12242476572</c:v>
                </c:pt>
                <c:pt idx="208">
                  <c:v>0.121135839706</c:v>
                </c:pt>
                <c:pt idx="209">
                  <c:v>0.120855554582</c:v>
                </c:pt>
                <c:pt idx="210">
                  <c:v>0.121504435796</c:v>
                </c:pt>
                <c:pt idx="211">
                  <c:v>0.121104111754</c:v>
                </c:pt>
                <c:pt idx="212">
                  <c:v>0.119672870816</c:v>
                </c:pt>
                <c:pt idx="213">
                  <c:v>0.120762175102</c:v>
                </c:pt>
                <c:pt idx="214">
                  <c:v>0.121334111845</c:v>
                </c:pt>
                <c:pt idx="215">
                  <c:v>0.304490416147</c:v>
                </c:pt>
                <c:pt idx="216">
                  <c:v>0.302122844615</c:v>
                </c:pt>
                <c:pt idx="217">
                  <c:v>0.299065959526</c:v>
                </c:pt>
                <c:pt idx="218">
                  <c:v>0.297744506739</c:v>
                </c:pt>
                <c:pt idx="219">
                  <c:v>0.300547049708</c:v>
                </c:pt>
                <c:pt idx="220">
                  <c:v>0.305543746633</c:v>
                </c:pt>
                <c:pt idx="221">
                  <c:v>0.304875588191</c:v>
                </c:pt>
                <c:pt idx="222">
                  <c:v>0.304091974002</c:v>
                </c:pt>
                <c:pt idx="223">
                  <c:v>0.300612815767</c:v>
                </c:pt>
                <c:pt idx="224">
                  <c:v>0.300496506622</c:v>
                </c:pt>
                <c:pt idx="225">
                  <c:v>0.301494981256</c:v>
                </c:pt>
                <c:pt idx="226">
                  <c:v>0.303089952473</c:v>
                </c:pt>
                <c:pt idx="227">
                  <c:v>0.302738767116</c:v>
                </c:pt>
                <c:pt idx="228">
                  <c:v>0.30339375917</c:v>
                </c:pt>
                <c:pt idx="229">
                  <c:v>0.304402949447</c:v>
                </c:pt>
                <c:pt idx="230">
                  <c:v>0.307419830348</c:v>
                </c:pt>
                <c:pt idx="231">
                  <c:v>0.309634457628</c:v>
                </c:pt>
                <c:pt idx="232">
                  <c:v>0.309634457628</c:v>
                </c:pt>
                <c:pt idx="233">
                  <c:v>0.308454554143</c:v>
                </c:pt>
                <c:pt idx="234">
                  <c:v>0.310634970572</c:v>
                </c:pt>
                <c:pt idx="235">
                  <c:v>0.305981487989</c:v>
                </c:pt>
                <c:pt idx="236">
                  <c:v>0.159996580256</c:v>
                </c:pt>
                <c:pt idx="237">
                  <c:v>0.159532109559</c:v>
                </c:pt>
                <c:pt idx="238">
                  <c:v>0.158965862902</c:v>
                </c:pt>
                <c:pt idx="239">
                  <c:v>0.158696956631</c:v>
                </c:pt>
                <c:pt idx="240">
                  <c:v>0.158790174249</c:v>
                </c:pt>
                <c:pt idx="241">
                  <c:v>0.159643893207</c:v>
                </c:pt>
                <c:pt idx="242">
                  <c:v>0.161368240958</c:v>
                </c:pt>
                <c:pt idx="243">
                  <c:v>0.161404830224</c:v>
                </c:pt>
                <c:pt idx="244">
                  <c:v>0.16182238556</c:v>
                </c:pt>
                <c:pt idx="245">
                  <c:v>0.161727180885</c:v>
                </c:pt>
                <c:pt idx="246">
                  <c:v>0.161960983745</c:v>
                </c:pt>
                <c:pt idx="247">
                  <c:v>0.162649515348</c:v>
                </c:pt>
                <c:pt idx="248">
                  <c:v>0.163659874592</c:v>
                </c:pt>
                <c:pt idx="249">
                  <c:v>0.162999017686</c:v>
                </c:pt>
                <c:pt idx="250">
                  <c:v>0.162570436943</c:v>
                </c:pt>
                <c:pt idx="251">
                  <c:v>0.163413130352</c:v>
                </c:pt>
                <c:pt idx="252">
                  <c:v>0.163352528313</c:v>
                </c:pt>
                <c:pt idx="253">
                  <c:v>0.1622186336</c:v>
                </c:pt>
                <c:pt idx="254">
                  <c:v>0.162151739653</c:v>
                </c:pt>
                <c:pt idx="255">
                  <c:v>0.161631369419</c:v>
                </c:pt>
                <c:pt idx="256">
                  <c:v>0.161840540364</c:v>
                </c:pt>
                <c:pt idx="257">
                  <c:v>0.160963503542</c:v>
                </c:pt>
                <c:pt idx="258">
                  <c:v>0.146485588648</c:v>
                </c:pt>
                <c:pt idx="259">
                  <c:v>0.146866286275</c:v>
                </c:pt>
                <c:pt idx="260">
                  <c:v>0.145899685504</c:v>
                </c:pt>
                <c:pt idx="261">
                  <c:v>0.145592079499</c:v>
                </c:pt>
                <c:pt idx="262">
                  <c:v>0.145499303382</c:v>
                </c:pt>
                <c:pt idx="263">
                  <c:v>0.147339042841</c:v>
                </c:pt>
                <c:pt idx="264">
                  <c:v>0.146583494467</c:v>
                </c:pt>
                <c:pt idx="265">
                  <c:v>0.147505047873</c:v>
                </c:pt>
                <c:pt idx="266">
                  <c:v>0.146510746345</c:v>
                </c:pt>
                <c:pt idx="267">
                  <c:v>0.14686578976</c:v>
                </c:pt>
                <c:pt idx="268">
                  <c:v>0.146061643145</c:v>
                </c:pt>
                <c:pt idx="269">
                  <c:v>0.144751967421</c:v>
                </c:pt>
                <c:pt idx="270">
                  <c:v>0.144379576959</c:v>
                </c:pt>
                <c:pt idx="271">
                  <c:v>0.143338380582</c:v>
                </c:pt>
                <c:pt idx="272">
                  <c:v>0.144342307367</c:v>
                </c:pt>
                <c:pt idx="273">
                  <c:v>0.145159017128</c:v>
                </c:pt>
                <c:pt idx="274">
                  <c:v>0.146428031245</c:v>
                </c:pt>
                <c:pt idx="275">
                  <c:v>0.146144262389</c:v>
                </c:pt>
                <c:pt idx="276">
                  <c:v>0.147988426385</c:v>
                </c:pt>
                <c:pt idx="277">
                  <c:v>0.148821142553</c:v>
                </c:pt>
                <c:pt idx="278">
                  <c:v>0.226164319496</c:v>
                </c:pt>
                <c:pt idx="279">
                  <c:v>0.226903596782</c:v>
                </c:pt>
                <c:pt idx="280">
                  <c:v>0.228185478763</c:v>
                </c:pt>
                <c:pt idx="281">
                  <c:v>0.229202089272</c:v>
                </c:pt>
                <c:pt idx="282">
                  <c:v>0.229028347818</c:v>
                </c:pt>
                <c:pt idx="283">
                  <c:v>0.230060380821</c:v>
                </c:pt>
                <c:pt idx="284">
                  <c:v>0.22969099701</c:v>
                </c:pt>
                <c:pt idx="285">
                  <c:v>0.228686962457</c:v>
                </c:pt>
                <c:pt idx="286">
                  <c:v>0.230319859087</c:v>
                </c:pt>
                <c:pt idx="287">
                  <c:v>0.230115068298</c:v>
                </c:pt>
                <c:pt idx="288">
                  <c:v>0.232120824658</c:v>
                </c:pt>
                <c:pt idx="289">
                  <c:v>0.233924409371</c:v>
                </c:pt>
                <c:pt idx="290">
                  <c:v>0.23424730464</c:v>
                </c:pt>
                <c:pt idx="291">
                  <c:v>0.234415383522</c:v>
                </c:pt>
                <c:pt idx="292">
                  <c:v>0.240622093604</c:v>
                </c:pt>
                <c:pt idx="293">
                  <c:v>0.240379661414</c:v>
                </c:pt>
                <c:pt idx="294">
                  <c:v>0.241797277349</c:v>
                </c:pt>
                <c:pt idx="295">
                  <c:v>0.240524840615</c:v>
                </c:pt>
                <c:pt idx="296">
                  <c:v>0.23915061486</c:v>
                </c:pt>
                <c:pt idx="297">
                  <c:v>0.234947338274</c:v>
                </c:pt>
                <c:pt idx="298">
                  <c:v>0.282536427453</c:v>
                </c:pt>
                <c:pt idx="299">
                  <c:v>0.283906065074</c:v>
                </c:pt>
                <c:pt idx="300">
                  <c:v>0.288720509892</c:v>
                </c:pt>
                <c:pt idx="301">
                  <c:v>0.292481202251</c:v>
                </c:pt>
                <c:pt idx="302">
                  <c:v>0.290145144883</c:v>
                </c:pt>
                <c:pt idx="303">
                  <c:v>0.287776845306</c:v>
                </c:pt>
                <c:pt idx="304">
                  <c:v>0.289317300938</c:v>
                </c:pt>
                <c:pt idx="305">
                  <c:v>0.288591961084</c:v>
                </c:pt>
                <c:pt idx="306">
                  <c:v>0.289611028344</c:v>
                </c:pt>
                <c:pt idx="307">
                  <c:v>0.288603132807</c:v>
                </c:pt>
                <c:pt idx="308">
                  <c:v>0.287360476736</c:v>
                </c:pt>
                <c:pt idx="309">
                  <c:v>0.287071698315</c:v>
                </c:pt>
                <c:pt idx="310">
                  <c:v>0.277954311004</c:v>
                </c:pt>
                <c:pt idx="311">
                  <c:v>0.281049587711</c:v>
                </c:pt>
                <c:pt idx="312">
                  <c:v>0.281074780603</c:v>
                </c:pt>
                <c:pt idx="313">
                  <c:v>0.276595779381</c:v>
                </c:pt>
                <c:pt idx="314">
                  <c:v>0.284071463128</c:v>
                </c:pt>
                <c:pt idx="315">
                  <c:v>0.27846208981</c:v>
                </c:pt>
                <c:pt idx="316">
                  <c:v>0.280556337717</c:v>
                </c:pt>
                <c:pt idx="317">
                  <c:v>0.280144502373</c:v>
                </c:pt>
                <c:pt idx="318">
                  <c:v>0.277286930935</c:v>
                </c:pt>
                <c:pt idx="319">
                  <c:v>0.277711710861</c:v>
                </c:pt>
                <c:pt idx="320">
                  <c:v>0.279646599961</c:v>
                </c:pt>
                <c:pt idx="321">
                  <c:v>0.17113164377</c:v>
                </c:pt>
                <c:pt idx="322">
                  <c:v>0.171543348169</c:v>
                </c:pt>
                <c:pt idx="323">
                  <c:v>0.172164350962</c:v>
                </c:pt>
                <c:pt idx="324">
                  <c:v>0.172957600978</c:v>
                </c:pt>
                <c:pt idx="325">
                  <c:v>0.172928868647</c:v>
                </c:pt>
                <c:pt idx="326">
                  <c:v>0.173450199086</c:v>
                </c:pt>
                <c:pt idx="327">
                  <c:v>0.173866897212</c:v>
                </c:pt>
                <c:pt idx="328">
                  <c:v>0.177704743933</c:v>
                </c:pt>
                <c:pt idx="329">
                  <c:v>0.177933115492</c:v>
                </c:pt>
                <c:pt idx="330">
                  <c:v>0.177046752399</c:v>
                </c:pt>
                <c:pt idx="331">
                  <c:v>0.17706413916</c:v>
                </c:pt>
                <c:pt idx="332">
                  <c:v>0.17747009912</c:v>
                </c:pt>
                <c:pt idx="333">
                  <c:v>0.177527983827</c:v>
                </c:pt>
                <c:pt idx="334">
                  <c:v>0.177985319884</c:v>
                </c:pt>
                <c:pt idx="335">
                  <c:v>0.178142877391</c:v>
                </c:pt>
                <c:pt idx="336">
                  <c:v>0.178595395907</c:v>
                </c:pt>
                <c:pt idx="337">
                  <c:v>0.179667359591</c:v>
                </c:pt>
                <c:pt idx="338">
                  <c:v>0.179659243718</c:v>
                </c:pt>
                <c:pt idx="339">
                  <c:v>0.18014456754</c:v>
                </c:pt>
                <c:pt idx="340">
                  <c:v>0.179291230448</c:v>
                </c:pt>
                <c:pt idx="341">
                  <c:v>0.182572963593</c:v>
                </c:pt>
                <c:pt idx="342">
                  <c:v>0.232398435422</c:v>
                </c:pt>
                <c:pt idx="343">
                  <c:v>0.234381861745</c:v>
                </c:pt>
                <c:pt idx="344">
                  <c:v>0.233947112525</c:v>
                </c:pt>
                <c:pt idx="345">
                  <c:v>0.233449031213</c:v>
                </c:pt>
                <c:pt idx="346">
                  <c:v>0.233104832015</c:v>
                </c:pt>
                <c:pt idx="347">
                  <c:v>0.237303981359</c:v>
                </c:pt>
                <c:pt idx="348">
                  <c:v>0.239125704903</c:v>
                </c:pt>
                <c:pt idx="349">
                  <c:v>0.234245408978</c:v>
                </c:pt>
                <c:pt idx="350">
                  <c:v>0.237003050433</c:v>
                </c:pt>
                <c:pt idx="351">
                  <c:v>0.238089979827</c:v>
                </c:pt>
                <c:pt idx="352">
                  <c:v>0.235820635914</c:v>
                </c:pt>
                <c:pt idx="353">
                  <c:v>0.232730500778</c:v>
                </c:pt>
                <c:pt idx="354">
                  <c:v>0.230503852454</c:v>
                </c:pt>
                <c:pt idx="355">
                  <c:v>0.23207246094</c:v>
                </c:pt>
                <c:pt idx="356">
                  <c:v>0.23332438608</c:v>
                </c:pt>
                <c:pt idx="357">
                  <c:v>0.231418297551</c:v>
                </c:pt>
                <c:pt idx="358">
                  <c:v>0.231587743593</c:v>
                </c:pt>
                <c:pt idx="359">
                  <c:v>0.23382126351</c:v>
                </c:pt>
                <c:pt idx="360">
                  <c:v>0.232074754229</c:v>
                </c:pt>
                <c:pt idx="361">
                  <c:v>0.232606476848</c:v>
                </c:pt>
                <c:pt idx="362">
                  <c:v>0.234527708416</c:v>
                </c:pt>
                <c:pt idx="363">
                  <c:v>0.251547537889</c:v>
                </c:pt>
                <c:pt idx="364">
                  <c:v>0.251088702956</c:v>
                </c:pt>
                <c:pt idx="365">
                  <c:v>0.252526231813</c:v>
                </c:pt>
                <c:pt idx="366">
                  <c:v>0.25241047156</c:v>
                </c:pt>
                <c:pt idx="367">
                  <c:v>0.254298255089</c:v>
                </c:pt>
                <c:pt idx="368">
                  <c:v>0.253779562866</c:v>
                </c:pt>
                <c:pt idx="369">
                  <c:v>0.253832948653</c:v>
                </c:pt>
                <c:pt idx="370">
                  <c:v>0.253511787919</c:v>
                </c:pt>
                <c:pt idx="371">
                  <c:v>0.252852377232</c:v>
                </c:pt>
                <c:pt idx="372">
                  <c:v>0.252289809546</c:v>
                </c:pt>
                <c:pt idx="373">
                  <c:v>0.252574548653</c:v>
                </c:pt>
                <c:pt idx="374">
                  <c:v>0.249188058432</c:v>
                </c:pt>
                <c:pt idx="375">
                  <c:v>0.252566810504</c:v>
                </c:pt>
                <c:pt idx="376">
                  <c:v>0.254431111496</c:v>
                </c:pt>
                <c:pt idx="377">
                  <c:v>0.254528101251</c:v>
                </c:pt>
                <c:pt idx="378">
                  <c:v>0.255204991139</c:v>
                </c:pt>
                <c:pt idx="379">
                  <c:v>0.255680317451</c:v>
                </c:pt>
                <c:pt idx="380">
                  <c:v>0.254431820661</c:v>
                </c:pt>
                <c:pt idx="381">
                  <c:v>0.253926801706</c:v>
                </c:pt>
                <c:pt idx="382">
                  <c:v>0.255490681429</c:v>
                </c:pt>
                <c:pt idx="383">
                  <c:v>0.256659678225</c:v>
                </c:pt>
                <c:pt idx="384">
                  <c:v>0.257679076975</c:v>
                </c:pt>
                <c:pt idx="385">
                  <c:v>0.254158838472</c:v>
                </c:pt>
                <c:pt idx="386">
                  <c:v>0.253899488958</c:v>
                </c:pt>
                <c:pt idx="387">
                  <c:v>0.247957550903</c:v>
                </c:pt>
                <c:pt idx="388">
                  <c:v>0.246607850537</c:v>
                </c:pt>
                <c:pt idx="389">
                  <c:v>0.250183311854</c:v>
                </c:pt>
                <c:pt idx="390">
                  <c:v>0.250574221032</c:v>
                </c:pt>
                <c:pt idx="391">
                  <c:v>0.250251741478</c:v>
                </c:pt>
                <c:pt idx="392">
                  <c:v>0.251871267393</c:v>
                </c:pt>
                <c:pt idx="393">
                  <c:v>0.250142173121</c:v>
                </c:pt>
                <c:pt idx="394">
                  <c:v>0.249688060183</c:v>
                </c:pt>
                <c:pt idx="395">
                  <c:v>0.249783932859</c:v>
                </c:pt>
                <c:pt idx="396">
                  <c:v>0.245362985584</c:v>
                </c:pt>
                <c:pt idx="397">
                  <c:v>0.246954719012</c:v>
                </c:pt>
                <c:pt idx="398">
                  <c:v>0.250230244563</c:v>
                </c:pt>
                <c:pt idx="399">
                  <c:v>0.250660019021</c:v>
                </c:pt>
                <c:pt idx="400">
                  <c:v>0.250323822336</c:v>
                </c:pt>
                <c:pt idx="401">
                  <c:v>0.252701989028</c:v>
                </c:pt>
                <c:pt idx="402">
                  <c:v>0.252504366962</c:v>
                </c:pt>
                <c:pt idx="403">
                  <c:v>0.252988410051</c:v>
                </c:pt>
                <c:pt idx="404">
                  <c:v>0.254289002762</c:v>
                </c:pt>
                <c:pt idx="405">
                  <c:v>0.253395519032</c:v>
                </c:pt>
                <c:pt idx="406">
                  <c:v>0.251470529742</c:v>
                </c:pt>
                <c:pt idx="407">
                  <c:v>0.292971515885</c:v>
                </c:pt>
                <c:pt idx="408">
                  <c:v>0.288415621529</c:v>
                </c:pt>
                <c:pt idx="409">
                  <c:v>0.290864828312</c:v>
                </c:pt>
                <c:pt idx="410">
                  <c:v>0.289364512795</c:v>
                </c:pt>
                <c:pt idx="411">
                  <c:v>0.286793475583</c:v>
                </c:pt>
                <c:pt idx="412">
                  <c:v>0.289185865186</c:v>
                </c:pt>
                <c:pt idx="413">
                  <c:v>0.291414524195</c:v>
                </c:pt>
                <c:pt idx="414">
                  <c:v>0.290098649556</c:v>
                </c:pt>
                <c:pt idx="415">
                  <c:v>0.28917254019</c:v>
                </c:pt>
                <c:pt idx="416">
                  <c:v>0.288104276002</c:v>
                </c:pt>
                <c:pt idx="417">
                  <c:v>0.287383573273</c:v>
                </c:pt>
                <c:pt idx="418">
                  <c:v>0.286387039834</c:v>
                </c:pt>
                <c:pt idx="419">
                  <c:v>0.284545066523</c:v>
                </c:pt>
                <c:pt idx="420">
                  <c:v>0.278525780577</c:v>
                </c:pt>
                <c:pt idx="421">
                  <c:v>0.284198394424</c:v>
                </c:pt>
                <c:pt idx="422">
                  <c:v>0.288012973657</c:v>
                </c:pt>
                <c:pt idx="423">
                  <c:v>0.289724707514</c:v>
                </c:pt>
                <c:pt idx="424">
                  <c:v>0.28908745206</c:v>
                </c:pt>
                <c:pt idx="425">
                  <c:v>0.29119313168</c:v>
                </c:pt>
                <c:pt idx="426">
                  <c:v>0.289972222268</c:v>
                </c:pt>
                <c:pt idx="427">
                  <c:v>0.290459294947</c:v>
                </c:pt>
                <c:pt idx="428">
                  <c:v>0.28867770641</c:v>
                </c:pt>
                <c:pt idx="429">
                  <c:v>0.126062029535</c:v>
                </c:pt>
                <c:pt idx="430">
                  <c:v>0.126161302115</c:v>
                </c:pt>
                <c:pt idx="431">
                  <c:v>0.126008921863</c:v>
                </c:pt>
                <c:pt idx="432">
                  <c:v>0.125276105341</c:v>
                </c:pt>
                <c:pt idx="433">
                  <c:v>0.126464731406</c:v>
                </c:pt>
                <c:pt idx="434">
                  <c:v>0.125441026635</c:v>
                </c:pt>
                <c:pt idx="435">
                  <c:v>0.126925695766</c:v>
                </c:pt>
                <c:pt idx="436">
                  <c:v>0.127709718724</c:v>
                </c:pt>
                <c:pt idx="437">
                  <c:v>0.127446859075</c:v>
                </c:pt>
                <c:pt idx="438">
                  <c:v>0.129487556983</c:v>
                </c:pt>
                <c:pt idx="439">
                  <c:v>0.129226086289</c:v>
                </c:pt>
                <c:pt idx="440">
                  <c:v>0.128794661177</c:v>
                </c:pt>
                <c:pt idx="441">
                  <c:v>0.128113073513</c:v>
                </c:pt>
                <c:pt idx="442">
                  <c:v>0.127867222663</c:v>
                </c:pt>
                <c:pt idx="443">
                  <c:v>0.12899037278</c:v>
                </c:pt>
                <c:pt idx="444">
                  <c:v>0.130503710791</c:v>
                </c:pt>
                <c:pt idx="445">
                  <c:v>0.131459891074</c:v>
                </c:pt>
                <c:pt idx="446">
                  <c:v>0.132916869353</c:v>
                </c:pt>
                <c:pt idx="447">
                  <c:v>0.133357746305</c:v>
                </c:pt>
                <c:pt idx="448">
                  <c:v>0.13364869543</c:v>
                </c:pt>
                <c:pt idx="449">
                  <c:v>0.134546428939</c:v>
                </c:pt>
                <c:pt idx="450">
                  <c:v>0.135946575104</c:v>
                </c:pt>
                <c:pt idx="451">
                  <c:v>0.300553934893</c:v>
                </c:pt>
                <c:pt idx="452">
                  <c:v>0.303597870281</c:v>
                </c:pt>
                <c:pt idx="453">
                  <c:v>0.298600368051</c:v>
                </c:pt>
                <c:pt idx="454">
                  <c:v>0.301402306009</c:v>
                </c:pt>
                <c:pt idx="455">
                  <c:v>0.302505823584</c:v>
                </c:pt>
                <c:pt idx="456">
                  <c:v>0.305309298251</c:v>
                </c:pt>
                <c:pt idx="457">
                  <c:v>0.303458887354</c:v>
                </c:pt>
                <c:pt idx="458">
                  <c:v>0.303154253675</c:v>
                </c:pt>
                <c:pt idx="459">
                  <c:v>0.303444220394</c:v>
                </c:pt>
                <c:pt idx="460">
                  <c:v>0.305520169474</c:v>
                </c:pt>
                <c:pt idx="461">
                  <c:v>0.303438975444</c:v>
                </c:pt>
                <c:pt idx="462">
                  <c:v>0.3040535111</c:v>
                </c:pt>
                <c:pt idx="463">
                  <c:v>0.306148761435</c:v>
                </c:pt>
                <c:pt idx="464">
                  <c:v>0.302726814868</c:v>
                </c:pt>
                <c:pt idx="465">
                  <c:v>0.302422179861</c:v>
                </c:pt>
                <c:pt idx="466">
                  <c:v>0.302809551538</c:v>
                </c:pt>
                <c:pt idx="467">
                  <c:v>0.302708700187</c:v>
                </c:pt>
                <c:pt idx="468">
                  <c:v>0.297878320186</c:v>
                </c:pt>
                <c:pt idx="469">
                  <c:v>0.297977209361</c:v>
                </c:pt>
                <c:pt idx="470">
                  <c:v>0.29660690797</c:v>
                </c:pt>
                <c:pt idx="471">
                  <c:v>0.298052278822</c:v>
                </c:pt>
                <c:pt idx="472">
                  <c:v>0.211551319976</c:v>
                </c:pt>
                <c:pt idx="473">
                  <c:v>0.208025428795</c:v>
                </c:pt>
                <c:pt idx="474">
                  <c:v>0.205804778142</c:v>
                </c:pt>
                <c:pt idx="475">
                  <c:v>0.20673417802</c:v>
                </c:pt>
                <c:pt idx="476">
                  <c:v>0.207574681291</c:v>
                </c:pt>
                <c:pt idx="477">
                  <c:v>0.208255051469</c:v>
                </c:pt>
                <c:pt idx="478">
                  <c:v>0.207806449187</c:v>
                </c:pt>
                <c:pt idx="479">
                  <c:v>0.208884817493</c:v>
                </c:pt>
                <c:pt idx="480">
                  <c:v>0.208575119543</c:v>
                </c:pt>
                <c:pt idx="481">
                  <c:v>0.209082883481</c:v>
                </c:pt>
                <c:pt idx="482">
                  <c:v>0.209105427148</c:v>
                </c:pt>
                <c:pt idx="483">
                  <c:v>0.20738344385</c:v>
                </c:pt>
                <c:pt idx="484">
                  <c:v>0.207484562308</c:v>
                </c:pt>
                <c:pt idx="485">
                  <c:v>0.204833683714</c:v>
                </c:pt>
                <c:pt idx="486">
                  <c:v>0.207195888751</c:v>
                </c:pt>
                <c:pt idx="487">
                  <c:v>0.211288417263</c:v>
                </c:pt>
                <c:pt idx="488">
                  <c:v>0.209967348782</c:v>
                </c:pt>
                <c:pt idx="489">
                  <c:v>0.210102761874</c:v>
                </c:pt>
                <c:pt idx="490">
                  <c:v>0.200877410456</c:v>
                </c:pt>
                <c:pt idx="491">
                  <c:v>0.200896096612</c:v>
                </c:pt>
                <c:pt idx="492">
                  <c:v>0.197420535765</c:v>
                </c:pt>
                <c:pt idx="493">
                  <c:v>0.195675360901</c:v>
                </c:pt>
                <c:pt idx="494">
                  <c:v>0.140399839275</c:v>
                </c:pt>
                <c:pt idx="495">
                  <c:v>0.140048061439</c:v>
                </c:pt>
                <c:pt idx="496">
                  <c:v>0.142473903184</c:v>
                </c:pt>
                <c:pt idx="497">
                  <c:v>0.143607906442</c:v>
                </c:pt>
                <c:pt idx="498">
                  <c:v>0.14633756646</c:v>
                </c:pt>
                <c:pt idx="499">
                  <c:v>0.144645559995</c:v>
                </c:pt>
                <c:pt idx="500">
                  <c:v>0.145574530339</c:v>
                </c:pt>
                <c:pt idx="501">
                  <c:v>0.144421106689</c:v>
                </c:pt>
                <c:pt idx="502">
                  <c:v>0.143920116205</c:v>
                </c:pt>
                <c:pt idx="503">
                  <c:v>0.144129799253</c:v>
                </c:pt>
                <c:pt idx="504">
                  <c:v>0.14563820006</c:v>
                </c:pt>
                <c:pt idx="505">
                  <c:v>0.144004190022</c:v>
                </c:pt>
                <c:pt idx="506">
                  <c:v>0.144072207377</c:v>
                </c:pt>
                <c:pt idx="507">
                  <c:v>0.146104174004</c:v>
                </c:pt>
                <c:pt idx="508">
                  <c:v>0.146675423649</c:v>
                </c:pt>
                <c:pt idx="509">
                  <c:v>0.14755832807</c:v>
                </c:pt>
                <c:pt idx="510">
                  <c:v>0.14755832807</c:v>
                </c:pt>
                <c:pt idx="511">
                  <c:v>0.148202411613</c:v>
                </c:pt>
                <c:pt idx="512">
                  <c:v>0.148255217929</c:v>
                </c:pt>
                <c:pt idx="513">
                  <c:v>0.149564827201</c:v>
                </c:pt>
                <c:pt idx="514">
                  <c:v>0.148432777599</c:v>
                </c:pt>
                <c:pt idx="515">
                  <c:v>0.147905074369</c:v>
                </c:pt>
                <c:pt idx="516">
                  <c:v>0.149938163649</c:v>
                </c:pt>
                <c:pt idx="517">
                  <c:v>0.14439446509</c:v>
                </c:pt>
                <c:pt idx="518">
                  <c:v>0.144832377012</c:v>
                </c:pt>
                <c:pt idx="519">
                  <c:v>0.145834331439</c:v>
                </c:pt>
                <c:pt idx="520">
                  <c:v>0.146462225907</c:v>
                </c:pt>
                <c:pt idx="521">
                  <c:v>0.145533740972</c:v>
                </c:pt>
                <c:pt idx="522">
                  <c:v>0.146911537336</c:v>
                </c:pt>
                <c:pt idx="523">
                  <c:v>0.147841725754</c:v>
                </c:pt>
                <c:pt idx="524">
                  <c:v>0.146532625098</c:v>
                </c:pt>
                <c:pt idx="525">
                  <c:v>0.148785441545</c:v>
                </c:pt>
                <c:pt idx="526">
                  <c:v>0.14880916212</c:v>
                </c:pt>
                <c:pt idx="527">
                  <c:v>0.151154748978</c:v>
                </c:pt>
                <c:pt idx="528">
                  <c:v>0.151333342041</c:v>
                </c:pt>
                <c:pt idx="529">
                  <c:v>0.150795264657</c:v>
                </c:pt>
                <c:pt idx="530">
                  <c:v>0.15098195289</c:v>
                </c:pt>
                <c:pt idx="531">
                  <c:v>0.150827349557</c:v>
                </c:pt>
                <c:pt idx="532">
                  <c:v>0.152665487922</c:v>
                </c:pt>
                <c:pt idx="533">
                  <c:v>0.154013666288</c:v>
                </c:pt>
                <c:pt idx="534">
                  <c:v>0.154399762158</c:v>
                </c:pt>
                <c:pt idx="535">
                  <c:v>0.154113453666</c:v>
                </c:pt>
                <c:pt idx="536">
                  <c:v>0.153756934181</c:v>
                </c:pt>
                <c:pt idx="537">
                  <c:v>0.154289320776</c:v>
                </c:pt>
                <c:pt idx="538">
                  <c:v>0.154441734263</c:v>
                </c:pt>
                <c:pt idx="539">
                  <c:v>0.155076155066</c:v>
                </c:pt>
                <c:pt idx="540">
                  <c:v>0.359082739551</c:v>
                </c:pt>
                <c:pt idx="541">
                  <c:v>0.358001505882</c:v>
                </c:pt>
                <c:pt idx="542">
                  <c:v>0.353691341511</c:v>
                </c:pt>
                <c:pt idx="543">
                  <c:v>0.354325967627</c:v>
                </c:pt>
                <c:pt idx="544">
                  <c:v>0.353248969515</c:v>
                </c:pt>
                <c:pt idx="545">
                  <c:v>0.357945754034</c:v>
                </c:pt>
                <c:pt idx="546">
                  <c:v>0.36059616821</c:v>
                </c:pt>
                <c:pt idx="547">
                  <c:v>0.355896348039</c:v>
                </c:pt>
                <c:pt idx="548">
                  <c:v>0.354732793519</c:v>
                </c:pt>
                <c:pt idx="549">
                  <c:v>0.356863622638</c:v>
                </c:pt>
                <c:pt idx="550">
                  <c:v>0.358384825766</c:v>
                </c:pt>
                <c:pt idx="551">
                  <c:v>0.358792656918</c:v>
                </c:pt>
                <c:pt idx="552">
                  <c:v>0.364752891221</c:v>
                </c:pt>
                <c:pt idx="553">
                  <c:v>0.367696610501</c:v>
                </c:pt>
                <c:pt idx="554">
                  <c:v>0.375003198262</c:v>
                </c:pt>
                <c:pt idx="555">
                  <c:v>0.370354557295</c:v>
                </c:pt>
                <c:pt idx="556">
                  <c:v>0.377023531958</c:v>
                </c:pt>
                <c:pt idx="557">
                  <c:v>0.385791108417</c:v>
                </c:pt>
                <c:pt idx="558">
                  <c:v>0.423325001612</c:v>
                </c:pt>
                <c:pt idx="559">
                  <c:v>0.424232186684</c:v>
                </c:pt>
                <c:pt idx="560">
                  <c:v>0.435672722046</c:v>
                </c:pt>
                <c:pt idx="561">
                  <c:v>0.441722245373</c:v>
                </c:pt>
                <c:pt idx="562">
                  <c:v>0.446455592209</c:v>
                </c:pt>
                <c:pt idx="563">
                  <c:v>0.426229768388</c:v>
                </c:pt>
                <c:pt idx="564">
                  <c:v>0.419293448761</c:v>
                </c:pt>
                <c:pt idx="565">
                  <c:v>0.424115396576</c:v>
                </c:pt>
                <c:pt idx="566">
                  <c:v>0.419172254255</c:v>
                </c:pt>
                <c:pt idx="567">
                  <c:v>0.414428214952</c:v>
                </c:pt>
                <c:pt idx="568">
                  <c:v>0.408688398262</c:v>
                </c:pt>
                <c:pt idx="569">
                  <c:v>0.416990613525</c:v>
                </c:pt>
                <c:pt idx="570">
                  <c:v>0.416968338425</c:v>
                </c:pt>
                <c:pt idx="571">
                  <c:v>0.425989297999</c:v>
                </c:pt>
                <c:pt idx="572">
                  <c:v>0.42521529284</c:v>
                </c:pt>
                <c:pt idx="573">
                  <c:v>0.429636423582</c:v>
                </c:pt>
                <c:pt idx="574">
                  <c:v>0.425901873807</c:v>
                </c:pt>
                <c:pt idx="575">
                  <c:v>0.427934023358</c:v>
                </c:pt>
                <c:pt idx="576">
                  <c:v>0.417117822175</c:v>
                </c:pt>
                <c:pt idx="577">
                  <c:v>0.417299540049</c:v>
                </c:pt>
                <c:pt idx="578">
                  <c:v>0.420497942417</c:v>
                </c:pt>
                <c:pt idx="579">
                  <c:v>0.416264535147</c:v>
                </c:pt>
                <c:pt idx="580">
                  <c:v>0.418354514447</c:v>
                </c:pt>
                <c:pt idx="581">
                  <c:v>0.164991391388</c:v>
                </c:pt>
                <c:pt idx="582">
                  <c:v>0.16409436009</c:v>
                </c:pt>
                <c:pt idx="583">
                  <c:v>0.163791350392</c:v>
                </c:pt>
                <c:pt idx="584">
                  <c:v>0.164145474543</c:v>
                </c:pt>
                <c:pt idx="585">
                  <c:v>0.166267604921</c:v>
                </c:pt>
                <c:pt idx="586">
                  <c:v>0.165918892589</c:v>
                </c:pt>
                <c:pt idx="587">
                  <c:v>0.170444572079</c:v>
                </c:pt>
                <c:pt idx="588">
                  <c:v>0.172798208163</c:v>
                </c:pt>
                <c:pt idx="589">
                  <c:v>0.174607397239</c:v>
                </c:pt>
                <c:pt idx="590">
                  <c:v>0.176647831224</c:v>
                </c:pt>
                <c:pt idx="591">
                  <c:v>0.172949855112</c:v>
                </c:pt>
                <c:pt idx="592">
                  <c:v>0.172633496149</c:v>
                </c:pt>
                <c:pt idx="593">
                  <c:v>0.17239561634</c:v>
                </c:pt>
                <c:pt idx="594">
                  <c:v>0.170866444948</c:v>
                </c:pt>
                <c:pt idx="595">
                  <c:v>0.170974318071</c:v>
                </c:pt>
                <c:pt idx="596">
                  <c:v>0.174405944522</c:v>
                </c:pt>
                <c:pt idx="597">
                  <c:v>0.176205780002</c:v>
                </c:pt>
                <c:pt idx="598">
                  <c:v>0.175520572789</c:v>
                </c:pt>
                <c:pt idx="599">
                  <c:v>0.175534673847</c:v>
                </c:pt>
                <c:pt idx="600">
                  <c:v>0.178332614226</c:v>
                </c:pt>
                <c:pt idx="601">
                  <c:v>0.175720700526</c:v>
                </c:pt>
                <c:pt idx="602">
                  <c:v>0.179519356544</c:v>
                </c:pt>
                <c:pt idx="603">
                  <c:v>0.233244933785</c:v>
                </c:pt>
                <c:pt idx="604">
                  <c:v>0.235195009727</c:v>
                </c:pt>
                <c:pt idx="605">
                  <c:v>0.229433577957</c:v>
                </c:pt>
                <c:pt idx="606">
                  <c:v>0.229911983266</c:v>
                </c:pt>
                <c:pt idx="607">
                  <c:v>0.233690652763</c:v>
                </c:pt>
                <c:pt idx="608">
                  <c:v>0.237321526848</c:v>
                </c:pt>
                <c:pt idx="609">
                  <c:v>0.239830022624</c:v>
                </c:pt>
                <c:pt idx="610">
                  <c:v>0.241660560724</c:v>
                </c:pt>
                <c:pt idx="611">
                  <c:v>0.239936977368</c:v>
                </c:pt>
                <c:pt idx="612">
                  <c:v>0.23435736468</c:v>
                </c:pt>
                <c:pt idx="613">
                  <c:v>0.237505776442</c:v>
                </c:pt>
                <c:pt idx="614">
                  <c:v>0.235729893477</c:v>
                </c:pt>
                <c:pt idx="615">
                  <c:v>0.2367636166</c:v>
                </c:pt>
                <c:pt idx="616">
                  <c:v>0.23629970046</c:v>
                </c:pt>
                <c:pt idx="617">
                  <c:v>0.238147617032</c:v>
                </c:pt>
                <c:pt idx="618">
                  <c:v>0.239978826688</c:v>
                </c:pt>
                <c:pt idx="619">
                  <c:v>0.241554918005</c:v>
                </c:pt>
                <c:pt idx="620">
                  <c:v>0.240720219214</c:v>
                </c:pt>
                <c:pt idx="621">
                  <c:v>0.239474270282</c:v>
                </c:pt>
                <c:pt idx="622">
                  <c:v>0.240992693988</c:v>
                </c:pt>
                <c:pt idx="623">
                  <c:v>0.255565922179</c:v>
                </c:pt>
                <c:pt idx="624">
                  <c:v>0.257298263788</c:v>
                </c:pt>
                <c:pt idx="625">
                  <c:v>0.258940953087</c:v>
                </c:pt>
                <c:pt idx="626">
                  <c:v>0.260407315541</c:v>
                </c:pt>
                <c:pt idx="627">
                  <c:v>0.261893816764</c:v>
                </c:pt>
                <c:pt idx="628">
                  <c:v>0.263340487902</c:v>
                </c:pt>
                <c:pt idx="629">
                  <c:v>0.262603744685</c:v>
                </c:pt>
                <c:pt idx="630">
                  <c:v>0.263972667634</c:v>
                </c:pt>
                <c:pt idx="631">
                  <c:v>0.263888852832</c:v>
                </c:pt>
                <c:pt idx="632">
                  <c:v>0.262736400059</c:v>
                </c:pt>
                <c:pt idx="633">
                  <c:v>0.263390038174</c:v>
                </c:pt>
                <c:pt idx="634">
                  <c:v>0.256650886921</c:v>
                </c:pt>
                <c:pt idx="635">
                  <c:v>0.25684916284</c:v>
                </c:pt>
                <c:pt idx="636">
                  <c:v>0.255593404258</c:v>
                </c:pt>
                <c:pt idx="637">
                  <c:v>0.252763977774</c:v>
                </c:pt>
                <c:pt idx="638">
                  <c:v>0.248880913643</c:v>
                </c:pt>
                <c:pt idx="639">
                  <c:v>0.250167637182</c:v>
                </c:pt>
                <c:pt idx="640">
                  <c:v>0.249045722928</c:v>
                </c:pt>
                <c:pt idx="641">
                  <c:v>0.250636943341</c:v>
                </c:pt>
                <c:pt idx="642">
                  <c:v>0.24826032489</c:v>
                </c:pt>
                <c:pt idx="643">
                  <c:v>0.243945986004</c:v>
                </c:pt>
                <c:pt idx="644">
                  <c:v>0.244995042655</c:v>
                </c:pt>
                <c:pt idx="645">
                  <c:v>0.244805045583</c:v>
                </c:pt>
                <c:pt idx="646">
                  <c:v>1</c:v>
                </c:pt>
                <c:pt idx="647">
                  <c:v>1</c:v>
                </c:pt>
                <c:pt idx="648">
                  <c:v>1</c:v>
                </c:pt>
                <c:pt idx="649">
                  <c:v>1</c:v>
                </c:pt>
                <c:pt idx="650">
                  <c:v>1</c:v>
                </c:pt>
                <c:pt idx="651">
                  <c:v>1</c:v>
                </c:pt>
                <c:pt idx="652">
                  <c:v>1</c:v>
                </c:pt>
                <c:pt idx="653">
                  <c:v>1</c:v>
                </c:pt>
                <c:pt idx="654">
                  <c:v>1</c:v>
                </c:pt>
                <c:pt idx="655">
                  <c:v>1</c:v>
                </c:pt>
                <c:pt idx="656">
                  <c:v>1</c:v>
                </c:pt>
                <c:pt idx="657">
                  <c:v>1</c:v>
                </c:pt>
                <c:pt idx="658">
                  <c:v>1</c:v>
                </c:pt>
                <c:pt idx="659">
                  <c:v>1</c:v>
                </c:pt>
                <c:pt idx="660">
                  <c:v>1</c:v>
                </c:pt>
                <c:pt idx="661">
                  <c:v>1</c:v>
                </c:pt>
                <c:pt idx="662">
                  <c:v>1</c:v>
                </c:pt>
                <c:pt idx="663">
                  <c:v>1</c:v>
                </c:pt>
                <c:pt idx="664">
                  <c:v>1</c:v>
                </c:pt>
                <c:pt idx="665">
                  <c:v>1</c:v>
                </c:pt>
                <c:pt idx="666">
                  <c:v>1</c:v>
                </c:pt>
                <c:pt idx="667">
                  <c:v>1</c:v>
                </c:pt>
                <c:pt idx="668">
                  <c:v>1</c:v>
                </c:pt>
                <c:pt idx="669">
                  <c:v>1</c:v>
                </c:pt>
                <c:pt idx="670">
                  <c:v>1</c:v>
                </c:pt>
                <c:pt idx="671">
                  <c:v>1</c:v>
                </c:pt>
                <c:pt idx="672">
                  <c:v>1</c:v>
                </c:pt>
                <c:pt idx="673">
                  <c:v>1</c:v>
                </c:pt>
                <c:pt idx="674">
                  <c:v>1</c:v>
                </c:pt>
                <c:pt idx="675">
                  <c:v>1</c:v>
                </c:pt>
                <c:pt idx="676">
                  <c:v>1</c:v>
                </c:pt>
                <c:pt idx="677">
                  <c:v>1</c:v>
                </c:pt>
                <c:pt idx="678">
                  <c:v>1</c:v>
                </c:pt>
                <c:pt idx="679">
                  <c:v>1</c:v>
                </c:pt>
                <c:pt idx="680">
                  <c:v>1</c:v>
                </c:pt>
                <c:pt idx="681">
                  <c:v>1</c:v>
                </c:pt>
                <c:pt idx="682">
                  <c:v>1</c:v>
                </c:pt>
                <c:pt idx="683">
                  <c:v>1</c:v>
                </c:pt>
                <c:pt idx="684">
                  <c:v>1</c:v>
                </c:pt>
                <c:pt idx="685">
                  <c:v>1</c:v>
                </c:pt>
                <c:pt idx="686">
                  <c:v>1</c:v>
                </c:pt>
                <c:pt idx="687">
                  <c:v>1</c:v>
                </c:pt>
                <c:pt idx="688">
                  <c:v>1</c:v>
                </c:pt>
                <c:pt idx="689">
                  <c:v>1</c:v>
                </c:pt>
                <c:pt idx="690">
                  <c:v>1</c:v>
                </c:pt>
                <c:pt idx="691">
                  <c:v>1</c:v>
                </c:pt>
                <c:pt idx="692">
                  <c:v>1</c:v>
                </c:pt>
                <c:pt idx="693">
                  <c:v>1</c:v>
                </c:pt>
                <c:pt idx="694">
                  <c:v>1</c:v>
                </c:pt>
                <c:pt idx="695">
                  <c:v>1</c:v>
                </c:pt>
                <c:pt idx="696">
                  <c:v>1</c:v>
                </c:pt>
                <c:pt idx="697">
                  <c:v>1</c:v>
                </c:pt>
                <c:pt idx="698">
                  <c:v>1</c:v>
                </c:pt>
                <c:pt idx="699">
                  <c:v>1</c:v>
                </c:pt>
                <c:pt idx="700">
                  <c:v>1</c:v>
                </c:pt>
                <c:pt idx="701">
                  <c:v>1</c:v>
                </c:pt>
                <c:pt idx="702">
                  <c:v>1</c:v>
                </c:pt>
                <c:pt idx="703">
                  <c:v>1</c:v>
                </c:pt>
                <c:pt idx="704">
                  <c:v>1</c:v>
                </c:pt>
                <c:pt idx="705">
                  <c:v>1</c:v>
                </c:pt>
                <c:pt idx="706">
                  <c:v>1</c:v>
                </c:pt>
                <c:pt idx="707">
                  <c:v>1</c:v>
                </c:pt>
                <c:pt idx="708">
                  <c:v>1</c:v>
                </c:pt>
                <c:pt idx="709">
                  <c:v>1</c:v>
                </c:pt>
                <c:pt idx="710">
                  <c:v>1</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0.158934444728</c:v>
                </c:pt>
                <c:pt idx="950">
                  <c:v>0.159048525239</c:v>
                </c:pt>
                <c:pt idx="951">
                  <c:v>0.159395578677</c:v>
                </c:pt>
                <c:pt idx="952">
                  <c:v>0.159375638009</c:v>
                </c:pt>
                <c:pt idx="953">
                  <c:v>0.160601820507</c:v>
                </c:pt>
                <c:pt idx="954">
                  <c:v>0.160874058696</c:v>
                </c:pt>
                <c:pt idx="955">
                  <c:v>0.161276221735</c:v>
                </c:pt>
                <c:pt idx="956">
                  <c:v>0.160987298147</c:v>
                </c:pt>
                <c:pt idx="957">
                  <c:v>0.160896924988</c:v>
                </c:pt>
                <c:pt idx="958">
                  <c:v>0.161248066854</c:v>
                </c:pt>
                <c:pt idx="959">
                  <c:v>0.16058766304</c:v>
                </c:pt>
                <c:pt idx="960">
                  <c:v>0.16177906449</c:v>
                </c:pt>
                <c:pt idx="961">
                  <c:v>0.161426683998</c:v>
                </c:pt>
                <c:pt idx="962">
                  <c:v>0.16094564298</c:v>
                </c:pt>
                <c:pt idx="963">
                  <c:v>0.162233887122</c:v>
                </c:pt>
                <c:pt idx="964">
                  <c:v>0.163742266599</c:v>
                </c:pt>
                <c:pt idx="965">
                  <c:v>0.163627249894</c:v>
                </c:pt>
                <c:pt idx="966">
                  <c:v>0.162387530727</c:v>
                </c:pt>
                <c:pt idx="967">
                  <c:v>0.162189134919</c:v>
                </c:pt>
                <c:pt idx="968">
                  <c:v>0.41593928731</c:v>
                </c:pt>
                <c:pt idx="969">
                  <c:v>0.407200764623</c:v>
                </c:pt>
                <c:pt idx="970">
                  <c:v>0.406112642457</c:v>
                </c:pt>
                <c:pt idx="971">
                  <c:v>0.403773903002</c:v>
                </c:pt>
                <c:pt idx="972">
                  <c:v>0.407068469844</c:v>
                </c:pt>
                <c:pt idx="973">
                  <c:v>0.405981053128</c:v>
                </c:pt>
                <c:pt idx="974">
                  <c:v>0.403508439669</c:v>
                </c:pt>
                <c:pt idx="975">
                  <c:v>0.404483190122</c:v>
                </c:pt>
                <c:pt idx="976">
                  <c:v>0.411775826059</c:v>
                </c:pt>
                <c:pt idx="977">
                  <c:v>0.408917707523</c:v>
                </c:pt>
                <c:pt idx="978">
                  <c:v>0.409579148371</c:v>
                </c:pt>
                <c:pt idx="979">
                  <c:v>0.415097331629</c:v>
                </c:pt>
                <c:pt idx="980">
                  <c:v>0.419497762871</c:v>
                </c:pt>
                <c:pt idx="981">
                  <c:v>0.420575029583</c:v>
                </c:pt>
                <c:pt idx="982">
                  <c:v>0.419536485771</c:v>
                </c:pt>
                <c:pt idx="983">
                  <c:v>0.415423273988</c:v>
                </c:pt>
                <c:pt idx="984">
                  <c:v>0.420739384412</c:v>
                </c:pt>
                <c:pt idx="985">
                  <c:v>0.421214553053</c:v>
                </c:pt>
                <c:pt idx="986">
                  <c:v>0.42576822438</c:v>
                </c:pt>
                <c:pt idx="987">
                  <c:v>0.418931003657</c:v>
                </c:pt>
                <c:pt idx="988">
                  <c:v>0.416251424767</c:v>
                </c:pt>
                <c:pt idx="989">
                  <c:v>0.414006342314</c:v>
                </c:pt>
                <c:pt idx="990">
                  <c:v>1</c:v>
                </c:pt>
                <c:pt idx="991">
                  <c:v>1</c:v>
                </c:pt>
                <c:pt idx="992">
                  <c:v>1</c:v>
                </c:pt>
                <c:pt idx="993">
                  <c:v>1</c:v>
                </c:pt>
                <c:pt idx="994">
                  <c:v>1</c:v>
                </c:pt>
                <c:pt idx="995">
                  <c:v>1</c:v>
                </c:pt>
                <c:pt idx="996">
                  <c:v>1</c:v>
                </c:pt>
                <c:pt idx="997">
                  <c:v>1</c:v>
                </c:pt>
                <c:pt idx="998">
                  <c:v>1</c:v>
                </c:pt>
                <c:pt idx="999">
                  <c:v>1</c:v>
                </c:pt>
                <c:pt idx="1000">
                  <c:v>1</c:v>
                </c:pt>
                <c:pt idx="1001">
                  <c:v>1</c:v>
                </c:pt>
                <c:pt idx="1002">
                  <c:v>1</c:v>
                </c:pt>
                <c:pt idx="1003">
                  <c:v>1</c:v>
                </c:pt>
                <c:pt idx="1004">
                  <c:v>1</c:v>
                </c:pt>
                <c:pt idx="1005">
                  <c:v>1</c:v>
                </c:pt>
                <c:pt idx="1006">
                  <c:v>1</c:v>
                </c:pt>
                <c:pt idx="1007">
                  <c:v>1</c:v>
                </c:pt>
                <c:pt idx="1008">
                  <c:v>1</c:v>
                </c:pt>
                <c:pt idx="1009">
                  <c:v>1</c:v>
                </c:pt>
                <c:pt idx="1010">
                  <c:v>1</c:v>
                </c:pt>
                <c:pt idx="1011">
                  <c:v>1</c:v>
                </c:pt>
                <c:pt idx="1012">
                  <c:v>0.254849104819</c:v>
                </c:pt>
                <c:pt idx="1013">
                  <c:v>0.253477707302</c:v>
                </c:pt>
                <c:pt idx="1014">
                  <c:v>0.249161764851</c:v>
                </c:pt>
                <c:pt idx="1015">
                  <c:v>0.248393021959</c:v>
                </c:pt>
                <c:pt idx="1016">
                  <c:v>0.249842451538</c:v>
                </c:pt>
                <c:pt idx="1017">
                  <c:v>0.249117595308</c:v>
                </c:pt>
                <c:pt idx="1018">
                  <c:v>0.245515933686</c:v>
                </c:pt>
                <c:pt idx="1019">
                  <c:v>0.245024261719</c:v>
                </c:pt>
                <c:pt idx="1020">
                  <c:v>0.247134137229</c:v>
                </c:pt>
                <c:pt idx="1021">
                  <c:v>0.248092477748</c:v>
                </c:pt>
                <c:pt idx="1022">
                  <c:v>0.24848393258</c:v>
                </c:pt>
                <c:pt idx="1023">
                  <c:v>0.2490395375</c:v>
                </c:pt>
                <c:pt idx="1024">
                  <c:v>0.249212154358</c:v>
                </c:pt>
                <c:pt idx="1025">
                  <c:v>0.247463074547</c:v>
                </c:pt>
                <c:pt idx="1026">
                  <c:v>0.246657669408</c:v>
                </c:pt>
                <c:pt idx="1027">
                  <c:v>0.247374433402</c:v>
                </c:pt>
                <c:pt idx="1028">
                  <c:v>0.2461725525</c:v>
                </c:pt>
                <c:pt idx="1029">
                  <c:v>0.244638182392</c:v>
                </c:pt>
                <c:pt idx="1030">
                  <c:v>0.243713907663</c:v>
                </c:pt>
                <c:pt idx="1031">
                  <c:v>0.243335813952</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0.102208435518</c:v>
                </c:pt>
                <c:pt idx="1161">
                  <c:v>0.102007503132</c:v>
                </c:pt>
                <c:pt idx="1162">
                  <c:v>0.102007503132</c:v>
                </c:pt>
                <c:pt idx="1163">
                  <c:v>0.101734601196</c:v>
                </c:pt>
                <c:pt idx="1164">
                  <c:v>0.100763627277</c:v>
                </c:pt>
                <c:pt idx="1165">
                  <c:v>0.0998482201159</c:v>
                </c:pt>
                <c:pt idx="1166">
                  <c:v>0.0991788902362</c:v>
                </c:pt>
                <c:pt idx="1167">
                  <c:v>0.0994358947055</c:v>
                </c:pt>
                <c:pt idx="1168">
                  <c:v>0.0987364748427</c:v>
                </c:pt>
                <c:pt idx="1169">
                  <c:v>0.09820454584</c:v>
                </c:pt>
                <c:pt idx="1170">
                  <c:v>0.0969824989518</c:v>
                </c:pt>
                <c:pt idx="1171">
                  <c:v>0.0982689661987</c:v>
                </c:pt>
                <c:pt idx="1172">
                  <c:v>0.0984472154411</c:v>
                </c:pt>
                <c:pt idx="1173">
                  <c:v>0.0980948366423</c:v>
                </c:pt>
                <c:pt idx="1174">
                  <c:v>0.0974237468375</c:v>
                </c:pt>
                <c:pt idx="1175">
                  <c:v>0.0969799637242</c:v>
                </c:pt>
                <c:pt idx="1176">
                  <c:v>0.0982221133523</c:v>
                </c:pt>
                <c:pt idx="1177">
                  <c:v>0.0990683631258</c:v>
                </c:pt>
                <c:pt idx="1178">
                  <c:v>0.0973247758208</c:v>
                </c:pt>
                <c:pt idx="1179">
                  <c:v>0.0968007090939</c:v>
                </c:pt>
                <c:pt idx="1180">
                  <c:v>0.0966007765435</c:v>
                </c:pt>
                <c:pt idx="1181">
                  <c:v>0.0970293476123</c:v>
                </c:pt>
                <c:pt idx="1182">
                  <c:v>0.0971311769863</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0.0736249433274</c:v>
                </c:pt>
                <c:pt idx="1334">
                  <c:v>0.0729128411241</c:v>
                </c:pt>
                <c:pt idx="1335">
                  <c:v>0.0726715358198</c:v>
                </c:pt>
                <c:pt idx="1336">
                  <c:v>0.0732938960181</c:v>
                </c:pt>
                <c:pt idx="1337">
                  <c:v>0.0734237616325</c:v>
                </c:pt>
                <c:pt idx="1338">
                  <c:v>0.0745164009626</c:v>
                </c:pt>
                <c:pt idx="1339">
                  <c:v>0.0742564360442</c:v>
                </c:pt>
                <c:pt idx="1340">
                  <c:v>0.0739094691814</c:v>
                </c:pt>
                <c:pt idx="1341">
                  <c:v>0.0739608472128</c:v>
                </c:pt>
                <c:pt idx="1342">
                  <c:v>0.0739986317157</c:v>
                </c:pt>
                <c:pt idx="1343">
                  <c:v>0.0732957882812</c:v>
                </c:pt>
                <c:pt idx="1344">
                  <c:v>0.0734201382674</c:v>
                </c:pt>
                <c:pt idx="1345">
                  <c:v>0.0732601687314</c:v>
                </c:pt>
                <c:pt idx="1346">
                  <c:v>0.0732471652733</c:v>
                </c:pt>
                <c:pt idx="1347">
                  <c:v>0.0732195758229</c:v>
                </c:pt>
                <c:pt idx="1348">
                  <c:v>0.0731149748397</c:v>
                </c:pt>
                <c:pt idx="1349">
                  <c:v>0.0730203271006</c:v>
                </c:pt>
                <c:pt idx="1350">
                  <c:v>0.0730514493111</c:v>
                </c:pt>
                <c:pt idx="1351">
                  <c:v>0.0728164412391</c:v>
                </c:pt>
                <c:pt idx="1352">
                  <c:v>0.0734423426669</c:v>
                </c:pt>
                <c:pt idx="1353">
                  <c:v>0.0737005603036</c:v>
                </c:pt>
                <c:pt idx="1354">
                  <c:v>0.167806455413</c:v>
                </c:pt>
                <c:pt idx="1355">
                  <c:v>0.162995970997</c:v>
                </c:pt>
                <c:pt idx="1356">
                  <c:v>0.160826171249</c:v>
                </c:pt>
                <c:pt idx="1357">
                  <c:v>0.167175307347</c:v>
                </c:pt>
                <c:pt idx="1358">
                  <c:v>0.165082891365</c:v>
                </c:pt>
                <c:pt idx="1359">
                  <c:v>0.170991331904</c:v>
                </c:pt>
                <c:pt idx="1360">
                  <c:v>0.162628648412</c:v>
                </c:pt>
                <c:pt idx="1361">
                  <c:v>0.164077211892</c:v>
                </c:pt>
                <c:pt idx="1362">
                  <c:v>0.162704193051</c:v>
                </c:pt>
                <c:pt idx="1363">
                  <c:v>0.160453742288</c:v>
                </c:pt>
                <c:pt idx="1364">
                  <c:v>0.159840823936</c:v>
                </c:pt>
                <c:pt idx="1365">
                  <c:v>0.158926688</c:v>
                </c:pt>
                <c:pt idx="1366">
                  <c:v>0.155446186689</c:v>
                </c:pt>
                <c:pt idx="1367">
                  <c:v>0.155347670273</c:v>
                </c:pt>
                <c:pt idx="1368">
                  <c:v>0.155630681915</c:v>
                </c:pt>
                <c:pt idx="1369">
                  <c:v>0.156072606127</c:v>
                </c:pt>
                <c:pt idx="1370">
                  <c:v>0.156287270676</c:v>
                </c:pt>
                <c:pt idx="1371">
                  <c:v>0.155297438586</c:v>
                </c:pt>
                <c:pt idx="1372">
                  <c:v>0.153723801134</c:v>
                </c:pt>
                <c:pt idx="1373">
                  <c:v>0.151656980577</c:v>
                </c:pt>
                <c:pt idx="1374">
                  <c:v>0.152914819771</c:v>
                </c:pt>
                <c:pt idx="1375">
                  <c:v>0.153309575987</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0.082841697769</c:v>
                </c:pt>
                <c:pt idx="1508">
                  <c:v>0.0827128854112</c:v>
                </c:pt>
                <c:pt idx="1509">
                  <c:v>0.0825259025469</c:v>
                </c:pt>
                <c:pt idx="1510">
                  <c:v>0.0827144691038</c:v>
                </c:pt>
                <c:pt idx="1511">
                  <c:v>0.0827707281452</c:v>
                </c:pt>
                <c:pt idx="1512">
                  <c:v>0.0827865072499</c:v>
                </c:pt>
                <c:pt idx="1513">
                  <c:v>0.0816421469847</c:v>
                </c:pt>
                <c:pt idx="1514">
                  <c:v>0.0817079337798</c:v>
                </c:pt>
                <c:pt idx="1515">
                  <c:v>0.082335419314</c:v>
                </c:pt>
                <c:pt idx="1516">
                  <c:v>0.082434853595</c:v>
                </c:pt>
                <c:pt idx="1517">
                  <c:v>0.0835301999029</c:v>
                </c:pt>
                <c:pt idx="1518">
                  <c:v>0.0827191993442</c:v>
                </c:pt>
                <c:pt idx="1519">
                  <c:v>0.0823081085524</c:v>
                </c:pt>
                <c:pt idx="1520">
                  <c:v>0.0820426577234</c:v>
                </c:pt>
                <c:pt idx="1521">
                  <c:v>0.0815828258268</c:v>
                </c:pt>
                <c:pt idx="1522">
                  <c:v>0.0810375791316</c:v>
                </c:pt>
                <c:pt idx="1523">
                  <c:v>0.0816034417369</c:v>
                </c:pt>
                <c:pt idx="1524">
                  <c:v>0.081385531685</c:v>
                </c:pt>
                <c:pt idx="1525">
                  <c:v>0.0820272205138</c:v>
                </c:pt>
                <c:pt idx="1526">
                  <c:v>0.0823167581936</c:v>
                </c:pt>
                <c:pt idx="1527">
                  <c:v>0.0916977625998</c:v>
                </c:pt>
                <c:pt idx="1528">
                  <c:v>0.0918678783126</c:v>
                </c:pt>
                <c:pt idx="1529">
                  <c:v>0.0921951312509</c:v>
                </c:pt>
                <c:pt idx="1530">
                  <c:v>0.0928832469005</c:v>
                </c:pt>
                <c:pt idx="1531">
                  <c:v>0.0921168180269</c:v>
                </c:pt>
                <c:pt idx="1532">
                  <c:v>0.091818249137</c:v>
                </c:pt>
                <c:pt idx="1533">
                  <c:v>0.0920701189365</c:v>
                </c:pt>
                <c:pt idx="1534">
                  <c:v>0.0917419596463</c:v>
                </c:pt>
                <c:pt idx="1535">
                  <c:v>0.0909452968673</c:v>
                </c:pt>
                <c:pt idx="1536">
                  <c:v>0.0906550761193</c:v>
                </c:pt>
                <c:pt idx="1537">
                  <c:v>0.0898445879929</c:v>
                </c:pt>
                <c:pt idx="1538">
                  <c:v>0.0909668036335</c:v>
                </c:pt>
                <c:pt idx="1539">
                  <c:v>0.0902804558962</c:v>
                </c:pt>
                <c:pt idx="1540">
                  <c:v>0.0906177721455</c:v>
                </c:pt>
                <c:pt idx="1541">
                  <c:v>0.0911364503709</c:v>
                </c:pt>
                <c:pt idx="1542">
                  <c:v>0.0912735482749</c:v>
                </c:pt>
                <c:pt idx="1543">
                  <c:v>0.0909817079622</c:v>
                </c:pt>
                <c:pt idx="1544">
                  <c:v>0.0912428992181</c:v>
                </c:pt>
                <c:pt idx="1545">
                  <c:v>0.0910772090137</c:v>
                </c:pt>
                <c:pt idx="1546">
                  <c:v>0.0914549778786</c:v>
                </c:pt>
                <c:pt idx="1547">
                  <c:v>0.0908454326453</c:v>
                </c:pt>
                <c:pt idx="1548">
                  <c:v>0.0904476989415</c:v>
                </c:pt>
                <c:pt idx="1549">
                  <c:v>0.0556434975175</c:v>
                </c:pt>
                <c:pt idx="1550">
                  <c:v>0.0551443049549</c:v>
                </c:pt>
                <c:pt idx="1551">
                  <c:v>0.0546934954403</c:v>
                </c:pt>
                <c:pt idx="1552">
                  <c:v>0.0553081022606</c:v>
                </c:pt>
                <c:pt idx="1553">
                  <c:v>0.0551927804548</c:v>
                </c:pt>
                <c:pt idx="1554">
                  <c:v>0.055519855796</c:v>
                </c:pt>
                <c:pt idx="1555">
                  <c:v>0.0558308409893</c:v>
                </c:pt>
                <c:pt idx="1556">
                  <c:v>0.0557721760944</c:v>
                </c:pt>
                <c:pt idx="1557">
                  <c:v>0.0552988097629</c:v>
                </c:pt>
                <c:pt idx="1558">
                  <c:v>0.0551189137274</c:v>
                </c:pt>
                <c:pt idx="1559">
                  <c:v>0.0552024188882</c:v>
                </c:pt>
                <c:pt idx="1560">
                  <c:v>0.0558830282688</c:v>
                </c:pt>
                <c:pt idx="1561">
                  <c:v>0.0560865584099</c:v>
                </c:pt>
                <c:pt idx="1562">
                  <c:v>0.0557088170663</c:v>
                </c:pt>
                <c:pt idx="1563">
                  <c:v>0.0560844214841</c:v>
                </c:pt>
                <c:pt idx="1564">
                  <c:v>0.0561411235157</c:v>
                </c:pt>
                <c:pt idx="1565">
                  <c:v>0.0560888094038</c:v>
                </c:pt>
                <c:pt idx="1566">
                  <c:v>0.0561879542183</c:v>
                </c:pt>
                <c:pt idx="1567">
                  <c:v>0.0568741069993</c:v>
                </c:pt>
                <c:pt idx="1568">
                  <c:v>0.056528793324</c:v>
                </c:pt>
                <c:pt idx="1569">
                  <c:v>0.0550486174021</c:v>
                </c:pt>
                <c:pt idx="1570">
                  <c:v>0.0866278355672</c:v>
                </c:pt>
                <c:pt idx="1571">
                  <c:v>0.0869758660504</c:v>
                </c:pt>
                <c:pt idx="1572">
                  <c:v>0.0859080491748</c:v>
                </c:pt>
                <c:pt idx="1573">
                  <c:v>0.0861556548705</c:v>
                </c:pt>
                <c:pt idx="1574">
                  <c:v>0.0863929048576</c:v>
                </c:pt>
                <c:pt idx="1575">
                  <c:v>0.085839819898</c:v>
                </c:pt>
                <c:pt idx="1576">
                  <c:v>0.0863293183566</c:v>
                </c:pt>
                <c:pt idx="1577">
                  <c:v>0.0846266176184</c:v>
                </c:pt>
                <c:pt idx="1578">
                  <c:v>0.0848403325116</c:v>
                </c:pt>
                <c:pt idx="1579">
                  <c:v>0.0848449738996</c:v>
                </c:pt>
                <c:pt idx="1580">
                  <c:v>0.084265040888</c:v>
                </c:pt>
                <c:pt idx="1581">
                  <c:v>0.086128713213</c:v>
                </c:pt>
                <c:pt idx="1582">
                  <c:v>0.0865701035854</c:v>
                </c:pt>
                <c:pt idx="1583">
                  <c:v>0.0867054214491</c:v>
                </c:pt>
                <c:pt idx="1584">
                  <c:v>0.0868796479111</c:v>
                </c:pt>
                <c:pt idx="1585">
                  <c:v>0.086808870863</c:v>
                </c:pt>
                <c:pt idx="1586">
                  <c:v>0.0865965283676</c:v>
                </c:pt>
                <c:pt idx="1587">
                  <c:v>0.0869693945594</c:v>
                </c:pt>
                <c:pt idx="1588">
                  <c:v>0.087767965901</c:v>
                </c:pt>
                <c:pt idx="1589">
                  <c:v>0.0912375497472</c:v>
                </c:pt>
                <c:pt idx="1590">
                  <c:v>0.0718743947166</c:v>
                </c:pt>
                <c:pt idx="1591">
                  <c:v>0.0728248347587</c:v>
                </c:pt>
                <c:pt idx="1592">
                  <c:v>0.0741142107854</c:v>
                </c:pt>
                <c:pt idx="1593">
                  <c:v>0.0768266998493</c:v>
                </c:pt>
                <c:pt idx="1594">
                  <c:v>0.076057901825</c:v>
                </c:pt>
                <c:pt idx="1595">
                  <c:v>0.0766240191596</c:v>
                </c:pt>
                <c:pt idx="1596">
                  <c:v>0.0783950245309</c:v>
                </c:pt>
                <c:pt idx="1597">
                  <c:v>0.0810451546081</c:v>
                </c:pt>
                <c:pt idx="1598">
                  <c:v>0.0811012484837</c:v>
                </c:pt>
                <c:pt idx="1599">
                  <c:v>0.0794817152901</c:v>
                </c:pt>
                <c:pt idx="1600">
                  <c:v>0.0801316222924</c:v>
                </c:pt>
                <c:pt idx="1601">
                  <c:v>0.0816537557463</c:v>
                </c:pt>
                <c:pt idx="1602">
                  <c:v>0.0809887235861</c:v>
                </c:pt>
                <c:pt idx="1603">
                  <c:v>0.0826398525494</c:v>
                </c:pt>
                <c:pt idx="1604">
                  <c:v>0.0795565896875</c:v>
                </c:pt>
                <c:pt idx="1605">
                  <c:v>0.0808227937301</c:v>
                </c:pt>
                <c:pt idx="1606">
                  <c:v>0.0798920599721</c:v>
                </c:pt>
                <c:pt idx="1607">
                  <c:v>0.0817507359278</c:v>
                </c:pt>
                <c:pt idx="1608">
                  <c:v>0.0836255590302</c:v>
                </c:pt>
                <c:pt idx="1609">
                  <c:v>0.0838872759662</c:v>
                </c:pt>
                <c:pt idx="1610">
                  <c:v>0.082421938174</c:v>
                </c:pt>
                <c:pt idx="1611">
                  <c:v>0.0805998000584</c:v>
                </c:pt>
                <c:pt idx="1612">
                  <c:v>0.323202492559</c:v>
                </c:pt>
                <c:pt idx="1613">
                  <c:v>0.322719129531</c:v>
                </c:pt>
                <c:pt idx="1614">
                  <c:v>0.322150639854</c:v>
                </c:pt>
                <c:pt idx="1615">
                  <c:v>0.309735252443</c:v>
                </c:pt>
                <c:pt idx="1616">
                  <c:v>0.311686456976</c:v>
                </c:pt>
                <c:pt idx="1617">
                  <c:v>0.30890558858</c:v>
                </c:pt>
                <c:pt idx="1618">
                  <c:v>0.313341675715</c:v>
                </c:pt>
                <c:pt idx="1619">
                  <c:v>0.308781679095</c:v>
                </c:pt>
                <c:pt idx="1620">
                  <c:v>0.30977693704</c:v>
                </c:pt>
                <c:pt idx="1621">
                  <c:v>0.31112053817</c:v>
                </c:pt>
                <c:pt idx="1622">
                  <c:v>0.303567257785</c:v>
                </c:pt>
                <c:pt idx="1623">
                  <c:v>0.307934116697</c:v>
                </c:pt>
                <c:pt idx="1624">
                  <c:v>0.312937646016</c:v>
                </c:pt>
                <c:pt idx="1625">
                  <c:v>0.314182022952</c:v>
                </c:pt>
                <c:pt idx="1626">
                  <c:v>0.319327897167</c:v>
                </c:pt>
                <c:pt idx="1627">
                  <c:v>0.318036026254</c:v>
                </c:pt>
                <c:pt idx="1628">
                  <c:v>0.32079485924</c:v>
                </c:pt>
                <c:pt idx="1629">
                  <c:v>0.32360450828</c:v>
                </c:pt>
                <c:pt idx="1630">
                  <c:v>0.330116678475</c:v>
                </c:pt>
                <c:pt idx="1631">
                  <c:v>0.327617823488</c:v>
                </c:pt>
                <c:pt idx="1632">
                  <c:v>0.324953490139</c:v>
                </c:pt>
                <c:pt idx="1633">
                  <c:v>0.329252969726</c:v>
                </c:pt>
                <c:pt idx="1634">
                  <c:v>0.315574246357</c:v>
                </c:pt>
                <c:pt idx="1635">
                  <c:v>0.305164863514</c:v>
                </c:pt>
                <c:pt idx="1636">
                  <c:v>0.305428502249</c:v>
                </c:pt>
                <c:pt idx="1637">
                  <c:v>0.304723057271</c:v>
                </c:pt>
                <c:pt idx="1638">
                  <c:v>0.309555033994</c:v>
                </c:pt>
                <c:pt idx="1639">
                  <c:v>0.315766229602</c:v>
                </c:pt>
                <c:pt idx="1640">
                  <c:v>0.311052603438</c:v>
                </c:pt>
                <c:pt idx="1641">
                  <c:v>0.310154946592</c:v>
                </c:pt>
                <c:pt idx="1642">
                  <c:v>0.313846290734</c:v>
                </c:pt>
                <c:pt idx="1643">
                  <c:v>0.315099597107</c:v>
                </c:pt>
                <c:pt idx="1644">
                  <c:v>0.316419879948</c:v>
                </c:pt>
                <c:pt idx="1645">
                  <c:v>0.3105188809</c:v>
                </c:pt>
                <c:pt idx="1646">
                  <c:v>0.308376913334</c:v>
                </c:pt>
                <c:pt idx="1647">
                  <c:v>0.306754175647</c:v>
                </c:pt>
                <c:pt idx="1648">
                  <c:v>0.306244082239</c:v>
                </c:pt>
                <c:pt idx="1649">
                  <c:v>0.301711785933</c:v>
                </c:pt>
                <c:pt idx="1650">
                  <c:v>0.29850676415</c:v>
                </c:pt>
                <c:pt idx="1651">
                  <c:v>0.300008915627</c:v>
                </c:pt>
                <c:pt idx="1652">
                  <c:v>0.297845839255</c:v>
                </c:pt>
                <c:pt idx="1653">
                  <c:v>0.30011800749</c:v>
                </c:pt>
                <c:pt idx="1654">
                  <c:v>0.299717211815</c:v>
                </c:pt>
                <c:pt idx="1655">
                  <c:v>0.266676614363</c:v>
                </c:pt>
                <c:pt idx="1656">
                  <c:v>0.265920640236</c:v>
                </c:pt>
                <c:pt idx="1657">
                  <c:v>0.266945139857</c:v>
                </c:pt>
                <c:pt idx="1658">
                  <c:v>0.2695413813</c:v>
                </c:pt>
                <c:pt idx="1659">
                  <c:v>0.266089995862</c:v>
                </c:pt>
                <c:pt idx="1660">
                  <c:v>0.26968081517</c:v>
                </c:pt>
                <c:pt idx="1661">
                  <c:v>0.263958041567</c:v>
                </c:pt>
                <c:pt idx="1662">
                  <c:v>0.260573487161</c:v>
                </c:pt>
                <c:pt idx="1663">
                  <c:v>0.255104880694</c:v>
                </c:pt>
                <c:pt idx="1664">
                  <c:v>0.253011942851</c:v>
                </c:pt>
                <c:pt idx="1665">
                  <c:v>0.25127867342</c:v>
                </c:pt>
                <c:pt idx="1666">
                  <c:v>0.248850421084</c:v>
                </c:pt>
                <c:pt idx="1667">
                  <c:v>0.249542487709</c:v>
                </c:pt>
                <c:pt idx="1668">
                  <c:v>0.248166352286</c:v>
                </c:pt>
                <c:pt idx="1669">
                  <c:v>0.248935163413</c:v>
                </c:pt>
                <c:pt idx="1670">
                  <c:v>0.244627965334</c:v>
                </c:pt>
                <c:pt idx="1671">
                  <c:v>0.247888462279</c:v>
                </c:pt>
                <c:pt idx="1672">
                  <c:v>0.246629709137</c:v>
                </c:pt>
                <c:pt idx="1673">
                  <c:v>0.2448603782</c:v>
                </c:pt>
                <c:pt idx="1674">
                  <c:v>0.244504560974</c:v>
                </c:pt>
                <c:pt idx="1675">
                  <c:v>0.245015113011</c:v>
                </c:pt>
                <c:pt idx="1676">
                  <c:v>0.302497115141</c:v>
                </c:pt>
                <c:pt idx="1677">
                  <c:v>0.301816349945</c:v>
                </c:pt>
                <c:pt idx="1678">
                  <c:v>0.302429490989</c:v>
                </c:pt>
                <c:pt idx="1679">
                  <c:v>0.30536602874</c:v>
                </c:pt>
                <c:pt idx="1680">
                  <c:v>0.308589125797</c:v>
                </c:pt>
                <c:pt idx="1681">
                  <c:v>0.303743907063</c:v>
                </c:pt>
                <c:pt idx="1682">
                  <c:v>0.302266944814</c:v>
                </c:pt>
                <c:pt idx="1683">
                  <c:v>0.310362416654</c:v>
                </c:pt>
                <c:pt idx="1684">
                  <c:v>0.311736979354</c:v>
                </c:pt>
                <c:pt idx="1685">
                  <c:v>0.31034813085</c:v>
                </c:pt>
                <c:pt idx="1686">
                  <c:v>0.309359966071</c:v>
                </c:pt>
                <c:pt idx="1687">
                  <c:v>0.314936718038</c:v>
                </c:pt>
                <c:pt idx="1688">
                  <c:v>0.316908918647</c:v>
                </c:pt>
                <c:pt idx="1689">
                  <c:v>0.317554869757</c:v>
                </c:pt>
                <c:pt idx="1690">
                  <c:v>0.318791153434</c:v>
                </c:pt>
                <c:pt idx="1691">
                  <c:v>0.32259700826</c:v>
                </c:pt>
                <c:pt idx="1692">
                  <c:v>0.322501024036</c:v>
                </c:pt>
                <c:pt idx="1693">
                  <c:v>0.313490311814</c:v>
                </c:pt>
                <c:pt idx="1694">
                  <c:v>0.310715880527</c:v>
                </c:pt>
                <c:pt idx="1695">
                  <c:v>0.316886356264</c:v>
                </c:pt>
                <c:pt idx="1696">
                  <c:v>0.313931046085</c:v>
                </c:pt>
                <c:pt idx="1697">
                  <c:v>0.313829316722</c:v>
                </c:pt>
                <c:pt idx="1698">
                  <c:v>0.310089632485</c:v>
                </c:pt>
                <c:pt idx="1699">
                  <c:v>0.228046550837</c:v>
                </c:pt>
                <c:pt idx="1700">
                  <c:v>0.229659699707</c:v>
                </c:pt>
                <c:pt idx="1701">
                  <c:v>0.231310799098</c:v>
                </c:pt>
                <c:pt idx="1702">
                  <c:v>0.2305387833</c:v>
                </c:pt>
                <c:pt idx="1703">
                  <c:v>0.236212479851</c:v>
                </c:pt>
                <c:pt idx="1704">
                  <c:v>0.236388688354</c:v>
                </c:pt>
                <c:pt idx="1705">
                  <c:v>0.236660545268</c:v>
                </c:pt>
                <c:pt idx="1706">
                  <c:v>0.234041902717</c:v>
                </c:pt>
                <c:pt idx="1707">
                  <c:v>0.235331015476</c:v>
                </c:pt>
                <c:pt idx="1708">
                  <c:v>0.237586077097</c:v>
                </c:pt>
                <c:pt idx="1709">
                  <c:v>0.239212045451</c:v>
                </c:pt>
                <c:pt idx="1710">
                  <c:v>0.240433902196</c:v>
                </c:pt>
                <c:pt idx="1711">
                  <c:v>0.242669649083</c:v>
                </c:pt>
                <c:pt idx="1712">
                  <c:v>0.243267101672</c:v>
                </c:pt>
                <c:pt idx="1713">
                  <c:v>0.24189472838</c:v>
                </c:pt>
                <c:pt idx="1714">
                  <c:v>0.237609464317</c:v>
                </c:pt>
                <c:pt idx="1715">
                  <c:v>0.237688731756</c:v>
                </c:pt>
                <c:pt idx="1716">
                  <c:v>0.240134236036</c:v>
                </c:pt>
                <c:pt idx="1717">
                  <c:v>0.240163315646</c:v>
                </c:pt>
                <c:pt idx="1718">
                  <c:v>0.242531155308</c:v>
                </c:pt>
                <c:pt idx="1719">
                  <c:v>0.247402405448</c:v>
                </c:pt>
                <c:pt idx="1720">
                  <c:v>0.239127800351</c:v>
                </c:pt>
                <c:pt idx="1721">
                  <c:v>0.238146486471</c:v>
                </c:pt>
                <c:pt idx="1722">
                  <c:v>0.236255128129</c:v>
                </c:pt>
                <c:pt idx="1723">
                  <c:v>0.236422998141</c:v>
                </c:pt>
                <c:pt idx="1724">
                  <c:v>0.239985994775</c:v>
                </c:pt>
                <c:pt idx="1725">
                  <c:v>0.243618928194</c:v>
                </c:pt>
                <c:pt idx="1726">
                  <c:v>0.249383037531</c:v>
                </c:pt>
                <c:pt idx="1727">
                  <c:v>0.246122095177</c:v>
                </c:pt>
                <c:pt idx="1728">
                  <c:v>0.246557393197</c:v>
                </c:pt>
                <c:pt idx="1729">
                  <c:v>0.251315272403</c:v>
                </c:pt>
                <c:pt idx="1730">
                  <c:v>0.249170666112</c:v>
                </c:pt>
                <c:pt idx="1731">
                  <c:v>0.247206892035</c:v>
                </c:pt>
                <c:pt idx="1732">
                  <c:v>0.246467627894</c:v>
                </c:pt>
              </c:numCache>
            </c:numRef>
          </c:val>
        </c:ser>
        <c:ser>
          <c:idx val="6"/>
          <c:order val="6"/>
          <c:tx>
            <c:strRef>
              <c:f>BIL</c:f>
              <c:strCache>
                <c:ptCount val="1"/>
                <c:pt idx="0">
                  <c:v>BIL</c:v>
                </c:pt>
              </c:strCache>
            </c:strRef>
          </c:tx>
          <c:spPr>
            <a:solidFill>
              <a:srgbClr val="CBD2D9"/>
            </a:solidFill>
            <a:ln w="0">
              <a:noFill/>
            </a:ln>
          </c:spPr>
          <c:dLbls>
            <c:delete val="1"/>
          </c:dLbls>
          <c:cat>
            <c:strRef>
              <c:f>'Chart Data'!$M$2:$M$1734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Data'!$N$2:$N$1734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1</c:v>
                </c:pt>
                <c:pt idx="712">
                  <c:v>1</c:v>
                </c:pt>
                <c:pt idx="713">
                  <c:v>1</c:v>
                </c:pt>
                <c:pt idx="714">
                  <c:v>1</c:v>
                </c:pt>
                <c:pt idx="715">
                  <c:v>1</c:v>
                </c:pt>
                <c:pt idx="716">
                  <c:v>1</c:v>
                </c:pt>
                <c:pt idx="717">
                  <c:v>1</c:v>
                </c:pt>
                <c:pt idx="718">
                  <c:v>1</c:v>
                </c:pt>
                <c:pt idx="719">
                  <c:v>1</c:v>
                </c:pt>
                <c:pt idx="720">
                  <c:v>1</c:v>
                </c:pt>
                <c:pt idx="721">
                  <c:v>1</c:v>
                </c:pt>
                <c:pt idx="722">
                  <c:v>1</c:v>
                </c:pt>
                <c:pt idx="723">
                  <c:v>1</c:v>
                </c:pt>
                <c:pt idx="724">
                  <c:v>1</c:v>
                </c:pt>
                <c:pt idx="725">
                  <c:v>1</c:v>
                </c:pt>
                <c:pt idx="726">
                  <c:v>1</c:v>
                </c:pt>
                <c:pt idx="727">
                  <c:v>1</c:v>
                </c:pt>
                <c:pt idx="728">
                  <c:v>1</c:v>
                </c:pt>
                <c:pt idx="729">
                  <c:v>1</c:v>
                </c:pt>
                <c:pt idx="730">
                  <c:v>1</c:v>
                </c:pt>
                <c:pt idx="731">
                  <c:v>1</c:v>
                </c:pt>
                <c:pt idx="732">
                  <c:v>1</c:v>
                </c:pt>
                <c:pt idx="733">
                  <c:v>1</c:v>
                </c:pt>
                <c:pt idx="734">
                  <c:v>1</c:v>
                </c:pt>
                <c:pt idx="735">
                  <c:v>1</c:v>
                </c:pt>
                <c:pt idx="736">
                  <c:v>1</c:v>
                </c:pt>
                <c:pt idx="737">
                  <c:v>1</c:v>
                </c:pt>
                <c:pt idx="738">
                  <c:v>1</c:v>
                </c:pt>
                <c:pt idx="739">
                  <c:v>1</c:v>
                </c:pt>
                <c:pt idx="740">
                  <c:v>1</c:v>
                </c:pt>
                <c:pt idx="741">
                  <c:v>1</c:v>
                </c:pt>
                <c:pt idx="742">
                  <c:v>1</c:v>
                </c:pt>
                <c:pt idx="743">
                  <c:v>1</c:v>
                </c:pt>
                <c:pt idx="744">
                  <c:v>1</c:v>
                </c:pt>
                <c:pt idx="745">
                  <c:v>1</c:v>
                </c:pt>
                <c:pt idx="746">
                  <c:v>1</c:v>
                </c:pt>
                <c:pt idx="747">
                  <c:v>1</c:v>
                </c:pt>
                <c:pt idx="748">
                  <c:v>1</c:v>
                </c:pt>
                <c:pt idx="749">
                  <c:v>1</c:v>
                </c:pt>
                <c:pt idx="750">
                  <c:v>1</c:v>
                </c:pt>
                <c:pt idx="751">
                  <c:v>1</c:v>
                </c:pt>
                <c:pt idx="752">
                  <c:v>1</c:v>
                </c:pt>
                <c:pt idx="753">
                  <c:v>1</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dLbls>
          <c:showLegendKey val="0"/>
          <c:showVal val="0"/>
          <c:showCatName val="0"/>
          <c:showSerName val="0"/>
          <c:showPercent val="0"/>
          <c:showBubbleSize val="0"/>
        </c:dLbls>
        <c:axId val="48650112"/>
        <c:axId val="48672768"/>
      </c:area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1"/>
          <c:min val="0"/>
        </c:scaling>
        <c:delete val="0"/>
        <c:axPos val="l"/>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975"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between"/>
      </c:valAx>
    </c:plotArea>
    <c:plotVisOnly val="1"/>
    <c:dispBlanksAs val="gap"/>
    <c:showDLblsOverMax val="0"/>
    <c:extLst>
      <c:ext uri="{0b15fc19-7d7d-44ad-8c2d-2c3a37ce22c3}">
        <chartProps xmlns="https://web.wps.cn/et/2018/main" chartId="{559ce774-86f8-4bda-9502-73b792644df1}"/>
      </c:ext>
    </c:extLst>
  </c:chart>
  <c:spPr>
    <a:solidFill>
      <a:srgbClr val="F5F7F9"/>
    </a:solidFill>
  </c:spPr>
  <c:txPr>
    <a:bodyPr/>
    <a:lstStyle/>
    <a:p>
      <a:pPr>
        <a:defRPr lang="zh-CN"/>
      </a:pPr>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Mean effective holdings</c:f>
              <c:strCache>
                <c:ptCount val="1"/>
                <c:pt idx="0">
                  <c:v>Mean effective holdings</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0.00</c:formatCode>
                <c:ptCount val="3"/>
                <c:pt idx="0">
                  <c:v>3.44682706778</c:v>
                </c:pt>
                <c:pt idx="1">
                  <c:v>3.64749665971</c:v>
                </c:pt>
                <c:pt idx="2">
                  <c:v>1.999035107</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cd167e3b-9307-4fba-85f4-23927ecc2214}"/>
      </c:ext>
    </c:extLst>
  </c:chart>
  <c:spPr>
    <a:solidFill>
      <a:srgbClr val="F5F7F9"/>
    </a:solidFill>
  </c:spPr>
  <c:txPr>
    <a:bodyPr/>
    <a:lstStyle/>
    <a:p>
      <a:pPr>
        <a:defRPr lang="zh-CN"/>
      </a:p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A net CAGR</c:f>
              <c:strCache>
                <c:ptCount val="1"/>
                <c:pt idx="0">
                  <c:v>Historical A net CAGR</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749D"/>
              </a:solidFill>
            </c:spPr>
          </c:dPt>
          <c:dPt>
            <c:idx val="3"/>
            <c:invertIfNegative val="0"/>
            <c:bubble3D val="0"/>
            <c:spPr>
              <a:solidFill>
                <a:srgbClr val="B6C0CA"/>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EWMA Risk Parity</c:v>
                </c:pt>
                <c:pt idx="3">
                  <c:v>Gated EW</c:v>
                </c:pt>
                <c:pt idx="4">
                  <c:v>Equal Weight</c:v>
                </c:pt>
              </c:strCache>
            </c:strRef>
          </c:cat>
          <c:val>
            <c:numRef>
              <c:f>'Chart Data'!$B$2:$B$6</c:f>
              <c:numCache>
                <c:formatCode>0.0%</c:formatCode>
                <c:ptCount val="5"/>
                <c:pt idx="0">
                  <c:v>0.0568169421296</c:v>
                </c:pt>
                <c:pt idx="1">
                  <c:v>0.0464087740737</c:v>
                </c:pt>
                <c:pt idx="2">
                  <c:v>0.0399860145411</c:v>
                </c:pt>
                <c:pt idx="3">
                  <c:v>0.0511604579508</c:v>
                </c:pt>
                <c:pt idx="4">
                  <c:v>0.0489398543398</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fa262d0b-258e-44ec-b229-2720c06859e7}"/>
      </c:ext>
    </c:extLst>
  </c:chart>
  <c:spPr>
    <a:solidFill>
      <a:srgbClr val="F5F7F9"/>
    </a:solidFill>
  </c:spPr>
  <c:txPr>
    <a:bodyPr/>
    <a:lstStyle/>
    <a:p>
      <a:pPr>
        <a:defRPr lang="zh-CN"/>
      </a:pP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B net CAGR</c:f>
              <c:strCache>
                <c:ptCount val="1"/>
                <c:pt idx="0">
                  <c:v>Historical B net CAGR</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749D"/>
              </a:solidFill>
            </c:spPr>
          </c:dPt>
          <c:dPt>
            <c:idx val="3"/>
            <c:invertIfNegative val="0"/>
            <c:bubble3D val="0"/>
            <c:spPr>
              <a:solidFill>
                <a:srgbClr val="B6C0CA"/>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EWMA Risk Parity</c:v>
                </c:pt>
                <c:pt idx="3">
                  <c:v>Gated EW</c:v>
                </c:pt>
                <c:pt idx="4">
                  <c:v>Equal Weight</c:v>
                </c:pt>
              </c:strCache>
            </c:strRef>
          </c:cat>
          <c:val>
            <c:numRef>
              <c:f>'Chart Data'!$B$2:$B$6</c:f>
              <c:numCache>
                <c:formatCode>0.0%</c:formatCode>
                <c:ptCount val="5"/>
                <c:pt idx="0">
                  <c:v>0.237527694128</c:v>
                </c:pt>
                <c:pt idx="1">
                  <c:v>0.21253578609</c:v>
                </c:pt>
                <c:pt idx="2">
                  <c:v>0.165879525364</c:v>
                </c:pt>
                <c:pt idx="3">
                  <c:v>0.220262318201</c:v>
                </c:pt>
                <c:pt idx="4">
                  <c:v>0.187121651739</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d56dfdf6-3349-4071-8274-38023a54eeac}"/>
      </c:ext>
    </c:extLst>
  </c:chart>
  <c:spPr>
    <a:solidFill>
      <a:srgbClr val="F5F7F9"/>
    </a:solidFill>
  </c:spPr>
  <c:txPr>
    <a:bodyPr/>
    <a:lstStyle/>
    <a:p>
      <a:pPr>
        <a:defRPr lang="zh-CN"/>
      </a:pP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MGRP</c:f>
              <c:strCache>
                <c:ptCount val="1"/>
                <c:pt idx="0">
                  <c:v>MGRP</c:v>
                </c:pt>
              </c:strCache>
            </c:strRef>
          </c:tx>
          <c:spPr>
            <a:ln w="16193" cap="rnd">
              <a:solidFill>
                <a:srgbClr val="72B5C0"/>
              </a:solidFill>
              <a:prstDash val="solid"/>
              <a:round/>
            </a:ln>
          </c:spPr>
          <c:marker>
            <c:symbol val="none"/>
          </c:marker>
          <c:dLbls>
            <c:delete val="1"/>
          </c:dLbls>
          <c:cat>
            <c:strRef>
              <c:f>'Chart Data'!$A$2:$A$703</c:f>
              <c:strCache>
                <c:ptCount val="702"/>
                <c:pt idx="0">
                  <c:v>2024-01-02</c:v>
                </c:pt>
                <c:pt idx="1">
                  <c:v>2024-01-03</c:v>
                </c:pt>
                <c:pt idx="2">
                  <c:v>2024-01-04</c:v>
                </c:pt>
                <c:pt idx="3">
                  <c:v>2024-01-05</c:v>
                </c:pt>
                <c:pt idx="4">
                  <c:v>2024-01-08</c:v>
                </c:pt>
                <c:pt idx="5">
                  <c:v>2024-01-09</c:v>
                </c:pt>
                <c:pt idx="6">
                  <c:v>2024-01-10</c:v>
                </c:pt>
                <c:pt idx="7">
                  <c:v>2024-01-11</c:v>
                </c:pt>
                <c:pt idx="8">
                  <c:v>2024-01-12</c:v>
                </c:pt>
                <c:pt idx="9">
                  <c:v>2024-01-15</c:v>
                </c:pt>
                <c:pt idx="10">
                  <c:v>2024-01-16</c:v>
                </c:pt>
                <c:pt idx="11">
                  <c:v>2024-01-17</c:v>
                </c:pt>
                <c:pt idx="12">
                  <c:v>2024-01-18</c:v>
                </c:pt>
                <c:pt idx="13">
                  <c:v>2024-01-19</c:v>
                </c:pt>
                <c:pt idx="14">
                  <c:v>2024-01-22</c:v>
                </c:pt>
                <c:pt idx="15">
                  <c:v>2024-01-23</c:v>
                </c:pt>
                <c:pt idx="16">
                  <c:v>2024-01-24</c:v>
                </c:pt>
                <c:pt idx="17">
                  <c:v>2024-01-25</c:v>
                </c:pt>
                <c:pt idx="18">
                  <c:v>2024-01-26</c:v>
                </c:pt>
                <c:pt idx="19">
                  <c:v>2024-01-29</c:v>
                </c:pt>
                <c:pt idx="20">
                  <c:v>2024-01-30</c:v>
                </c:pt>
                <c:pt idx="21">
                  <c:v>2024-01-31</c:v>
                </c:pt>
                <c:pt idx="22">
                  <c:v>2024-02-01</c:v>
                </c:pt>
                <c:pt idx="23">
                  <c:v>2024-02-02</c:v>
                </c:pt>
                <c:pt idx="24">
                  <c:v>2024-02-05</c:v>
                </c:pt>
                <c:pt idx="25">
                  <c:v>2024-02-06</c:v>
                </c:pt>
                <c:pt idx="26">
                  <c:v>2024-02-07</c:v>
                </c:pt>
                <c:pt idx="27">
                  <c:v>2024-02-08</c:v>
                </c:pt>
                <c:pt idx="28">
                  <c:v>2024-02-09</c:v>
                </c:pt>
                <c:pt idx="29">
                  <c:v>2024-02-12</c:v>
                </c:pt>
                <c:pt idx="30">
                  <c:v>2024-02-13</c:v>
                </c:pt>
                <c:pt idx="31">
                  <c:v>2024-02-14</c:v>
                </c:pt>
                <c:pt idx="32">
                  <c:v>2024-02-15</c:v>
                </c:pt>
                <c:pt idx="33">
                  <c:v>2024-02-16</c:v>
                </c:pt>
                <c:pt idx="34">
                  <c:v>2024-02-19</c:v>
                </c:pt>
                <c:pt idx="35">
                  <c:v>2024-02-20</c:v>
                </c:pt>
                <c:pt idx="36">
                  <c:v>2024-02-21</c:v>
                </c:pt>
                <c:pt idx="37">
                  <c:v>2024-02-22</c:v>
                </c:pt>
                <c:pt idx="38">
                  <c:v>2024-02-23</c:v>
                </c:pt>
                <c:pt idx="39">
                  <c:v>2024-02-26</c:v>
                </c:pt>
                <c:pt idx="40">
                  <c:v>2024-02-27</c:v>
                </c:pt>
                <c:pt idx="41">
                  <c:v>2024-02-28</c:v>
                </c:pt>
                <c:pt idx="42">
                  <c:v>2024-02-29</c:v>
                </c:pt>
                <c:pt idx="43">
                  <c:v>2024-03-01</c:v>
                </c:pt>
                <c:pt idx="44">
                  <c:v>2024-03-04</c:v>
                </c:pt>
                <c:pt idx="45">
                  <c:v>2024-03-05</c:v>
                </c:pt>
                <c:pt idx="46">
                  <c:v>2024-03-06</c:v>
                </c:pt>
                <c:pt idx="47">
                  <c:v>2024-03-07</c:v>
                </c:pt>
                <c:pt idx="48">
                  <c:v>2024-03-08</c:v>
                </c:pt>
                <c:pt idx="49">
                  <c:v>2024-03-11</c:v>
                </c:pt>
                <c:pt idx="50">
                  <c:v>2024-03-12</c:v>
                </c:pt>
                <c:pt idx="51">
                  <c:v>2024-03-13</c:v>
                </c:pt>
                <c:pt idx="52">
                  <c:v>2024-03-14</c:v>
                </c:pt>
                <c:pt idx="53">
                  <c:v>2024-03-15</c:v>
                </c:pt>
                <c:pt idx="54">
                  <c:v>2024-03-18</c:v>
                </c:pt>
                <c:pt idx="55">
                  <c:v>2024-03-19</c:v>
                </c:pt>
                <c:pt idx="56">
                  <c:v>2024-03-20</c:v>
                </c:pt>
                <c:pt idx="57">
                  <c:v>2024-03-21</c:v>
                </c:pt>
                <c:pt idx="58">
                  <c:v>2024-03-22</c:v>
                </c:pt>
                <c:pt idx="59">
                  <c:v>2024-03-25</c:v>
                </c:pt>
                <c:pt idx="60">
                  <c:v>2024-03-26</c:v>
                </c:pt>
                <c:pt idx="61">
                  <c:v>2024-03-27</c:v>
                </c:pt>
                <c:pt idx="62">
                  <c:v>2024-03-28</c:v>
                </c:pt>
                <c:pt idx="63">
                  <c:v>2024-04-01</c:v>
                </c:pt>
                <c:pt idx="64">
                  <c:v>2024-04-02</c:v>
                </c:pt>
                <c:pt idx="65">
                  <c:v>2024-04-03</c:v>
                </c:pt>
                <c:pt idx="66">
                  <c:v>2024-04-04</c:v>
                </c:pt>
                <c:pt idx="67">
                  <c:v>2024-04-05</c:v>
                </c:pt>
                <c:pt idx="68">
                  <c:v>2024-04-08</c:v>
                </c:pt>
                <c:pt idx="69">
                  <c:v>2024-04-09</c:v>
                </c:pt>
                <c:pt idx="70">
                  <c:v>2024-04-10</c:v>
                </c:pt>
                <c:pt idx="71">
                  <c:v>2024-04-11</c:v>
                </c:pt>
                <c:pt idx="72">
                  <c:v>2024-04-12</c:v>
                </c:pt>
                <c:pt idx="73">
                  <c:v>2024-04-15</c:v>
                </c:pt>
                <c:pt idx="74">
                  <c:v>2024-04-16</c:v>
                </c:pt>
                <c:pt idx="75">
                  <c:v>2024-04-17</c:v>
                </c:pt>
                <c:pt idx="76">
                  <c:v>2024-04-18</c:v>
                </c:pt>
                <c:pt idx="77">
                  <c:v>2024-04-19</c:v>
                </c:pt>
                <c:pt idx="78">
                  <c:v>2024-04-22</c:v>
                </c:pt>
                <c:pt idx="79">
                  <c:v>2024-04-23</c:v>
                </c:pt>
                <c:pt idx="80">
                  <c:v>2024-04-24</c:v>
                </c:pt>
                <c:pt idx="81">
                  <c:v>2024-04-25</c:v>
                </c:pt>
                <c:pt idx="82">
                  <c:v>2024-04-26</c:v>
                </c:pt>
                <c:pt idx="83">
                  <c:v>2024-04-29</c:v>
                </c:pt>
                <c:pt idx="84">
                  <c:v>2024-04-30</c:v>
                </c:pt>
                <c:pt idx="85">
                  <c:v>2024-05-01</c:v>
                </c:pt>
                <c:pt idx="86">
                  <c:v>2024-05-02</c:v>
                </c:pt>
                <c:pt idx="87">
                  <c:v>2024-05-03</c:v>
                </c:pt>
                <c:pt idx="88">
                  <c:v>2024-05-06</c:v>
                </c:pt>
                <c:pt idx="89">
                  <c:v>2024-05-07</c:v>
                </c:pt>
                <c:pt idx="90">
                  <c:v>2024-05-08</c:v>
                </c:pt>
                <c:pt idx="91">
                  <c:v>2024-05-09</c:v>
                </c:pt>
                <c:pt idx="92">
                  <c:v>2024-05-10</c:v>
                </c:pt>
                <c:pt idx="93">
                  <c:v>2024-05-13</c:v>
                </c:pt>
                <c:pt idx="94">
                  <c:v>2024-05-14</c:v>
                </c:pt>
                <c:pt idx="95">
                  <c:v>2024-05-15</c:v>
                </c:pt>
                <c:pt idx="96">
                  <c:v>2024-05-16</c:v>
                </c:pt>
                <c:pt idx="97">
                  <c:v>2024-05-17</c:v>
                </c:pt>
                <c:pt idx="98">
                  <c:v>2024-05-20</c:v>
                </c:pt>
                <c:pt idx="99">
                  <c:v>2024-05-21</c:v>
                </c:pt>
                <c:pt idx="100">
                  <c:v>2024-05-22</c:v>
                </c:pt>
                <c:pt idx="101">
                  <c:v>2024-05-23</c:v>
                </c:pt>
                <c:pt idx="102">
                  <c:v>2024-05-24</c:v>
                </c:pt>
                <c:pt idx="103">
                  <c:v>2024-05-27</c:v>
                </c:pt>
                <c:pt idx="104">
                  <c:v>2024-05-28</c:v>
                </c:pt>
                <c:pt idx="105">
                  <c:v>2024-05-29</c:v>
                </c:pt>
                <c:pt idx="106">
                  <c:v>2024-05-30</c:v>
                </c:pt>
                <c:pt idx="107">
                  <c:v>2024-05-31</c:v>
                </c:pt>
                <c:pt idx="108">
                  <c:v>2024-06-03</c:v>
                </c:pt>
                <c:pt idx="109">
                  <c:v>2024-06-04</c:v>
                </c:pt>
                <c:pt idx="110">
                  <c:v>2024-06-05</c:v>
                </c:pt>
                <c:pt idx="111">
                  <c:v>2024-06-06</c:v>
                </c:pt>
                <c:pt idx="112">
                  <c:v>2024-06-07</c:v>
                </c:pt>
                <c:pt idx="113">
                  <c:v>2024-06-10</c:v>
                </c:pt>
                <c:pt idx="114">
                  <c:v>2024-06-11</c:v>
                </c:pt>
                <c:pt idx="115">
                  <c:v>2024-06-12</c:v>
                </c:pt>
                <c:pt idx="116">
                  <c:v>2024-06-13</c:v>
                </c:pt>
                <c:pt idx="117">
                  <c:v>2024-06-14</c:v>
                </c:pt>
                <c:pt idx="118">
                  <c:v>2024-06-17</c:v>
                </c:pt>
                <c:pt idx="119">
                  <c:v>2024-06-18</c:v>
                </c:pt>
                <c:pt idx="120">
                  <c:v>2024-06-19</c:v>
                </c:pt>
                <c:pt idx="121">
                  <c:v>2024-06-20</c:v>
                </c:pt>
                <c:pt idx="122">
                  <c:v>2024-06-21</c:v>
                </c:pt>
                <c:pt idx="123">
                  <c:v>2024-06-24</c:v>
                </c:pt>
                <c:pt idx="124">
                  <c:v>2024-06-25</c:v>
                </c:pt>
                <c:pt idx="125">
                  <c:v>2024-06-26</c:v>
                </c:pt>
                <c:pt idx="126">
                  <c:v>2024-06-27</c:v>
                </c:pt>
                <c:pt idx="127">
                  <c:v>2024-06-28</c:v>
                </c:pt>
                <c:pt idx="128">
                  <c:v>2024-07-01</c:v>
                </c:pt>
                <c:pt idx="129">
                  <c:v>2024-07-02</c:v>
                </c:pt>
                <c:pt idx="130">
                  <c:v>2024-07-03</c:v>
                </c:pt>
                <c:pt idx="131">
                  <c:v>2024-07-04</c:v>
                </c:pt>
                <c:pt idx="132">
                  <c:v>2024-07-05</c:v>
                </c:pt>
                <c:pt idx="133">
                  <c:v>2024-07-08</c:v>
                </c:pt>
                <c:pt idx="134">
                  <c:v>2024-07-09</c:v>
                </c:pt>
                <c:pt idx="135">
                  <c:v>2024-07-10</c:v>
                </c:pt>
                <c:pt idx="136">
                  <c:v>2024-07-11</c:v>
                </c:pt>
                <c:pt idx="137">
                  <c:v>2024-07-12</c:v>
                </c:pt>
                <c:pt idx="138">
                  <c:v>2024-07-15</c:v>
                </c:pt>
                <c:pt idx="139">
                  <c:v>2024-07-16</c:v>
                </c:pt>
                <c:pt idx="140">
                  <c:v>2024-07-17</c:v>
                </c:pt>
                <c:pt idx="141">
                  <c:v>2024-07-18</c:v>
                </c:pt>
                <c:pt idx="142">
                  <c:v>2024-07-19</c:v>
                </c:pt>
                <c:pt idx="143">
                  <c:v>2024-07-22</c:v>
                </c:pt>
                <c:pt idx="144">
                  <c:v>2024-07-23</c:v>
                </c:pt>
                <c:pt idx="145">
                  <c:v>2024-07-24</c:v>
                </c:pt>
                <c:pt idx="146">
                  <c:v>2024-07-25</c:v>
                </c:pt>
                <c:pt idx="147">
                  <c:v>2024-07-26</c:v>
                </c:pt>
                <c:pt idx="148">
                  <c:v>2024-07-29</c:v>
                </c:pt>
                <c:pt idx="149">
                  <c:v>2024-07-30</c:v>
                </c:pt>
                <c:pt idx="150">
                  <c:v>2024-07-31</c:v>
                </c:pt>
                <c:pt idx="151">
                  <c:v>2024-08-01</c:v>
                </c:pt>
                <c:pt idx="152">
                  <c:v>2024-08-02</c:v>
                </c:pt>
                <c:pt idx="153">
                  <c:v>2024-08-05</c:v>
                </c:pt>
                <c:pt idx="154">
                  <c:v>2024-08-06</c:v>
                </c:pt>
                <c:pt idx="155">
                  <c:v>2024-08-07</c:v>
                </c:pt>
                <c:pt idx="156">
                  <c:v>2024-08-08</c:v>
                </c:pt>
                <c:pt idx="157">
                  <c:v>2024-08-09</c:v>
                </c:pt>
                <c:pt idx="158">
                  <c:v>2024-08-12</c:v>
                </c:pt>
                <c:pt idx="159">
                  <c:v>2024-08-13</c:v>
                </c:pt>
                <c:pt idx="160">
                  <c:v>2024-08-14</c:v>
                </c:pt>
                <c:pt idx="161">
                  <c:v>2024-08-15</c:v>
                </c:pt>
                <c:pt idx="162">
                  <c:v>2024-08-16</c:v>
                </c:pt>
                <c:pt idx="163">
                  <c:v>2024-08-19</c:v>
                </c:pt>
                <c:pt idx="164">
                  <c:v>2024-08-20</c:v>
                </c:pt>
                <c:pt idx="165">
                  <c:v>2024-08-21</c:v>
                </c:pt>
                <c:pt idx="166">
                  <c:v>2024-08-22</c:v>
                </c:pt>
                <c:pt idx="167">
                  <c:v>2024-08-23</c:v>
                </c:pt>
                <c:pt idx="168">
                  <c:v>2024-08-26</c:v>
                </c:pt>
                <c:pt idx="169">
                  <c:v>2024-08-27</c:v>
                </c:pt>
                <c:pt idx="170">
                  <c:v>2024-08-28</c:v>
                </c:pt>
                <c:pt idx="171">
                  <c:v>2024-08-29</c:v>
                </c:pt>
                <c:pt idx="172">
                  <c:v>2024-08-30</c:v>
                </c:pt>
                <c:pt idx="173">
                  <c:v>2024-09-02</c:v>
                </c:pt>
                <c:pt idx="174">
                  <c:v>2024-09-03</c:v>
                </c:pt>
                <c:pt idx="175">
                  <c:v>2024-09-04</c:v>
                </c:pt>
                <c:pt idx="176">
                  <c:v>2024-09-05</c:v>
                </c:pt>
                <c:pt idx="177">
                  <c:v>2024-09-06</c:v>
                </c:pt>
                <c:pt idx="178">
                  <c:v>2024-09-09</c:v>
                </c:pt>
                <c:pt idx="179">
                  <c:v>2024-09-10</c:v>
                </c:pt>
                <c:pt idx="180">
                  <c:v>2024-09-11</c:v>
                </c:pt>
                <c:pt idx="181">
                  <c:v>2024-09-12</c:v>
                </c:pt>
                <c:pt idx="182">
                  <c:v>2024-09-13</c:v>
                </c:pt>
                <c:pt idx="183">
                  <c:v>2024-09-16</c:v>
                </c:pt>
                <c:pt idx="184">
                  <c:v>2024-09-17</c:v>
                </c:pt>
                <c:pt idx="185">
                  <c:v>2024-09-18</c:v>
                </c:pt>
                <c:pt idx="186">
                  <c:v>2024-09-19</c:v>
                </c:pt>
                <c:pt idx="187">
                  <c:v>2024-09-20</c:v>
                </c:pt>
                <c:pt idx="188">
                  <c:v>2024-09-23</c:v>
                </c:pt>
                <c:pt idx="189">
                  <c:v>2024-09-24</c:v>
                </c:pt>
                <c:pt idx="190">
                  <c:v>2024-09-25</c:v>
                </c:pt>
                <c:pt idx="191">
                  <c:v>2024-09-26</c:v>
                </c:pt>
                <c:pt idx="192">
                  <c:v>2024-09-27</c:v>
                </c:pt>
                <c:pt idx="193">
                  <c:v>2024-09-30</c:v>
                </c:pt>
                <c:pt idx="194">
                  <c:v>2024-10-01</c:v>
                </c:pt>
                <c:pt idx="195">
                  <c:v>2024-10-02</c:v>
                </c:pt>
                <c:pt idx="196">
                  <c:v>2024-10-03</c:v>
                </c:pt>
                <c:pt idx="197">
                  <c:v>2024-10-04</c:v>
                </c:pt>
                <c:pt idx="198">
                  <c:v>2024-10-07</c:v>
                </c:pt>
                <c:pt idx="199">
                  <c:v>2024-10-08</c:v>
                </c:pt>
                <c:pt idx="200">
                  <c:v>2024-10-09</c:v>
                </c:pt>
                <c:pt idx="201">
                  <c:v>2024-10-10</c:v>
                </c:pt>
                <c:pt idx="202">
                  <c:v>2024-10-11</c:v>
                </c:pt>
                <c:pt idx="203">
                  <c:v>2024-10-14</c:v>
                </c:pt>
                <c:pt idx="204">
                  <c:v>2024-10-15</c:v>
                </c:pt>
                <c:pt idx="205">
                  <c:v>2024-10-16</c:v>
                </c:pt>
                <c:pt idx="206">
                  <c:v>2024-10-17</c:v>
                </c:pt>
                <c:pt idx="207">
                  <c:v>2024-10-18</c:v>
                </c:pt>
                <c:pt idx="208">
                  <c:v>2024-10-21</c:v>
                </c:pt>
                <c:pt idx="209">
                  <c:v>2024-10-22</c:v>
                </c:pt>
                <c:pt idx="210">
                  <c:v>2024-10-23</c:v>
                </c:pt>
                <c:pt idx="211">
                  <c:v>2024-10-24</c:v>
                </c:pt>
                <c:pt idx="212">
                  <c:v>2024-10-25</c:v>
                </c:pt>
                <c:pt idx="213">
                  <c:v>2024-10-28</c:v>
                </c:pt>
                <c:pt idx="214">
                  <c:v>2024-10-29</c:v>
                </c:pt>
                <c:pt idx="215">
                  <c:v>2024-10-30</c:v>
                </c:pt>
                <c:pt idx="216">
                  <c:v>2024-10-31</c:v>
                </c:pt>
                <c:pt idx="217">
                  <c:v>2024-11-01</c:v>
                </c:pt>
                <c:pt idx="218">
                  <c:v>2024-11-04</c:v>
                </c:pt>
                <c:pt idx="219">
                  <c:v>2024-11-05</c:v>
                </c:pt>
                <c:pt idx="220">
                  <c:v>2024-11-06</c:v>
                </c:pt>
                <c:pt idx="221">
                  <c:v>2024-11-07</c:v>
                </c:pt>
                <c:pt idx="222">
                  <c:v>2024-11-08</c:v>
                </c:pt>
                <c:pt idx="223">
                  <c:v>2024-11-11</c:v>
                </c:pt>
                <c:pt idx="224">
                  <c:v>2024-11-12</c:v>
                </c:pt>
                <c:pt idx="225">
                  <c:v>2024-11-13</c:v>
                </c:pt>
                <c:pt idx="226">
                  <c:v>2024-11-14</c:v>
                </c:pt>
                <c:pt idx="227">
                  <c:v>2024-11-15</c:v>
                </c:pt>
                <c:pt idx="228">
                  <c:v>2024-11-18</c:v>
                </c:pt>
                <c:pt idx="229">
                  <c:v>2024-11-19</c:v>
                </c:pt>
                <c:pt idx="230">
                  <c:v>2024-11-20</c:v>
                </c:pt>
                <c:pt idx="231">
                  <c:v>2024-11-21</c:v>
                </c:pt>
                <c:pt idx="232">
                  <c:v>2024-11-22</c:v>
                </c:pt>
                <c:pt idx="233">
                  <c:v>2024-11-25</c:v>
                </c:pt>
                <c:pt idx="234">
                  <c:v>2024-11-26</c:v>
                </c:pt>
                <c:pt idx="235">
                  <c:v>2024-11-27</c:v>
                </c:pt>
                <c:pt idx="236">
                  <c:v>2024-11-28</c:v>
                </c:pt>
                <c:pt idx="237">
                  <c:v>2024-11-29</c:v>
                </c:pt>
                <c:pt idx="238">
                  <c:v>2024-12-02</c:v>
                </c:pt>
                <c:pt idx="239">
                  <c:v>2024-12-03</c:v>
                </c:pt>
                <c:pt idx="240">
                  <c:v>2024-12-04</c:v>
                </c:pt>
                <c:pt idx="241">
                  <c:v>2024-12-05</c:v>
                </c:pt>
                <c:pt idx="242">
                  <c:v>2024-12-06</c:v>
                </c:pt>
                <c:pt idx="243">
                  <c:v>2024-12-09</c:v>
                </c:pt>
                <c:pt idx="244">
                  <c:v>2024-12-10</c:v>
                </c:pt>
                <c:pt idx="245">
                  <c:v>2024-12-11</c:v>
                </c:pt>
                <c:pt idx="246">
                  <c:v>2024-12-12</c:v>
                </c:pt>
                <c:pt idx="247">
                  <c:v>2024-12-13</c:v>
                </c:pt>
                <c:pt idx="248">
                  <c:v>2024-12-16</c:v>
                </c:pt>
                <c:pt idx="249">
                  <c:v>2024-12-17</c:v>
                </c:pt>
                <c:pt idx="250">
                  <c:v>2024-12-18</c:v>
                </c:pt>
                <c:pt idx="251">
                  <c:v>2024-12-19</c:v>
                </c:pt>
                <c:pt idx="252">
                  <c:v>2024-12-20</c:v>
                </c:pt>
                <c:pt idx="253">
                  <c:v>2024-12-23</c:v>
                </c:pt>
                <c:pt idx="254">
                  <c:v>2024-12-24</c:v>
                </c:pt>
                <c:pt idx="255">
                  <c:v>2024-12-26</c:v>
                </c:pt>
                <c:pt idx="256">
                  <c:v>2024-12-27</c:v>
                </c:pt>
                <c:pt idx="257">
                  <c:v>2024-12-30</c:v>
                </c:pt>
                <c:pt idx="258">
                  <c:v>2024-12-31</c:v>
                </c:pt>
                <c:pt idx="259">
                  <c:v>2025-01-02</c:v>
                </c:pt>
                <c:pt idx="260">
                  <c:v>2025-01-03</c:v>
                </c:pt>
                <c:pt idx="261">
                  <c:v>2025-01-06</c:v>
                </c:pt>
                <c:pt idx="262">
                  <c:v>2025-01-07</c:v>
                </c:pt>
                <c:pt idx="263">
                  <c:v>2025-01-08</c:v>
                </c:pt>
                <c:pt idx="264">
                  <c:v>2025-01-09</c:v>
                </c:pt>
                <c:pt idx="265">
                  <c:v>2025-01-10</c:v>
                </c:pt>
                <c:pt idx="266">
                  <c:v>2025-01-13</c:v>
                </c:pt>
                <c:pt idx="267">
                  <c:v>2025-01-14</c:v>
                </c:pt>
                <c:pt idx="268">
                  <c:v>2025-01-15</c:v>
                </c:pt>
                <c:pt idx="269">
                  <c:v>2025-01-16</c:v>
                </c:pt>
                <c:pt idx="270">
                  <c:v>2025-01-17</c:v>
                </c:pt>
                <c:pt idx="271">
                  <c:v>2025-01-20</c:v>
                </c:pt>
                <c:pt idx="272">
                  <c:v>2025-01-21</c:v>
                </c:pt>
                <c:pt idx="273">
                  <c:v>2025-01-22</c:v>
                </c:pt>
                <c:pt idx="274">
                  <c:v>2025-01-23</c:v>
                </c:pt>
                <c:pt idx="275">
                  <c:v>2025-01-24</c:v>
                </c:pt>
                <c:pt idx="276">
                  <c:v>2025-01-27</c:v>
                </c:pt>
                <c:pt idx="277">
                  <c:v>2025-01-28</c:v>
                </c:pt>
                <c:pt idx="278">
                  <c:v>2025-01-29</c:v>
                </c:pt>
                <c:pt idx="279">
                  <c:v>2025-01-30</c:v>
                </c:pt>
                <c:pt idx="280">
                  <c:v>2025-01-31</c:v>
                </c:pt>
                <c:pt idx="281">
                  <c:v>2025-02-03</c:v>
                </c:pt>
                <c:pt idx="282">
                  <c:v>2025-02-04</c:v>
                </c:pt>
                <c:pt idx="283">
                  <c:v>2025-02-05</c:v>
                </c:pt>
                <c:pt idx="284">
                  <c:v>2025-02-06</c:v>
                </c:pt>
                <c:pt idx="285">
                  <c:v>2025-02-07</c:v>
                </c:pt>
                <c:pt idx="286">
                  <c:v>2025-02-10</c:v>
                </c:pt>
                <c:pt idx="287">
                  <c:v>2025-02-11</c:v>
                </c:pt>
                <c:pt idx="288">
                  <c:v>2025-02-12</c:v>
                </c:pt>
                <c:pt idx="289">
                  <c:v>2025-02-13</c:v>
                </c:pt>
                <c:pt idx="290">
                  <c:v>2025-02-14</c:v>
                </c:pt>
                <c:pt idx="291">
                  <c:v>2025-02-17</c:v>
                </c:pt>
                <c:pt idx="292">
                  <c:v>2025-02-18</c:v>
                </c:pt>
                <c:pt idx="293">
                  <c:v>2025-02-19</c:v>
                </c:pt>
                <c:pt idx="294">
                  <c:v>2025-02-20</c:v>
                </c:pt>
                <c:pt idx="295">
                  <c:v>2025-02-21</c:v>
                </c:pt>
                <c:pt idx="296">
                  <c:v>2025-02-24</c:v>
                </c:pt>
                <c:pt idx="297">
                  <c:v>2025-02-25</c:v>
                </c:pt>
                <c:pt idx="298">
                  <c:v>2025-02-26</c:v>
                </c:pt>
                <c:pt idx="299">
                  <c:v>2025-02-27</c:v>
                </c:pt>
                <c:pt idx="300">
                  <c:v>2025-02-28</c:v>
                </c:pt>
                <c:pt idx="301">
                  <c:v>2025-03-03</c:v>
                </c:pt>
                <c:pt idx="302">
                  <c:v>2025-03-04</c:v>
                </c:pt>
                <c:pt idx="303">
                  <c:v>2025-03-05</c:v>
                </c:pt>
                <c:pt idx="304">
                  <c:v>2025-03-06</c:v>
                </c:pt>
                <c:pt idx="305">
                  <c:v>2025-03-07</c:v>
                </c:pt>
                <c:pt idx="306">
                  <c:v>2025-03-10</c:v>
                </c:pt>
                <c:pt idx="307">
                  <c:v>2025-03-11</c:v>
                </c:pt>
                <c:pt idx="308">
                  <c:v>2025-03-12</c:v>
                </c:pt>
                <c:pt idx="309">
                  <c:v>2025-03-13</c:v>
                </c:pt>
                <c:pt idx="310">
                  <c:v>2025-03-14</c:v>
                </c:pt>
                <c:pt idx="311">
                  <c:v>2025-03-17</c:v>
                </c:pt>
                <c:pt idx="312">
                  <c:v>2025-03-18</c:v>
                </c:pt>
                <c:pt idx="313">
                  <c:v>2025-03-19</c:v>
                </c:pt>
                <c:pt idx="314">
                  <c:v>2025-03-20</c:v>
                </c:pt>
                <c:pt idx="315">
                  <c:v>2025-03-21</c:v>
                </c:pt>
                <c:pt idx="316">
                  <c:v>2025-03-24</c:v>
                </c:pt>
                <c:pt idx="317">
                  <c:v>2025-03-25</c:v>
                </c:pt>
                <c:pt idx="318">
                  <c:v>2025-03-26</c:v>
                </c:pt>
                <c:pt idx="319">
                  <c:v>2025-03-27</c:v>
                </c:pt>
                <c:pt idx="320">
                  <c:v>2025-03-28</c:v>
                </c:pt>
                <c:pt idx="321">
                  <c:v>2025-03-31</c:v>
                </c:pt>
                <c:pt idx="322">
                  <c:v>2025-04-01</c:v>
                </c:pt>
                <c:pt idx="323">
                  <c:v>2025-04-02</c:v>
                </c:pt>
                <c:pt idx="324">
                  <c:v>2025-04-03</c:v>
                </c:pt>
                <c:pt idx="325">
                  <c:v>2025-04-04</c:v>
                </c:pt>
                <c:pt idx="326">
                  <c:v>2025-04-07</c:v>
                </c:pt>
                <c:pt idx="327">
                  <c:v>2025-04-08</c:v>
                </c:pt>
                <c:pt idx="328">
                  <c:v>2025-04-09</c:v>
                </c:pt>
                <c:pt idx="329">
                  <c:v>2025-04-10</c:v>
                </c:pt>
                <c:pt idx="330">
                  <c:v>2025-04-11</c:v>
                </c:pt>
                <c:pt idx="331">
                  <c:v>2025-04-14</c:v>
                </c:pt>
                <c:pt idx="332">
                  <c:v>2025-04-15</c:v>
                </c:pt>
                <c:pt idx="333">
                  <c:v>2025-04-16</c:v>
                </c:pt>
                <c:pt idx="334">
                  <c:v>2025-04-17</c:v>
                </c:pt>
                <c:pt idx="335">
                  <c:v>2025-04-21</c:v>
                </c:pt>
                <c:pt idx="336">
                  <c:v>2025-04-22</c:v>
                </c:pt>
                <c:pt idx="337">
                  <c:v>2025-04-23</c:v>
                </c:pt>
                <c:pt idx="338">
                  <c:v>2025-04-24</c:v>
                </c:pt>
                <c:pt idx="339">
                  <c:v>2025-04-25</c:v>
                </c:pt>
                <c:pt idx="340">
                  <c:v>2025-04-28</c:v>
                </c:pt>
                <c:pt idx="341">
                  <c:v>2025-04-29</c:v>
                </c:pt>
                <c:pt idx="342">
                  <c:v>2025-04-30</c:v>
                </c:pt>
                <c:pt idx="343">
                  <c:v>2025-05-01</c:v>
                </c:pt>
                <c:pt idx="344">
                  <c:v>2025-05-02</c:v>
                </c:pt>
                <c:pt idx="345">
                  <c:v>2025-05-05</c:v>
                </c:pt>
                <c:pt idx="346">
                  <c:v>2025-05-06</c:v>
                </c:pt>
                <c:pt idx="347">
                  <c:v>2025-05-07</c:v>
                </c:pt>
                <c:pt idx="348">
                  <c:v>2025-05-08</c:v>
                </c:pt>
                <c:pt idx="349">
                  <c:v>2025-05-09</c:v>
                </c:pt>
                <c:pt idx="350">
                  <c:v>2025-05-12</c:v>
                </c:pt>
                <c:pt idx="351">
                  <c:v>2025-05-13</c:v>
                </c:pt>
                <c:pt idx="352">
                  <c:v>2025-05-14</c:v>
                </c:pt>
                <c:pt idx="353">
                  <c:v>2025-05-15</c:v>
                </c:pt>
                <c:pt idx="354">
                  <c:v>2025-05-16</c:v>
                </c:pt>
                <c:pt idx="355">
                  <c:v>2025-05-19</c:v>
                </c:pt>
                <c:pt idx="356">
                  <c:v>2025-05-20</c:v>
                </c:pt>
                <c:pt idx="357">
                  <c:v>2025-05-21</c:v>
                </c:pt>
                <c:pt idx="358">
                  <c:v>2025-05-22</c:v>
                </c:pt>
                <c:pt idx="359">
                  <c:v>2025-05-23</c:v>
                </c:pt>
                <c:pt idx="360">
                  <c:v>2025-05-26</c:v>
                </c:pt>
                <c:pt idx="361">
                  <c:v>2025-05-27</c:v>
                </c:pt>
                <c:pt idx="362">
                  <c:v>2025-05-28</c:v>
                </c:pt>
                <c:pt idx="363">
                  <c:v>2025-05-29</c:v>
                </c:pt>
                <c:pt idx="364">
                  <c:v>2025-05-30</c:v>
                </c:pt>
                <c:pt idx="365">
                  <c:v>2025-06-02</c:v>
                </c:pt>
                <c:pt idx="366">
                  <c:v>2025-06-03</c:v>
                </c:pt>
                <c:pt idx="367">
                  <c:v>2025-06-04</c:v>
                </c:pt>
                <c:pt idx="368">
                  <c:v>2025-06-05</c:v>
                </c:pt>
                <c:pt idx="369">
                  <c:v>2025-06-06</c:v>
                </c:pt>
                <c:pt idx="370">
                  <c:v>2025-06-09</c:v>
                </c:pt>
                <c:pt idx="371">
                  <c:v>2025-06-10</c:v>
                </c:pt>
                <c:pt idx="372">
                  <c:v>2025-06-11</c:v>
                </c:pt>
                <c:pt idx="373">
                  <c:v>2025-06-12</c:v>
                </c:pt>
                <c:pt idx="374">
                  <c:v>2025-06-13</c:v>
                </c:pt>
                <c:pt idx="375">
                  <c:v>2025-06-16</c:v>
                </c:pt>
                <c:pt idx="376">
                  <c:v>2025-06-17</c:v>
                </c:pt>
                <c:pt idx="377">
                  <c:v>2025-06-18</c:v>
                </c:pt>
                <c:pt idx="378">
                  <c:v>2025-06-19</c:v>
                </c:pt>
                <c:pt idx="379">
                  <c:v>2025-06-20</c:v>
                </c:pt>
                <c:pt idx="380">
                  <c:v>2025-06-23</c:v>
                </c:pt>
                <c:pt idx="381">
                  <c:v>2025-06-24</c:v>
                </c:pt>
                <c:pt idx="382">
                  <c:v>2025-06-25</c:v>
                </c:pt>
                <c:pt idx="383">
                  <c:v>2025-06-26</c:v>
                </c:pt>
                <c:pt idx="384">
                  <c:v>2025-06-27</c:v>
                </c:pt>
                <c:pt idx="385">
                  <c:v>2025-06-30</c:v>
                </c:pt>
                <c:pt idx="386">
                  <c:v>2025-07-01</c:v>
                </c:pt>
                <c:pt idx="387">
                  <c:v>2025-07-02</c:v>
                </c:pt>
                <c:pt idx="388">
                  <c:v>2025-07-03</c:v>
                </c:pt>
                <c:pt idx="389">
                  <c:v>2025-07-04</c:v>
                </c:pt>
                <c:pt idx="390">
                  <c:v>2025-07-07</c:v>
                </c:pt>
                <c:pt idx="391">
                  <c:v>2025-07-08</c:v>
                </c:pt>
                <c:pt idx="392">
                  <c:v>2025-07-09</c:v>
                </c:pt>
                <c:pt idx="393">
                  <c:v>2025-07-10</c:v>
                </c:pt>
                <c:pt idx="394">
                  <c:v>2025-07-11</c:v>
                </c:pt>
                <c:pt idx="395">
                  <c:v>2025-07-14</c:v>
                </c:pt>
                <c:pt idx="396">
                  <c:v>2025-07-15</c:v>
                </c:pt>
                <c:pt idx="397">
                  <c:v>2025-07-16</c:v>
                </c:pt>
                <c:pt idx="398">
                  <c:v>2025-07-17</c:v>
                </c:pt>
                <c:pt idx="399">
                  <c:v>2025-07-18</c:v>
                </c:pt>
                <c:pt idx="400">
                  <c:v>2025-07-21</c:v>
                </c:pt>
                <c:pt idx="401">
                  <c:v>2025-07-22</c:v>
                </c:pt>
                <c:pt idx="402">
                  <c:v>2025-07-23</c:v>
                </c:pt>
                <c:pt idx="403">
                  <c:v>2025-07-24</c:v>
                </c:pt>
                <c:pt idx="404">
                  <c:v>2025-07-25</c:v>
                </c:pt>
                <c:pt idx="405">
                  <c:v>2025-07-28</c:v>
                </c:pt>
                <c:pt idx="406">
                  <c:v>2025-07-29</c:v>
                </c:pt>
                <c:pt idx="407">
                  <c:v>2025-07-30</c:v>
                </c:pt>
                <c:pt idx="408">
                  <c:v>2025-07-31</c:v>
                </c:pt>
                <c:pt idx="409">
                  <c:v>2025-08-01</c:v>
                </c:pt>
                <c:pt idx="410">
                  <c:v>2025-08-04</c:v>
                </c:pt>
                <c:pt idx="411">
                  <c:v>2025-08-05</c:v>
                </c:pt>
                <c:pt idx="412">
                  <c:v>2025-08-06</c:v>
                </c:pt>
                <c:pt idx="413">
                  <c:v>2025-08-07</c:v>
                </c:pt>
                <c:pt idx="414">
                  <c:v>2025-08-08</c:v>
                </c:pt>
                <c:pt idx="415">
                  <c:v>2025-08-11</c:v>
                </c:pt>
                <c:pt idx="416">
                  <c:v>2025-08-12</c:v>
                </c:pt>
                <c:pt idx="417">
                  <c:v>2025-08-13</c:v>
                </c:pt>
                <c:pt idx="418">
                  <c:v>2025-08-14</c:v>
                </c:pt>
                <c:pt idx="419">
                  <c:v>2025-08-15</c:v>
                </c:pt>
                <c:pt idx="420">
                  <c:v>2025-08-18</c:v>
                </c:pt>
                <c:pt idx="421">
                  <c:v>2025-08-19</c:v>
                </c:pt>
                <c:pt idx="422">
                  <c:v>2025-08-20</c:v>
                </c:pt>
                <c:pt idx="423">
                  <c:v>2025-08-21</c:v>
                </c:pt>
                <c:pt idx="424">
                  <c:v>2025-08-22</c:v>
                </c:pt>
                <c:pt idx="425">
                  <c:v>2025-08-25</c:v>
                </c:pt>
                <c:pt idx="426">
                  <c:v>2025-08-26</c:v>
                </c:pt>
                <c:pt idx="427">
                  <c:v>2025-08-27</c:v>
                </c:pt>
                <c:pt idx="428">
                  <c:v>2025-08-28</c:v>
                </c:pt>
                <c:pt idx="429">
                  <c:v>2025-08-29</c:v>
                </c:pt>
                <c:pt idx="430">
                  <c:v>2025-09-01</c:v>
                </c:pt>
                <c:pt idx="431">
                  <c:v>2025-09-02</c:v>
                </c:pt>
                <c:pt idx="432">
                  <c:v>2025-09-03</c:v>
                </c:pt>
                <c:pt idx="433">
                  <c:v>2025-09-04</c:v>
                </c:pt>
                <c:pt idx="434">
                  <c:v>2025-09-05</c:v>
                </c:pt>
                <c:pt idx="435">
                  <c:v>2025-09-08</c:v>
                </c:pt>
                <c:pt idx="436">
                  <c:v>2025-09-09</c:v>
                </c:pt>
                <c:pt idx="437">
                  <c:v>2025-09-10</c:v>
                </c:pt>
                <c:pt idx="438">
                  <c:v>2025-09-11</c:v>
                </c:pt>
                <c:pt idx="439">
                  <c:v>2025-09-12</c:v>
                </c:pt>
                <c:pt idx="440">
                  <c:v>2025-09-15</c:v>
                </c:pt>
                <c:pt idx="441">
                  <c:v>2025-09-16</c:v>
                </c:pt>
                <c:pt idx="442">
                  <c:v>2025-09-17</c:v>
                </c:pt>
                <c:pt idx="443">
                  <c:v>2025-09-18</c:v>
                </c:pt>
                <c:pt idx="444">
                  <c:v>2025-09-19</c:v>
                </c:pt>
                <c:pt idx="445">
                  <c:v>2025-09-22</c:v>
                </c:pt>
                <c:pt idx="446">
                  <c:v>2025-09-23</c:v>
                </c:pt>
                <c:pt idx="447">
                  <c:v>2025-09-24</c:v>
                </c:pt>
                <c:pt idx="448">
                  <c:v>2025-09-25</c:v>
                </c:pt>
                <c:pt idx="449">
                  <c:v>2025-09-26</c:v>
                </c:pt>
                <c:pt idx="450">
                  <c:v>2025-09-29</c:v>
                </c:pt>
                <c:pt idx="451">
                  <c:v>2025-09-30</c:v>
                </c:pt>
                <c:pt idx="452">
                  <c:v>2025-10-01</c:v>
                </c:pt>
                <c:pt idx="453">
                  <c:v>2025-10-02</c:v>
                </c:pt>
                <c:pt idx="454">
                  <c:v>2025-10-03</c:v>
                </c:pt>
                <c:pt idx="455">
                  <c:v>2025-10-06</c:v>
                </c:pt>
                <c:pt idx="456">
                  <c:v>2025-10-07</c:v>
                </c:pt>
                <c:pt idx="457">
                  <c:v>2025-10-08</c:v>
                </c:pt>
                <c:pt idx="458">
                  <c:v>2025-10-09</c:v>
                </c:pt>
                <c:pt idx="459">
                  <c:v>2025-10-10</c:v>
                </c:pt>
                <c:pt idx="460">
                  <c:v>2025-10-13</c:v>
                </c:pt>
                <c:pt idx="461">
                  <c:v>2025-10-14</c:v>
                </c:pt>
                <c:pt idx="462">
                  <c:v>2025-10-15</c:v>
                </c:pt>
                <c:pt idx="463">
                  <c:v>2025-10-16</c:v>
                </c:pt>
                <c:pt idx="464">
                  <c:v>2025-10-17</c:v>
                </c:pt>
                <c:pt idx="465">
                  <c:v>2025-10-20</c:v>
                </c:pt>
                <c:pt idx="466">
                  <c:v>2025-10-21</c:v>
                </c:pt>
                <c:pt idx="467">
                  <c:v>2025-10-22</c:v>
                </c:pt>
                <c:pt idx="468">
                  <c:v>2025-10-23</c:v>
                </c:pt>
                <c:pt idx="469">
                  <c:v>2025-10-24</c:v>
                </c:pt>
                <c:pt idx="470">
                  <c:v>2025-10-27</c:v>
                </c:pt>
                <c:pt idx="471">
                  <c:v>2025-10-28</c:v>
                </c:pt>
                <c:pt idx="472">
                  <c:v>2025-10-29</c:v>
                </c:pt>
                <c:pt idx="473">
                  <c:v>2025-10-30</c:v>
                </c:pt>
                <c:pt idx="474">
                  <c:v>2025-10-31</c:v>
                </c:pt>
                <c:pt idx="475">
                  <c:v>2025-11-03</c:v>
                </c:pt>
                <c:pt idx="476">
                  <c:v>2025-11-04</c:v>
                </c:pt>
                <c:pt idx="477">
                  <c:v>2025-11-05</c:v>
                </c:pt>
                <c:pt idx="478">
                  <c:v>2025-11-06</c:v>
                </c:pt>
                <c:pt idx="479">
                  <c:v>2025-11-07</c:v>
                </c:pt>
                <c:pt idx="480">
                  <c:v>2025-11-10</c:v>
                </c:pt>
                <c:pt idx="481">
                  <c:v>2025-11-11</c:v>
                </c:pt>
                <c:pt idx="482">
                  <c:v>2025-11-12</c:v>
                </c:pt>
                <c:pt idx="483">
                  <c:v>2025-11-13</c:v>
                </c:pt>
                <c:pt idx="484">
                  <c:v>2025-11-14</c:v>
                </c:pt>
                <c:pt idx="485">
                  <c:v>2025-11-17</c:v>
                </c:pt>
                <c:pt idx="486">
                  <c:v>2025-11-18</c:v>
                </c:pt>
                <c:pt idx="487">
                  <c:v>2025-11-19</c:v>
                </c:pt>
                <c:pt idx="488">
                  <c:v>2025-11-20</c:v>
                </c:pt>
                <c:pt idx="489">
                  <c:v>2025-11-21</c:v>
                </c:pt>
                <c:pt idx="490">
                  <c:v>2025-11-24</c:v>
                </c:pt>
                <c:pt idx="491">
                  <c:v>2025-11-25</c:v>
                </c:pt>
                <c:pt idx="492">
                  <c:v>2025-11-26</c:v>
                </c:pt>
                <c:pt idx="493">
                  <c:v>2025-11-27</c:v>
                </c:pt>
                <c:pt idx="494">
                  <c:v>2025-11-28</c:v>
                </c:pt>
                <c:pt idx="495">
                  <c:v>2025-12-01</c:v>
                </c:pt>
                <c:pt idx="496">
                  <c:v>2025-12-02</c:v>
                </c:pt>
                <c:pt idx="497">
                  <c:v>2025-12-03</c:v>
                </c:pt>
                <c:pt idx="498">
                  <c:v>2025-12-04</c:v>
                </c:pt>
                <c:pt idx="499">
                  <c:v>2025-12-05</c:v>
                </c:pt>
                <c:pt idx="500">
                  <c:v>2025-12-08</c:v>
                </c:pt>
                <c:pt idx="501">
                  <c:v>2025-12-09</c:v>
                </c:pt>
                <c:pt idx="502">
                  <c:v>2025-12-10</c:v>
                </c:pt>
                <c:pt idx="503">
                  <c:v>2025-12-11</c:v>
                </c:pt>
                <c:pt idx="504">
                  <c:v>2025-12-12</c:v>
                </c:pt>
                <c:pt idx="505">
                  <c:v>2025-12-15</c:v>
                </c:pt>
                <c:pt idx="506">
                  <c:v>2025-12-16</c:v>
                </c:pt>
                <c:pt idx="507">
                  <c:v>2025-12-17</c:v>
                </c:pt>
                <c:pt idx="508">
                  <c:v>2025-12-18</c:v>
                </c:pt>
                <c:pt idx="509">
                  <c:v>2025-12-19</c:v>
                </c:pt>
                <c:pt idx="510">
                  <c:v>2025-12-22</c:v>
                </c:pt>
                <c:pt idx="511">
                  <c:v>2025-12-23</c:v>
                </c:pt>
                <c:pt idx="512">
                  <c:v>2025-12-24</c:v>
                </c:pt>
                <c:pt idx="513">
                  <c:v>2025-12-26</c:v>
                </c:pt>
                <c:pt idx="514">
                  <c:v>2025-12-29</c:v>
                </c:pt>
                <c:pt idx="515">
                  <c:v>2025-12-30</c:v>
                </c:pt>
                <c:pt idx="516">
                  <c:v>2025-12-31</c:v>
                </c:pt>
                <c:pt idx="517">
                  <c:v>2026-01-02</c:v>
                </c:pt>
                <c:pt idx="518">
                  <c:v>2026-01-05</c:v>
                </c:pt>
                <c:pt idx="519">
                  <c:v>2026-01-06</c:v>
                </c:pt>
                <c:pt idx="520">
                  <c:v>2026-01-07</c:v>
                </c:pt>
                <c:pt idx="521">
                  <c:v>2026-01-08</c:v>
                </c:pt>
                <c:pt idx="522">
                  <c:v>2026-01-09</c:v>
                </c:pt>
                <c:pt idx="523">
                  <c:v>2026-01-12</c:v>
                </c:pt>
                <c:pt idx="524">
                  <c:v>2026-01-13</c:v>
                </c:pt>
                <c:pt idx="525">
                  <c:v>2026-01-14</c:v>
                </c:pt>
                <c:pt idx="526">
                  <c:v>2026-01-15</c:v>
                </c:pt>
                <c:pt idx="527">
                  <c:v>2026-01-16</c:v>
                </c:pt>
                <c:pt idx="528">
                  <c:v>2026-01-19</c:v>
                </c:pt>
                <c:pt idx="529">
                  <c:v>2026-01-20</c:v>
                </c:pt>
                <c:pt idx="530">
                  <c:v>2026-01-21</c:v>
                </c:pt>
                <c:pt idx="531">
                  <c:v>2026-01-22</c:v>
                </c:pt>
                <c:pt idx="532">
                  <c:v>2026-01-23</c:v>
                </c:pt>
                <c:pt idx="533">
                  <c:v>2026-01-26</c:v>
                </c:pt>
                <c:pt idx="534">
                  <c:v>2026-01-27</c:v>
                </c:pt>
                <c:pt idx="535">
                  <c:v>2026-01-28</c:v>
                </c:pt>
                <c:pt idx="536">
                  <c:v>2026-01-29</c:v>
                </c:pt>
                <c:pt idx="537">
                  <c:v>2026-01-30</c:v>
                </c:pt>
                <c:pt idx="538">
                  <c:v>2026-02-02</c:v>
                </c:pt>
                <c:pt idx="539">
                  <c:v>2026-02-03</c:v>
                </c:pt>
                <c:pt idx="540">
                  <c:v>2026-02-04</c:v>
                </c:pt>
                <c:pt idx="541">
                  <c:v>2026-02-05</c:v>
                </c:pt>
                <c:pt idx="542">
                  <c:v>2026-02-06</c:v>
                </c:pt>
                <c:pt idx="543">
                  <c:v>2026-02-09</c:v>
                </c:pt>
                <c:pt idx="544">
                  <c:v>2026-02-10</c:v>
                </c:pt>
                <c:pt idx="545">
                  <c:v>2026-02-11</c:v>
                </c:pt>
                <c:pt idx="546">
                  <c:v>2026-02-12</c:v>
                </c:pt>
                <c:pt idx="547">
                  <c:v>2026-02-13</c:v>
                </c:pt>
                <c:pt idx="548">
                  <c:v>2026-02-16</c:v>
                </c:pt>
                <c:pt idx="549">
                  <c:v>2026-02-17</c:v>
                </c:pt>
                <c:pt idx="550">
                  <c:v>2026-02-18</c:v>
                </c:pt>
                <c:pt idx="551">
                  <c:v>2026-02-19</c:v>
                </c:pt>
                <c:pt idx="552">
                  <c:v>2026-02-20</c:v>
                </c:pt>
                <c:pt idx="553">
                  <c:v>2026-02-23</c:v>
                </c:pt>
                <c:pt idx="554">
                  <c:v>2026-02-24</c:v>
                </c:pt>
                <c:pt idx="555">
                  <c:v>2026-02-25</c:v>
                </c:pt>
                <c:pt idx="556">
                  <c:v>2026-02-26</c:v>
                </c:pt>
                <c:pt idx="557">
                  <c:v>2026-02-27</c:v>
                </c:pt>
                <c:pt idx="558">
                  <c:v>2026-03-02</c:v>
                </c:pt>
                <c:pt idx="559">
                  <c:v>2026-03-03</c:v>
                </c:pt>
                <c:pt idx="560">
                  <c:v>2026-03-04</c:v>
                </c:pt>
                <c:pt idx="561">
                  <c:v>2026-03-05</c:v>
                </c:pt>
                <c:pt idx="562">
                  <c:v>2026-03-06</c:v>
                </c:pt>
                <c:pt idx="563">
                  <c:v>2026-03-09</c:v>
                </c:pt>
                <c:pt idx="564">
                  <c:v>2026-03-10</c:v>
                </c:pt>
                <c:pt idx="565">
                  <c:v>2026-03-11</c:v>
                </c:pt>
                <c:pt idx="566">
                  <c:v>2026-03-12</c:v>
                </c:pt>
                <c:pt idx="567">
                  <c:v>2026-03-13</c:v>
                </c:pt>
                <c:pt idx="568">
                  <c:v>2026-03-16</c:v>
                </c:pt>
                <c:pt idx="569">
                  <c:v>2026-03-17</c:v>
                </c:pt>
                <c:pt idx="570">
                  <c:v>2026-03-18</c:v>
                </c:pt>
                <c:pt idx="571">
                  <c:v>2026-03-19</c:v>
                </c:pt>
                <c:pt idx="572">
                  <c:v>2026-03-20</c:v>
                </c:pt>
                <c:pt idx="573">
                  <c:v>2026-03-23</c:v>
                </c:pt>
                <c:pt idx="574">
                  <c:v>2026-03-24</c:v>
                </c:pt>
                <c:pt idx="575">
                  <c:v>2026-03-25</c:v>
                </c:pt>
                <c:pt idx="576">
                  <c:v>2026-03-26</c:v>
                </c:pt>
                <c:pt idx="577">
                  <c:v>2026-03-27</c:v>
                </c:pt>
                <c:pt idx="578">
                  <c:v>2026-03-30</c:v>
                </c:pt>
                <c:pt idx="579">
                  <c:v>2026-03-31</c:v>
                </c:pt>
                <c:pt idx="580">
                  <c:v>2026-04-01</c:v>
                </c:pt>
                <c:pt idx="581">
                  <c:v>2026-04-02</c:v>
                </c:pt>
                <c:pt idx="582">
                  <c:v>2026-04-06</c:v>
                </c:pt>
                <c:pt idx="583">
                  <c:v>2026-04-07</c:v>
                </c:pt>
                <c:pt idx="584">
                  <c:v>2026-04-08</c:v>
                </c:pt>
                <c:pt idx="585">
                  <c:v>2026-04-09</c:v>
                </c:pt>
                <c:pt idx="586">
                  <c:v>2026-04-10</c:v>
                </c:pt>
                <c:pt idx="587">
                  <c:v>2026-04-13</c:v>
                </c:pt>
                <c:pt idx="588">
                  <c:v>2026-04-14</c:v>
                </c:pt>
                <c:pt idx="589">
                  <c:v>2026-04-15</c:v>
                </c:pt>
                <c:pt idx="590">
                  <c:v>2026-04-16</c:v>
                </c:pt>
                <c:pt idx="591">
                  <c:v>2026-04-17</c:v>
                </c:pt>
                <c:pt idx="592">
                  <c:v>2026-04-20</c:v>
                </c:pt>
                <c:pt idx="593">
                  <c:v>2026-04-21</c:v>
                </c:pt>
                <c:pt idx="594">
                  <c:v>2026-04-22</c:v>
                </c:pt>
                <c:pt idx="595">
                  <c:v>2026-04-23</c:v>
                </c:pt>
                <c:pt idx="596">
                  <c:v>2026-04-24</c:v>
                </c:pt>
                <c:pt idx="597">
                  <c:v>2026-04-27</c:v>
                </c:pt>
                <c:pt idx="598">
                  <c:v>2026-04-28</c:v>
                </c:pt>
                <c:pt idx="599">
                  <c:v>2026-04-29</c:v>
                </c:pt>
                <c:pt idx="600">
                  <c:v>2026-04-30</c:v>
                </c:pt>
                <c:pt idx="601">
                  <c:v>2026-05-01</c:v>
                </c:pt>
                <c:pt idx="602">
                  <c:v>2026-05-04</c:v>
                </c:pt>
                <c:pt idx="603">
                  <c:v>2026-05-05</c:v>
                </c:pt>
                <c:pt idx="604">
                  <c:v>2026-05-06</c:v>
                </c:pt>
                <c:pt idx="605">
                  <c:v>2026-05-07</c:v>
                </c:pt>
                <c:pt idx="606">
                  <c:v>2026-05-08</c:v>
                </c:pt>
                <c:pt idx="607">
                  <c:v>2026-05-11</c:v>
                </c:pt>
                <c:pt idx="608">
                  <c:v>2026-05-12</c:v>
                </c:pt>
                <c:pt idx="609">
                  <c:v>2026-05-13</c:v>
                </c:pt>
                <c:pt idx="610">
                  <c:v>2026-05-14</c:v>
                </c:pt>
                <c:pt idx="611">
                  <c:v>2026-05-15</c:v>
                </c:pt>
                <c:pt idx="612">
                  <c:v>2026-05-18</c:v>
                </c:pt>
                <c:pt idx="613">
                  <c:v>2026-05-19</c:v>
                </c:pt>
                <c:pt idx="614">
                  <c:v>2026-05-20</c:v>
                </c:pt>
                <c:pt idx="615">
                  <c:v>2026-05-21</c:v>
                </c:pt>
                <c:pt idx="616">
                  <c:v>2026-05-22</c:v>
                </c:pt>
                <c:pt idx="617">
                  <c:v>2026-05-25</c:v>
                </c:pt>
                <c:pt idx="618">
                  <c:v>2026-05-26</c:v>
                </c:pt>
                <c:pt idx="619">
                  <c:v>2026-05-27</c:v>
                </c:pt>
                <c:pt idx="620">
                  <c:v>2026-05-28</c:v>
                </c:pt>
                <c:pt idx="621">
                  <c:v>2026-05-29</c:v>
                </c:pt>
                <c:pt idx="622">
                  <c:v>2026-06-01</c:v>
                </c:pt>
                <c:pt idx="623">
                  <c:v>2026-06-02</c:v>
                </c:pt>
                <c:pt idx="624">
                  <c:v>2026-06-03</c:v>
                </c:pt>
                <c:pt idx="625">
                  <c:v>2026-06-04</c:v>
                </c:pt>
                <c:pt idx="626">
                  <c:v>2026-06-05</c:v>
                </c:pt>
                <c:pt idx="627">
                  <c:v>2026-06-08</c:v>
                </c:pt>
                <c:pt idx="628">
                  <c:v>2026-06-09</c:v>
                </c:pt>
                <c:pt idx="629">
                  <c:v>2026-06-10</c:v>
                </c:pt>
                <c:pt idx="630">
                  <c:v>2026-06-11</c:v>
                </c:pt>
                <c:pt idx="631">
                  <c:v>2026-06-12</c:v>
                </c:pt>
                <c:pt idx="632">
                  <c:v>2026-06-15</c:v>
                </c:pt>
                <c:pt idx="633">
                  <c:v>2026-06-16</c:v>
                </c:pt>
                <c:pt idx="634">
                  <c:v>2026-06-17</c:v>
                </c:pt>
                <c:pt idx="635">
                  <c:v>2026-06-18</c:v>
                </c:pt>
                <c:pt idx="636">
                  <c:v>2026-06-19</c:v>
                </c:pt>
                <c:pt idx="637">
                  <c:v>2026-06-22</c:v>
                </c:pt>
                <c:pt idx="638">
                  <c:v>2026-06-23</c:v>
                </c:pt>
                <c:pt idx="639">
                  <c:v>2026-06-24</c:v>
                </c:pt>
                <c:pt idx="640">
                  <c:v>2026-06-25</c:v>
                </c:pt>
                <c:pt idx="641">
                  <c:v>2026-06-26</c:v>
                </c:pt>
                <c:pt idx="642">
                  <c:v>2026-06-29</c:v>
                </c:pt>
                <c:pt idx="643">
                  <c:v>2026-06-30</c:v>
                </c:pt>
                <c:pt idx="644">
                  <c:v>2026-07-01</c:v>
                </c:pt>
                <c:pt idx="645">
                  <c:v>2026-07-02</c:v>
                </c:pt>
                <c:pt idx="646">
                  <c:v>2026-07-03</c:v>
                </c:pt>
                <c:pt idx="647">
                  <c:v>2026-07-06</c:v>
                </c:pt>
                <c:pt idx="648">
                  <c:v>2026-07-07</c:v>
                </c:pt>
                <c:pt idx="649">
                  <c:v>2026-07-08</c:v>
                </c:pt>
                <c:pt idx="650">
                  <c:v>2026-07-09</c:v>
                </c:pt>
                <c:pt idx="651">
                  <c:v>2026-07-10</c:v>
                </c:pt>
                <c:pt idx="652">
                  <c:v>2026-07-13</c:v>
                </c:pt>
                <c:pt idx="653">
                  <c:v>2026-07-14</c:v>
                </c:pt>
                <c:pt idx="654">
                  <c:v>2026-07-15</c:v>
                </c:pt>
                <c:pt idx="655">
                  <c:v>2026-07-16</c:v>
                </c:pt>
                <c:pt idx="656">
                  <c:v>2026-07-17</c:v>
                </c:pt>
                <c:pt idx="657">
                  <c:v>2026-07-20</c:v>
                </c:pt>
                <c:pt idx="658">
                  <c:v>2026-07-21</c:v>
                </c:pt>
                <c:pt idx="659">
                  <c:v>2026-07-22</c:v>
                </c:pt>
                <c:pt idx="660">
                  <c:v>2026-07-23</c:v>
                </c:pt>
                <c:pt idx="661">
                  <c:v>2026-07-24</c:v>
                </c:pt>
                <c:pt idx="662">
                  <c:v>2026-07-27</c:v>
                </c:pt>
                <c:pt idx="663">
                  <c:v>2026-07-28</c:v>
                </c:pt>
                <c:pt idx="664">
                  <c:v>2026-07-29</c:v>
                </c:pt>
                <c:pt idx="665">
                  <c:v>2026-07-30</c:v>
                </c:pt>
                <c:pt idx="666">
                  <c:v>2026-07-31</c:v>
                </c:pt>
                <c:pt idx="667">
                  <c:v>2026-08-03</c:v>
                </c:pt>
                <c:pt idx="668">
                  <c:v>2026-08-04</c:v>
                </c:pt>
                <c:pt idx="669">
                  <c:v>2026-08-05</c:v>
                </c:pt>
                <c:pt idx="670">
                  <c:v>2026-08-06</c:v>
                </c:pt>
                <c:pt idx="671">
                  <c:v>2026-08-07</c:v>
                </c:pt>
                <c:pt idx="672">
                  <c:v>2026-08-10</c:v>
                </c:pt>
                <c:pt idx="673">
                  <c:v>2026-08-11</c:v>
                </c:pt>
                <c:pt idx="674">
                  <c:v>2026-08-12</c:v>
                </c:pt>
                <c:pt idx="675">
                  <c:v>2026-08-13</c:v>
                </c:pt>
                <c:pt idx="676">
                  <c:v>2026-08-14</c:v>
                </c:pt>
                <c:pt idx="677">
                  <c:v>2026-08-17</c:v>
                </c:pt>
                <c:pt idx="678">
                  <c:v>2026-08-18</c:v>
                </c:pt>
                <c:pt idx="679">
                  <c:v>2026-08-19</c:v>
                </c:pt>
                <c:pt idx="680">
                  <c:v>2026-08-20</c:v>
                </c:pt>
                <c:pt idx="681">
                  <c:v>2026-08-21</c:v>
                </c:pt>
                <c:pt idx="682">
                  <c:v>2026-08-24</c:v>
                </c:pt>
                <c:pt idx="683">
                  <c:v>2026-08-25</c:v>
                </c:pt>
                <c:pt idx="684">
                  <c:v>2026-08-26</c:v>
                </c:pt>
                <c:pt idx="685">
                  <c:v>2026-08-27</c:v>
                </c:pt>
                <c:pt idx="686">
                  <c:v>2026-08-28</c:v>
                </c:pt>
                <c:pt idx="687">
                  <c:v>2026-08-31</c:v>
                </c:pt>
                <c:pt idx="688">
                  <c:v>2026-09-01</c:v>
                </c:pt>
                <c:pt idx="689">
                  <c:v>2026-09-02</c:v>
                </c:pt>
                <c:pt idx="690">
                  <c:v>2026-09-03</c:v>
                </c:pt>
                <c:pt idx="691">
                  <c:v>2026-09-04</c:v>
                </c:pt>
                <c:pt idx="692">
                  <c:v>2026-09-07</c:v>
                </c:pt>
                <c:pt idx="693">
                  <c:v>2026-09-08</c:v>
                </c:pt>
                <c:pt idx="694">
                  <c:v>2026-09-09</c:v>
                </c:pt>
                <c:pt idx="695">
                  <c:v>2026-09-10</c:v>
                </c:pt>
                <c:pt idx="696">
                  <c:v>2026-09-11</c:v>
                </c:pt>
                <c:pt idx="697">
                  <c:v>2026-09-14</c:v>
                </c:pt>
                <c:pt idx="698">
                  <c:v>2026-09-15</c:v>
                </c:pt>
                <c:pt idx="699">
                  <c:v>2026-09-16</c:v>
                </c:pt>
                <c:pt idx="700">
                  <c:v>2026-09-17</c:v>
                </c:pt>
                <c:pt idx="701">
                  <c:v>2026-09-18</c:v>
                </c:pt>
              </c:strCache>
            </c:strRef>
          </c:cat>
          <c:val>
            <c:numRef>
              <c:f>'Chart Data'!$B$2:$B$703</c:f>
              <c:numCache>
                <c:formatCode>0%</c:formatCode>
                <c:ptCount val="702"/>
                <c:pt idx="0">
                  <c:v>0.310523688509</c:v>
                </c:pt>
                <c:pt idx="1">
                  <c:v>0.208792204212</c:v>
                </c:pt>
                <c:pt idx="2">
                  <c:v>0.209946372019</c:v>
                </c:pt>
                <c:pt idx="3">
                  <c:v>0.209536739618</c:v>
                </c:pt>
                <c:pt idx="4">
                  <c:v>0.207462641747</c:v>
                </c:pt>
                <c:pt idx="5">
                  <c:v>0.207628890888</c:v>
                </c:pt>
                <c:pt idx="6">
                  <c:v>0.207838384219</c:v>
                </c:pt>
                <c:pt idx="7">
                  <c:v>0.207362481112</c:v>
                </c:pt>
                <c:pt idx="8">
                  <c:v>0.209024676898</c:v>
                </c:pt>
                <c:pt idx="9">
                  <c:v>0.209172520783</c:v>
                </c:pt>
                <c:pt idx="10">
                  <c:v>0.208650923071</c:v>
                </c:pt>
                <c:pt idx="11">
                  <c:v>0.209341059396</c:v>
                </c:pt>
                <c:pt idx="12">
                  <c:v>0.210152069902</c:v>
                </c:pt>
                <c:pt idx="13">
                  <c:v>0.209305742273</c:v>
                </c:pt>
                <c:pt idx="14">
                  <c:v>0.208661533728</c:v>
                </c:pt>
                <c:pt idx="15">
                  <c:v>0.209343980792</c:v>
                </c:pt>
                <c:pt idx="16">
                  <c:v>0.207107726123</c:v>
                </c:pt>
                <c:pt idx="17">
                  <c:v>0.207584634066</c:v>
                </c:pt>
                <c:pt idx="18">
                  <c:v>0.207275595797</c:v>
                </c:pt>
                <c:pt idx="19">
                  <c:v>0.208545710252</c:v>
                </c:pt>
                <c:pt idx="20">
                  <c:v>0.208664258048</c:v>
                </c:pt>
                <c:pt idx="21">
                  <c:v>0.209388995691</c:v>
                </c:pt>
                <c:pt idx="22">
                  <c:v>0.210388149013</c:v>
                </c:pt>
                <c:pt idx="23">
                  <c:v>0.527389255868</c:v>
                </c:pt>
                <c:pt idx="24">
                  <c:v>0.526920273288</c:v>
                </c:pt>
                <c:pt idx="25">
                  <c:v>0.527496562</c:v>
                </c:pt>
                <c:pt idx="26">
                  <c:v>0.525359804573</c:v>
                </c:pt>
                <c:pt idx="27">
                  <c:v>0.525024691223</c:v>
                </c:pt>
                <c:pt idx="28">
                  <c:v>0.522618575434</c:v>
                </c:pt>
                <c:pt idx="29">
                  <c:v>0.522075552497</c:v>
                </c:pt>
                <c:pt idx="30">
                  <c:v>0.522071606445</c:v>
                </c:pt>
                <c:pt idx="31">
                  <c:v>0.519665085781</c:v>
                </c:pt>
                <c:pt idx="32">
                  <c:v>0.519621454889</c:v>
                </c:pt>
                <c:pt idx="33">
                  <c:v>0.52177983438</c:v>
                </c:pt>
                <c:pt idx="34">
                  <c:v>0.52177983438</c:v>
                </c:pt>
                <c:pt idx="35">
                  <c:v>0.524665221555</c:v>
                </c:pt>
                <c:pt idx="36">
                  <c:v>0.524452687922</c:v>
                </c:pt>
                <c:pt idx="37">
                  <c:v>0.519448009498</c:v>
                </c:pt>
                <c:pt idx="38">
                  <c:v>0.520682538459</c:v>
                </c:pt>
                <c:pt idx="39">
                  <c:v>0.521041937305</c:v>
                </c:pt>
                <c:pt idx="40">
                  <c:v>0.520313350892</c:v>
                </c:pt>
                <c:pt idx="41">
                  <c:v>0.521094364742</c:v>
                </c:pt>
                <c:pt idx="42">
                  <c:v>0.521480819789</c:v>
                </c:pt>
                <c:pt idx="43">
                  <c:v>0.523823417531</c:v>
                </c:pt>
                <c:pt idx="44">
                  <c:v>0.440907934953</c:v>
                </c:pt>
                <c:pt idx="45">
                  <c:v>0.444610658561</c:v>
                </c:pt>
                <c:pt idx="46">
                  <c:v>0.444399801411</c:v>
                </c:pt>
                <c:pt idx="47">
                  <c:v>0.443782775338</c:v>
                </c:pt>
                <c:pt idx="48">
                  <c:v>0.446878166893</c:v>
                </c:pt>
                <c:pt idx="49">
                  <c:v>0.447212220817</c:v>
                </c:pt>
                <c:pt idx="50">
                  <c:v>0.441946132214</c:v>
                </c:pt>
                <c:pt idx="51">
                  <c:v>0.44439419321</c:v>
                </c:pt>
                <c:pt idx="52">
                  <c:v>0.444229893392</c:v>
                </c:pt>
                <c:pt idx="53">
                  <c:v>0.445005046662</c:v>
                </c:pt>
                <c:pt idx="54">
                  <c:v>0.444374379868</c:v>
                </c:pt>
                <c:pt idx="55">
                  <c:v>0.443779829995</c:v>
                </c:pt>
                <c:pt idx="56">
                  <c:v>0.444243718684</c:v>
                </c:pt>
                <c:pt idx="57">
                  <c:v>0.443427657342</c:v>
                </c:pt>
                <c:pt idx="58">
                  <c:v>0.442379809306</c:v>
                </c:pt>
                <c:pt idx="59">
                  <c:v>0.443420166113</c:v>
                </c:pt>
                <c:pt idx="60">
                  <c:v>0.444727052959</c:v>
                </c:pt>
                <c:pt idx="61">
                  <c:v>0.445078763929</c:v>
                </c:pt>
                <c:pt idx="62">
                  <c:v>0.447849006778</c:v>
                </c:pt>
                <c:pt idx="63">
                  <c:v>0.450411219247</c:v>
                </c:pt>
                <c:pt idx="64">
                  <c:v>0.233784916406</c:v>
                </c:pt>
                <c:pt idx="65">
                  <c:v>0.235203622367</c:v>
                </c:pt>
                <c:pt idx="66">
                  <c:v>0.234705656453</c:v>
                </c:pt>
                <c:pt idx="67">
                  <c:v>0.237853338551</c:v>
                </c:pt>
                <c:pt idx="68">
                  <c:v>0.238595236002</c:v>
                </c:pt>
                <c:pt idx="69">
                  <c:v>0.23856948585</c:v>
                </c:pt>
                <c:pt idx="70">
                  <c:v>0.239627675656</c:v>
                </c:pt>
                <c:pt idx="71">
                  <c:v>0.242596476784</c:v>
                </c:pt>
                <c:pt idx="72">
                  <c:v>0.241948735205</c:v>
                </c:pt>
                <c:pt idx="73">
                  <c:v>0.247561908299</c:v>
                </c:pt>
                <c:pt idx="74">
                  <c:v>0.24905087291</c:v>
                </c:pt>
                <c:pt idx="75">
                  <c:v>0.247370014184</c:v>
                </c:pt>
                <c:pt idx="76">
                  <c:v>0.248191309518</c:v>
                </c:pt>
                <c:pt idx="77">
                  <c:v>0.249385263321</c:v>
                </c:pt>
                <c:pt idx="78">
                  <c:v>0.243695958494</c:v>
                </c:pt>
                <c:pt idx="79">
                  <c:v>0.241977063814</c:v>
                </c:pt>
                <c:pt idx="80">
                  <c:v>0.241941277996</c:v>
                </c:pt>
                <c:pt idx="81">
                  <c:v>0.243605488304</c:v>
                </c:pt>
                <c:pt idx="82">
                  <c:v>0.242649308635</c:v>
                </c:pt>
                <c:pt idx="83">
                  <c:v>0.240955242726</c:v>
                </c:pt>
                <c:pt idx="84">
                  <c:v>0.239571426625</c:v>
                </c:pt>
                <c:pt idx="85">
                  <c:v>0.240922509361</c:v>
                </c:pt>
                <c:pt idx="86">
                  <c:v>0.238129830388</c:v>
                </c:pt>
                <c:pt idx="87">
                  <c:v>0.181247461678</c:v>
                </c:pt>
                <c:pt idx="88">
                  <c:v>0.182333191898</c:v>
                </c:pt>
                <c:pt idx="89">
                  <c:v>0.181684146247</c:v>
                </c:pt>
                <c:pt idx="90">
                  <c:v>0.181834160714</c:v>
                </c:pt>
                <c:pt idx="91">
                  <c:v>0.183887959477</c:v>
                </c:pt>
                <c:pt idx="92">
                  <c:v>0.18449983171</c:v>
                </c:pt>
                <c:pt idx="93">
                  <c:v>0.182311138012</c:v>
                </c:pt>
                <c:pt idx="94">
                  <c:v>0.182927990964</c:v>
                </c:pt>
                <c:pt idx="95">
                  <c:v>0.183940667171</c:v>
                </c:pt>
                <c:pt idx="96">
                  <c:v>0.182802554005</c:v>
                </c:pt>
                <c:pt idx="97">
                  <c:v>0.185372673262</c:v>
                </c:pt>
                <c:pt idx="98">
                  <c:v>0.186087335961</c:v>
                </c:pt>
                <c:pt idx="99">
                  <c:v>0.186139594094</c:v>
                </c:pt>
                <c:pt idx="100">
                  <c:v>0.183447004359</c:v>
                </c:pt>
                <c:pt idx="101">
                  <c:v>0.180811540786</c:v>
                </c:pt>
                <c:pt idx="102">
                  <c:v>0.180665629486</c:v>
                </c:pt>
                <c:pt idx="103">
                  <c:v>0.180563180195</c:v>
                </c:pt>
                <c:pt idx="104">
                  <c:v>0.182277976615</c:v>
                </c:pt>
                <c:pt idx="105">
                  <c:v>0.18213380199</c:v>
                </c:pt>
                <c:pt idx="106">
                  <c:v>0.182447506305</c:v>
                </c:pt>
                <c:pt idx="107">
                  <c:v>0.181222557289</c:v>
                </c:pt>
                <c:pt idx="108">
                  <c:v>0.181260297767</c:v>
                </c:pt>
                <c:pt idx="109">
                  <c:v>0.159234374789</c:v>
                </c:pt>
                <c:pt idx="110">
                  <c:v>0.160136418822</c:v>
                </c:pt>
                <c:pt idx="111">
                  <c:v>0.161112693064</c:v>
                </c:pt>
                <c:pt idx="112">
                  <c:v>0.156600801465</c:v>
                </c:pt>
                <c:pt idx="113">
                  <c:v>0.157974756073</c:v>
                </c:pt>
                <c:pt idx="114">
                  <c:v>0.158556378174</c:v>
                </c:pt>
                <c:pt idx="115">
                  <c:v>0.158439086544</c:v>
                </c:pt>
                <c:pt idx="116">
                  <c:v>0.156775929056</c:v>
                </c:pt>
                <c:pt idx="117">
                  <c:v>0.158990911028</c:v>
                </c:pt>
                <c:pt idx="118">
                  <c:v>0.157956871821</c:v>
                </c:pt>
                <c:pt idx="119">
                  <c:v>0.158122659169</c:v>
                </c:pt>
                <c:pt idx="120">
                  <c:v>0.157846978151</c:v>
                </c:pt>
                <c:pt idx="121">
                  <c:v>0.159973647191</c:v>
                </c:pt>
                <c:pt idx="122">
                  <c:v>0.158015568816</c:v>
                </c:pt>
                <c:pt idx="123">
                  <c:v>0.158551284947</c:v>
                </c:pt>
                <c:pt idx="124">
                  <c:v>0.157499516155</c:v>
                </c:pt>
                <c:pt idx="125">
                  <c:v>0.156509211666</c:v>
                </c:pt>
                <c:pt idx="126">
                  <c:v>0.158191587536</c:v>
                </c:pt>
                <c:pt idx="127">
                  <c:v>0.157932772577</c:v>
                </c:pt>
                <c:pt idx="128">
                  <c:v>0.157978996858</c:v>
                </c:pt>
                <c:pt idx="129">
                  <c:v>0.160679383249</c:v>
                </c:pt>
                <c:pt idx="130">
                  <c:v>0.161195163404</c:v>
                </c:pt>
                <c:pt idx="131">
                  <c:v>0.161195163404</c:v>
                </c:pt>
                <c:pt idx="132">
                  <c:v>0.162328556433</c:v>
                </c:pt>
                <c:pt idx="133">
                  <c:v>0.16102750675</c:v>
                </c:pt>
                <c:pt idx="134">
                  <c:v>0.161375028014</c:v>
                </c:pt>
                <c:pt idx="135">
                  <c:v>0.161094561038</c:v>
                </c:pt>
                <c:pt idx="136">
                  <c:v>0.16367050679</c:v>
                </c:pt>
                <c:pt idx="137">
                  <c:v>0.163185425722</c:v>
                </c:pt>
                <c:pt idx="138">
                  <c:v>0.164044701238</c:v>
                </c:pt>
                <c:pt idx="139">
                  <c:v>0.166356162049</c:v>
                </c:pt>
                <c:pt idx="140">
                  <c:v>0.167143063695</c:v>
                </c:pt>
                <c:pt idx="141">
                  <c:v>0.167318889796</c:v>
                </c:pt>
                <c:pt idx="142">
                  <c:v>0.166129113855</c:v>
                </c:pt>
                <c:pt idx="143">
                  <c:v>0.165229732473</c:v>
                </c:pt>
                <c:pt idx="144">
                  <c:v>0.16649399567</c:v>
                </c:pt>
                <c:pt idx="145">
                  <c:v>0.167966022393</c:v>
                </c:pt>
                <c:pt idx="146">
                  <c:v>0.166178459626</c:v>
                </c:pt>
                <c:pt idx="147">
                  <c:v>0.166868034597</c:v>
                </c:pt>
                <c:pt idx="148">
                  <c:v>0.167033585323</c:v>
                </c:pt>
                <c:pt idx="149">
                  <c:v>0.169016234278</c:v>
                </c:pt>
                <c:pt idx="150">
                  <c:v>0.168869519745</c:v>
                </c:pt>
                <c:pt idx="151">
                  <c:v>0.170346826916</c:v>
                </c:pt>
                <c:pt idx="152">
                  <c:v>0.181629692011</c:v>
                </c:pt>
                <c:pt idx="153">
                  <c:v>0.184547592117</c:v>
                </c:pt>
                <c:pt idx="154">
                  <c:v>0.18347366066</c:v>
                </c:pt>
                <c:pt idx="155">
                  <c:v>0.182162668493</c:v>
                </c:pt>
                <c:pt idx="156">
                  <c:v>0.182667631899</c:v>
                </c:pt>
                <c:pt idx="157">
                  <c:v>0.182642848392</c:v>
                </c:pt>
                <c:pt idx="158">
                  <c:v>0.184981627782</c:v>
                </c:pt>
                <c:pt idx="159">
                  <c:v>0.183027603836</c:v>
                </c:pt>
                <c:pt idx="160">
                  <c:v>0.181033861802</c:v>
                </c:pt>
                <c:pt idx="161">
                  <c:v>0.179471616361</c:v>
                </c:pt>
                <c:pt idx="162">
                  <c:v>0.181866976594</c:v>
                </c:pt>
                <c:pt idx="163">
                  <c:v>0.180448966716</c:v>
                </c:pt>
                <c:pt idx="164">
                  <c:v>0.180473166145</c:v>
                </c:pt>
                <c:pt idx="165">
                  <c:v>0.179787311728</c:v>
                </c:pt>
                <c:pt idx="166">
                  <c:v>0.178408272932</c:v>
                </c:pt>
                <c:pt idx="167">
                  <c:v>0.17946848255</c:v>
                </c:pt>
                <c:pt idx="168">
                  <c:v>0.179550958275</c:v>
                </c:pt>
                <c:pt idx="169">
                  <c:v>0.179913995604</c:v>
                </c:pt>
                <c:pt idx="170">
                  <c:v>0.17941035171</c:v>
                </c:pt>
                <c:pt idx="171">
                  <c:v>0.179833178343</c:v>
                </c:pt>
                <c:pt idx="172">
                  <c:v>0.177639878111</c:v>
                </c:pt>
                <c:pt idx="173">
                  <c:v>0.177432854372</c:v>
                </c:pt>
                <c:pt idx="174">
                  <c:v>0.177674105766</c:v>
                </c:pt>
                <c:pt idx="175">
                  <c:v>0.155956339167</c:v>
                </c:pt>
                <c:pt idx="176">
                  <c:v>0.156420595618</c:v>
                </c:pt>
                <c:pt idx="177">
                  <c:v>0.156259612624</c:v>
                </c:pt>
                <c:pt idx="178">
                  <c:v>0.155708704477</c:v>
                </c:pt>
                <c:pt idx="179">
                  <c:v>0.15573127083</c:v>
                </c:pt>
                <c:pt idx="180">
                  <c:v>0.154924042083</c:v>
                </c:pt>
                <c:pt idx="181">
                  <c:v>0.156816944714</c:v>
                </c:pt>
                <c:pt idx="182">
                  <c:v>0.157600468498</c:v>
                </c:pt>
                <c:pt idx="183">
                  <c:v>0.156865228049</c:v>
                </c:pt>
                <c:pt idx="184">
                  <c:v>0.155985745096</c:v>
                </c:pt>
                <c:pt idx="185">
                  <c:v>0.155731281276</c:v>
                </c:pt>
                <c:pt idx="186">
                  <c:v>0.156620174809</c:v>
                </c:pt>
                <c:pt idx="187">
                  <c:v>0.158595703389</c:v>
                </c:pt>
                <c:pt idx="188">
                  <c:v>0.15846251519</c:v>
                </c:pt>
                <c:pt idx="189">
                  <c:v>0.159530907796</c:v>
                </c:pt>
                <c:pt idx="190">
                  <c:v>0.160510091713</c:v>
                </c:pt>
                <c:pt idx="191">
                  <c:v>0.160320214065</c:v>
                </c:pt>
                <c:pt idx="192">
                  <c:v>0.159147079527</c:v>
                </c:pt>
                <c:pt idx="193">
                  <c:v>0.158245120296</c:v>
                </c:pt>
                <c:pt idx="194">
                  <c:v>0.159578628361</c:v>
                </c:pt>
                <c:pt idx="195">
                  <c:v>0.169900610844</c:v>
                </c:pt>
                <c:pt idx="196">
                  <c:v>0.170835137309</c:v>
                </c:pt>
                <c:pt idx="197">
                  <c:v>0.170842505416</c:v>
                </c:pt>
                <c:pt idx="198">
                  <c:v>0.171175214889</c:v>
                </c:pt>
                <c:pt idx="199">
                  <c:v>0.170235770668</c:v>
                </c:pt>
                <c:pt idx="200">
                  <c:v>0.169389267703</c:v>
                </c:pt>
                <c:pt idx="201">
                  <c:v>0.170672188721</c:v>
                </c:pt>
                <c:pt idx="202">
                  <c:v>0.172241805896</c:v>
                </c:pt>
                <c:pt idx="203">
                  <c:v>0.171638815589</c:v>
                </c:pt>
                <c:pt idx="204">
                  <c:v>0.172171258762</c:v>
                </c:pt>
                <c:pt idx="205">
                  <c:v>0.172363554646</c:v>
                </c:pt>
                <c:pt idx="206">
                  <c:v>0.173848757303</c:v>
                </c:pt>
                <c:pt idx="207">
                  <c:v>0.175000005277</c:v>
                </c:pt>
                <c:pt idx="208">
                  <c:v>0.176116624989</c:v>
                </c:pt>
                <c:pt idx="209">
                  <c:v>0.178099824916</c:v>
                </c:pt>
                <c:pt idx="210">
                  <c:v>0.176871643269</c:v>
                </c:pt>
                <c:pt idx="211">
                  <c:v>0.177703952853</c:v>
                </c:pt>
                <c:pt idx="212">
                  <c:v>0.178354582932</c:v>
                </c:pt>
                <c:pt idx="213">
                  <c:v>0.178498095315</c:v>
                </c:pt>
                <c:pt idx="214">
                  <c:v>0.180115592864</c:v>
                </c:pt>
                <c:pt idx="215">
                  <c:v>0.181391061589</c:v>
                </c:pt>
                <c:pt idx="216">
                  <c:v>0.179731889738</c:v>
                </c:pt>
                <c:pt idx="217">
                  <c:v>0.179601553949</c:v>
                </c:pt>
                <c:pt idx="218">
                  <c:v>0.148139273271</c:v>
                </c:pt>
                <c:pt idx="219">
                  <c:v>0.147484654968</c:v>
                </c:pt>
                <c:pt idx="220">
                  <c:v>0.143600755021</c:v>
                </c:pt>
                <c:pt idx="221">
                  <c:v>0.144367396642</c:v>
                </c:pt>
                <c:pt idx="222">
                  <c:v>0.142483933749</c:v>
                </c:pt>
                <c:pt idx="223">
                  <c:v>0.14002218805</c:v>
                </c:pt>
                <c:pt idx="224">
                  <c:v>0.140385467107</c:v>
                </c:pt>
                <c:pt idx="225">
                  <c:v>0.139490988368</c:v>
                </c:pt>
                <c:pt idx="226">
                  <c:v>0.139276553349</c:v>
                </c:pt>
                <c:pt idx="227">
                  <c:v>0.139491130731</c:v>
                </c:pt>
                <c:pt idx="228">
                  <c:v>0.1413121116</c:v>
                </c:pt>
                <c:pt idx="229">
                  <c:v>0.141621290268</c:v>
                </c:pt>
                <c:pt idx="230">
                  <c:v>0.142362823716</c:v>
                </c:pt>
                <c:pt idx="231">
                  <c:v>0.143697686099</c:v>
                </c:pt>
                <c:pt idx="232">
                  <c:v>0.145193384173</c:v>
                </c:pt>
                <c:pt idx="233">
                  <c:v>0.140482320956</c:v>
                </c:pt>
                <c:pt idx="234">
                  <c:v>0.141368982889</c:v>
                </c:pt>
                <c:pt idx="235">
                  <c:v>0.141378906775</c:v>
                </c:pt>
                <c:pt idx="236">
                  <c:v>0.141038552302</c:v>
                </c:pt>
                <c:pt idx="237">
                  <c:v>0.141364919979</c:v>
                </c:pt>
                <c:pt idx="238">
                  <c:v>0.139928137816</c:v>
                </c:pt>
                <c:pt idx="239">
                  <c:v>0.130220812749</c:v>
                </c:pt>
                <c:pt idx="240">
                  <c:v>0.129972755107</c:v>
                </c:pt>
                <c:pt idx="241">
                  <c:v>0.128763785699</c:v>
                </c:pt>
                <c:pt idx="242">
                  <c:v>0.128776034179</c:v>
                </c:pt>
                <c:pt idx="243">
                  <c:v>0.130103022046</c:v>
                </c:pt>
                <c:pt idx="244">
                  <c:v>0.1317951851</c:v>
                </c:pt>
                <c:pt idx="245">
                  <c:v>0.133114213059</c:v>
                </c:pt>
                <c:pt idx="246">
                  <c:v>0.131859792109</c:v>
                </c:pt>
                <c:pt idx="247">
                  <c:v>0.130670280012</c:v>
                </c:pt>
                <c:pt idx="248">
                  <c:v>0.130834352153</c:v>
                </c:pt>
                <c:pt idx="249">
                  <c:v>0.130732194533</c:v>
                </c:pt>
                <c:pt idx="250">
                  <c:v>0.130352903625</c:v>
                </c:pt>
                <c:pt idx="251">
                  <c:v>0.131441536015</c:v>
                </c:pt>
                <c:pt idx="252">
                  <c:v>0.132487619377</c:v>
                </c:pt>
                <c:pt idx="253">
                  <c:v>0.131361074017</c:v>
                </c:pt>
                <c:pt idx="254">
                  <c:v>0.130989468307</c:v>
                </c:pt>
                <c:pt idx="255">
                  <c:v>0.131935512582</c:v>
                </c:pt>
                <c:pt idx="256">
                  <c:v>0.131639458682</c:v>
                </c:pt>
                <c:pt idx="257">
                  <c:v>0.131433521199</c:v>
                </c:pt>
                <c:pt idx="258">
                  <c:v>0.132659527538</c:v>
                </c:pt>
                <c:pt idx="259">
                  <c:v>0.134114760515</c:v>
                </c:pt>
                <c:pt idx="260">
                  <c:v>0.233083574422</c:v>
                </c:pt>
                <c:pt idx="261">
                  <c:v>0.232607281092</c:v>
                </c:pt>
                <c:pt idx="262">
                  <c:v>0.233248397552</c:v>
                </c:pt>
                <c:pt idx="263">
                  <c:v>0.231866319498</c:v>
                </c:pt>
                <c:pt idx="264">
                  <c:v>0.233776703522</c:v>
                </c:pt>
                <c:pt idx="265">
                  <c:v>0.237652184945</c:v>
                </c:pt>
                <c:pt idx="266">
                  <c:v>0.236950734253</c:v>
                </c:pt>
                <c:pt idx="267">
                  <c:v>0.237095553342</c:v>
                </c:pt>
                <c:pt idx="268">
                  <c:v>0.237980322176</c:v>
                </c:pt>
                <c:pt idx="269">
                  <c:v>0.23818753209</c:v>
                </c:pt>
                <c:pt idx="270">
                  <c:v>0.236694527849</c:v>
                </c:pt>
                <c:pt idx="271">
                  <c:v>0.236805865319</c:v>
                </c:pt>
                <c:pt idx="272">
                  <c:v>0.23830250354</c:v>
                </c:pt>
                <c:pt idx="273">
                  <c:v>0.239021970456</c:v>
                </c:pt>
                <c:pt idx="274">
                  <c:v>0.238045347065</c:v>
                </c:pt>
                <c:pt idx="275">
                  <c:v>0.239347392375</c:v>
                </c:pt>
                <c:pt idx="276">
                  <c:v>0.237724354819</c:v>
                </c:pt>
                <c:pt idx="277">
                  <c:v>0.238810400877</c:v>
                </c:pt>
                <c:pt idx="278">
                  <c:v>0.238552352113</c:v>
                </c:pt>
                <c:pt idx="279">
                  <c:v>0.240760664811</c:v>
                </c:pt>
                <c:pt idx="280">
                  <c:v>0.240206767838</c:v>
                </c:pt>
                <c:pt idx="281">
                  <c:v>0.243958003443</c:v>
                </c:pt>
                <c:pt idx="282">
                  <c:v>0.272546737147</c:v>
                </c:pt>
                <c:pt idx="283">
                  <c:v>0.273041308474</c:v>
                </c:pt>
                <c:pt idx="284">
                  <c:v>0.271286294404</c:v>
                </c:pt>
                <c:pt idx="285">
                  <c:v>0.271660732105</c:v>
                </c:pt>
                <c:pt idx="286">
                  <c:v>0.274470897989</c:v>
                </c:pt>
                <c:pt idx="287">
                  <c:v>0.273932245365</c:v>
                </c:pt>
                <c:pt idx="288">
                  <c:v>0.274014722037</c:v>
                </c:pt>
                <c:pt idx="289">
                  <c:v>0.274879100431</c:v>
                </c:pt>
                <c:pt idx="290">
                  <c:v>0.270908291699</c:v>
                </c:pt>
                <c:pt idx="291">
                  <c:v>0.269809352809</c:v>
                </c:pt>
                <c:pt idx="292">
                  <c:v>0.272167829069</c:v>
                </c:pt>
                <c:pt idx="293">
                  <c:v>0.2721384091</c:v>
                </c:pt>
                <c:pt idx="294">
                  <c:v>0.272405282191</c:v>
                </c:pt>
                <c:pt idx="295">
                  <c:v>0.272791519111</c:v>
                </c:pt>
                <c:pt idx="296">
                  <c:v>0.274237800647</c:v>
                </c:pt>
                <c:pt idx="297">
                  <c:v>0.272917948763</c:v>
                </c:pt>
                <c:pt idx="298">
                  <c:v>0.272871460142</c:v>
                </c:pt>
                <c:pt idx="299">
                  <c:v>0.27105423082</c:v>
                </c:pt>
                <c:pt idx="300">
                  <c:v>0.270541496882</c:v>
                </c:pt>
                <c:pt idx="301">
                  <c:v>0.273944891688</c:v>
                </c:pt>
                <c:pt idx="302">
                  <c:v>0.156021747372</c:v>
                </c:pt>
                <c:pt idx="303">
                  <c:v>0.155316575355</c:v>
                </c:pt>
                <c:pt idx="304">
                  <c:v>0.15445690772</c:v>
                </c:pt>
                <c:pt idx="305">
                  <c:v>0.154547143782</c:v>
                </c:pt>
                <c:pt idx="306">
                  <c:v>0.154459829572</c:v>
                </c:pt>
                <c:pt idx="307">
                  <c:v>0.15774350397</c:v>
                </c:pt>
                <c:pt idx="308">
                  <c:v>0.157805547218</c:v>
                </c:pt>
                <c:pt idx="309">
                  <c:v>0.160653790529</c:v>
                </c:pt>
                <c:pt idx="310">
                  <c:v>0.160217642293</c:v>
                </c:pt>
                <c:pt idx="311">
                  <c:v>0.159816162955</c:v>
                </c:pt>
                <c:pt idx="312">
                  <c:v>0.160792252868</c:v>
                </c:pt>
                <c:pt idx="313">
                  <c:v>0.160703815996</c:v>
                </c:pt>
                <c:pt idx="314">
                  <c:v>0.159929007552</c:v>
                </c:pt>
                <c:pt idx="315">
                  <c:v>0.159505211492</c:v>
                </c:pt>
                <c:pt idx="316">
                  <c:v>0.1579924028</c:v>
                </c:pt>
                <c:pt idx="317">
                  <c:v>0.158385379193</c:v>
                </c:pt>
                <c:pt idx="318">
                  <c:v>0.15824049254</c:v>
                </c:pt>
                <c:pt idx="319">
                  <c:v>0.16008608714</c:v>
                </c:pt>
                <c:pt idx="320">
                  <c:v>0.161588434496</c:v>
                </c:pt>
                <c:pt idx="321">
                  <c:v>0.163218880792</c:v>
                </c:pt>
                <c:pt idx="322">
                  <c:v>0.163149388307</c:v>
                </c:pt>
                <c:pt idx="323">
                  <c:v>0.208892464892</c:v>
                </c:pt>
                <c:pt idx="324">
                  <c:v>0.210883843574</c:v>
                </c:pt>
                <c:pt idx="325">
                  <c:v>0.211381910199</c:v>
                </c:pt>
                <c:pt idx="326">
                  <c:v>0.217939097642</c:v>
                </c:pt>
                <c:pt idx="327">
                  <c:v>0.222159295964</c:v>
                </c:pt>
                <c:pt idx="328">
                  <c:v>0.228968008558</c:v>
                </c:pt>
                <c:pt idx="329">
                  <c:v>0.227738270635</c:v>
                </c:pt>
                <c:pt idx="330">
                  <c:v>0.230890592283</c:v>
                </c:pt>
                <c:pt idx="331">
                  <c:v>0.227960444785</c:v>
                </c:pt>
                <c:pt idx="332">
                  <c:v>0.226737003863</c:v>
                </c:pt>
                <c:pt idx="333">
                  <c:v>0.230932085691</c:v>
                </c:pt>
                <c:pt idx="334">
                  <c:v>0.226596457498</c:v>
                </c:pt>
                <c:pt idx="335">
                  <c:v>0.231171415854</c:v>
                </c:pt>
                <c:pt idx="336">
                  <c:v>0.226865180628</c:v>
                </c:pt>
                <c:pt idx="337">
                  <c:v>0.22304132569</c:v>
                </c:pt>
                <c:pt idx="338">
                  <c:v>0.225286407378</c:v>
                </c:pt>
                <c:pt idx="339">
                  <c:v>0.222358634004</c:v>
                </c:pt>
                <c:pt idx="340">
                  <c:v>0.225554489974</c:v>
                </c:pt>
                <c:pt idx="341">
                  <c:v>0.223984842109</c:v>
                </c:pt>
                <c:pt idx="342">
                  <c:v>0.223059997914</c:v>
                </c:pt>
                <c:pt idx="343">
                  <c:v>0.219030987146</c:v>
                </c:pt>
                <c:pt idx="344">
                  <c:v>0.218859422164</c:v>
                </c:pt>
                <c:pt idx="345">
                  <c:v>0.51199974915</c:v>
                </c:pt>
                <c:pt idx="346">
                  <c:v>0.517713549358</c:v>
                </c:pt>
                <c:pt idx="347">
                  <c:v>0.512936772529</c:v>
                </c:pt>
                <c:pt idx="348">
                  <c:v>0.510414773782</c:v>
                </c:pt>
                <c:pt idx="349">
                  <c:v>0.510335248555</c:v>
                </c:pt>
                <c:pt idx="350">
                  <c:v>0.502645121828</c:v>
                </c:pt>
                <c:pt idx="351">
                  <c:v>0.505785632465</c:v>
                </c:pt>
                <c:pt idx="352">
                  <c:v>0.499836343172</c:v>
                </c:pt>
                <c:pt idx="353">
                  <c:v>0.502803729142</c:v>
                </c:pt>
                <c:pt idx="354">
                  <c:v>0.49701891365</c:v>
                </c:pt>
                <c:pt idx="355">
                  <c:v>0.501536129895</c:v>
                </c:pt>
                <c:pt idx="356">
                  <c:v>0.505535518794</c:v>
                </c:pt>
                <c:pt idx="357">
                  <c:v>0.507481703473</c:v>
                </c:pt>
                <c:pt idx="358">
                  <c:v>0.504582685401</c:v>
                </c:pt>
                <c:pt idx="359">
                  <c:v>0.50973208478</c:v>
                </c:pt>
                <c:pt idx="360">
                  <c:v>0.508752520055</c:v>
                </c:pt>
                <c:pt idx="361">
                  <c:v>0.502793450959</c:v>
                </c:pt>
                <c:pt idx="362">
                  <c:v>0.502206223402</c:v>
                </c:pt>
                <c:pt idx="363">
                  <c:v>0.504611119403</c:v>
                </c:pt>
                <c:pt idx="364">
                  <c:v>0.501960382601</c:v>
                </c:pt>
                <c:pt idx="365">
                  <c:v>0.510634030105</c:v>
                </c:pt>
                <c:pt idx="366">
                  <c:v>0.242571464318</c:v>
                </c:pt>
                <c:pt idx="367">
                  <c:v>0.242635110887</c:v>
                </c:pt>
                <c:pt idx="368">
                  <c:v>0.240723664739</c:v>
                </c:pt>
                <c:pt idx="369">
                  <c:v>0.237724005197</c:v>
                </c:pt>
                <c:pt idx="370">
                  <c:v>0.237673637244</c:v>
                </c:pt>
                <c:pt idx="371">
                  <c:v>0.23722708903</c:v>
                </c:pt>
                <c:pt idx="372">
                  <c:v>0.238367203439</c:v>
                </c:pt>
                <c:pt idx="373">
                  <c:v>0.240319991518</c:v>
                </c:pt>
                <c:pt idx="374">
                  <c:v>0.243924101504</c:v>
                </c:pt>
                <c:pt idx="375">
                  <c:v>0.240492193794</c:v>
                </c:pt>
                <c:pt idx="376">
                  <c:v>0.241046534638</c:v>
                </c:pt>
                <c:pt idx="377">
                  <c:v>0.240665474373</c:v>
                </c:pt>
                <c:pt idx="378">
                  <c:v>0.241338295862</c:v>
                </c:pt>
                <c:pt idx="379">
                  <c:v>0.241303944213</c:v>
                </c:pt>
                <c:pt idx="380">
                  <c:v>0.242406719624</c:v>
                </c:pt>
                <c:pt idx="381">
                  <c:v>0.236299191916</c:v>
                </c:pt>
                <c:pt idx="382">
                  <c:v>0.235832315078</c:v>
                </c:pt>
                <c:pt idx="383">
                  <c:v>0.23458108791</c:v>
                </c:pt>
                <c:pt idx="384">
                  <c:v>0.23106495274</c:v>
                </c:pt>
                <c:pt idx="385">
                  <c:v>0.232863603869</c:v>
                </c:pt>
                <c:pt idx="386">
                  <c:v>0.233177853302</c:v>
                </c:pt>
                <c:pt idx="387">
                  <c:v>0.169912284336</c:v>
                </c:pt>
                <c:pt idx="388">
                  <c:v>0.168722543093</c:v>
                </c:pt>
                <c:pt idx="389">
                  <c:v>0.168729644772</c:v>
                </c:pt>
                <c:pt idx="390">
                  <c:v>0.16939992485</c:v>
                </c:pt>
                <c:pt idx="391">
                  <c:v>0.167672487609</c:v>
                </c:pt>
                <c:pt idx="392">
                  <c:v>0.167818922498</c:v>
                </c:pt>
                <c:pt idx="393">
                  <c:v>0.167636533299</c:v>
                </c:pt>
                <c:pt idx="394">
                  <c:v>0.16934092547</c:v>
                </c:pt>
                <c:pt idx="395">
                  <c:v>0.168560574463</c:v>
                </c:pt>
                <c:pt idx="396">
                  <c:v>0.168051500476</c:v>
                </c:pt>
                <c:pt idx="397">
                  <c:v>0.168569753182</c:v>
                </c:pt>
                <c:pt idx="398">
                  <c:v>0.167369550537</c:v>
                </c:pt>
                <c:pt idx="399">
                  <c:v>0.167424579285</c:v>
                </c:pt>
                <c:pt idx="400">
                  <c:v>0.168878634594</c:v>
                </c:pt>
                <c:pt idx="401">
                  <c:v>0.169998680968</c:v>
                </c:pt>
                <c:pt idx="402">
                  <c:v>0.167502693808</c:v>
                </c:pt>
                <c:pt idx="403">
                  <c:v>0.165732183559</c:v>
                </c:pt>
                <c:pt idx="404">
                  <c:v>0.164899149999</c:v>
                </c:pt>
                <c:pt idx="405">
                  <c:v>0.164328115123</c:v>
                </c:pt>
                <c:pt idx="406">
                  <c:v>0.164973060198</c:v>
                </c:pt>
                <c:pt idx="407">
                  <c:v>0.163334343747</c:v>
                </c:pt>
                <c:pt idx="408">
                  <c:v>0.165193949853</c:v>
                </c:pt>
                <c:pt idx="409">
                  <c:v>0.168490735318</c:v>
                </c:pt>
                <c:pt idx="410">
                  <c:v>0.208168621014</c:v>
                </c:pt>
                <c:pt idx="411">
                  <c:v>0.2082438305</c:v>
                </c:pt>
                <c:pt idx="412">
                  <c:v>0.206993464959</c:v>
                </c:pt>
                <c:pt idx="413">
                  <c:v>0.207322962381</c:v>
                </c:pt>
                <c:pt idx="414">
                  <c:v>0.20678915546</c:v>
                </c:pt>
                <c:pt idx="415">
                  <c:v>0.204987737773</c:v>
                </c:pt>
                <c:pt idx="416">
                  <c:v>0.203709437566</c:v>
                </c:pt>
                <c:pt idx="417">
                  <c:v>0.202680604537</c:v>
                </c:pt>
                <c:pt idx="418">
                  <c:v>0.201970822013</c:v>
                </c:pt>
                <c:pt idx="419">
                  <c:v>0.202887785687</c:v>
                </c:pt>
                <c:pt idx="420">
                  <c:v>0.20265891137</c:v>
                </c:pt>
                <c:pt idx="421">
                  <c:v>0.202139626618</c:v>
                </c:pt>
                <c:pt idx="422">
                  <c:v>0.204146896286</c:v>
                </c:pt>
                <c:pt idx="423">
                  <c:v>0.203640224507</c:v>
                </c:pt>
                <c:pt idx="424">
                  <c:v>0.203530092609</c:v>
                </c:pt>
                <c:pt idx="425">
                  <c:v>0.203014107731</c:v>
                </c:pt>
                <c:pt idx="426">
                  <c:v>0.204481898745</c:v>
                </c:pt>
                <c:pt idx="427">
                  <c:v>0.204860857514</c:v>
                </c:pt>
                <c:pt idx="428">
                  <c:v>0.205703181472</c:v>
                </c:pt>
                <c:pt idx="429">
                  <c:v>0.207273660851</c:v>
                </c:pt>
                <c:pt idx="430">
                  <c:v>0.207122624278</c:v>
                </c:pt>
                <c:pt idx="431">
                  <c:v>0.211429350076</c:v>
                </c:pt>
                <c:pt idx="432">
                  <c:v>0.220699181274</c:v>
                </c:pt>
                <c:pt idx="433">
                  <c:v>0.219392267429</c:v>
                </c:pt>
                <c:pt idx="434">
                  <c:v>0.221056349468</c:v>
                </c:pt>
                <c:pt idx="435">
                  <c:v>0.222336288732</c:v>
                </c:pt>
                <c:pt idx="436">
                  <c:v>0.221882381994</c:v>
                </c:pt>
                <c:pt idx="437">
                  <c:v>0.221198020327</c:v>
                </c:pt>
                <c:pt idx="438">
                  <c:v>0.220149621805</c:v>
                </c:pt>
                <c:pt idx="439">
                  <c:v>0.220373413607</c:v>
                </c:pt>
                <c:pt idx="440">
                  <c:v>0.221793161085</c:v>
                </c:pt>
                <c:pt idx="441">
                  <c:v>0.221982010277</c:v>
                </c:pt>
                <c:pt idx="442">
                  <c:v>0.220490673882</c:v>
                </c:pt>
                <c:pt idx="443">
                  <c:v>0.219802950162</c:v>
                </c:pt>
                <c:pt idx="444">
                  <c:v>0.221989471431</c:v>
                </c:pt>
                <c:pt idx="445">
                  <c:v>0.224870390235</c:v>
                </c:pt>
                <c:pt idx="446">
                  <c:v>0.2255711446</c:v>
                </c:pt>
                <c:pt idx="447">
                  <c:v>0.224635878161</c:v>
                </c:pt>
                <c:pt idx="448">
                  <c:v>0.22642729501</c:v>
                </c:pt>
                <c:pt idx="449">
                  <c:v>0.2276308722</c:v>
                </c:pt>
                <c:pt idx="450">
                  <c:v>0.229628960647</c:v>
                </c:pt>
                <c:pt idx="451">
                  <c:v>0.230484386166</c:v>
                </c:pt>
                <c:pt idx="452">
                  <c:v>0.22982156998</c:v>
                </c:pt>
                <c:pt idx="453">
                  <c:v>0.137841482535</c:v>
                </c:pt>
                <c:pt idx="454">
                  <c:v>0.138681075629</c:v>
                </c:pt>
                <c:pt idx="455">
                  <c:v>0.140691256772</c:v>
                </c:pt>
                <c:pt idx="456">
                  <c:v>0.141060821306</c:v>
                </c:pt>
                <c:pt idx="457">
                  <c:v>0.142922315789</c:v>
                </c:pt>
                <c:pt idx="458">
                  <c:v>0.141244164891</c:v>
                </c:pt>
                <c:pt idx="459">
                  <c:v>0.144786364652</c:v>
                </c:pt>
                <c:pt idx="460">
                  <c:v>0.146802612517</c:v>
                </c:pt>
                <c:pt idx="461">
                  <c:v>0.148765365268</c:v>
                </c:pt>
                <c:pt idx="462">
                  <c:v>0.149797071926</c:v>
                </c:pt>
                <c:pt idx="463">
                  <c:v>0.153115656278</c:v>
                </c:pt>
                <c:pt idx="464">
                  <c:v>0.150723025244</c:v>
                </c:pt>
                <c:pt idx="465">
                  <c:v>0.154711947654</c:v>
                </c:pt>
                <c:pt idx="466">
                  <c:v>0.145712006714</c:v>
                </c:pt>
                <c:pt idx="467">
                  <c:v>0.145921030204</c:v>
                </c:pt>
                <c:pt idx="468">
                  <c:v>0.145758522142</c:v>
                </c:pt>
                <c:pt idx="469">
                  <c:v>0.144918705606</c:v>
                </c:pt>
                <c:pt idx="470">
                  <c:v>0.140265805947</c:v>
                </c:pt>
                <c:pt idx="471">
                  <c:v>0.139000705945</c:v>
                </c:pt>
                <c:pt idx="472">
                  <c:v>0.138482994673</c:v>
                </c:pt>
                <c:pt idx="473">
                  <c:v>0.14188018823</c:v>
                </c:pt>
                <c:pt idx="474">
                  <c:v>0.141200389407</c:v>
                </c:pt>
                <c:pt idx="475">
                  <c:v>0.140897258348</c:v>
                </c:pt>
                <c:pt idx="476">
                  <c:v>0.0700765603006</c:v>
                </c:pt>
                <c:pt idx="477">
                  <c:v>0.0710149453627</c:v>
                </c:pt>
                <c:pt idx="478">
                  <c:v>0.0705576450236</c:v>
                </c:pt>
                <c:pt idx="479">
                  <c:v>0.0709984213562</c:v>
                </c:pt>
                <c:pt idx="480">
                  <c:v>0.0723213317398</c:v>
                </c:pt>
                <c:pt idx="481">
                  <c:v>0.0721819318978</c:v>
                </c:pt>
                <c:pt idx="482">
                  <c:v>0.07328809695</c:v>
                </c:pt>
                <c:pt idx="483">
                  <c:v>0.0729900829178</c:v>
                </c:pt>
                <c:pt idx="484">
                  <c:v>0.0721140375611</c:v>
                </c:pt>
                <c:pt idx="485">
                  <c:v>0.0713817541244</c:v>
                </c:pt>
                <c:pt idx="486">
                  <c:v>0.0721369011699</c:v>
                </c:pt>
                <c:pt idx="487">
                  <c:v>0.0723415537743</c:v>
                </c:pt>
                <c:pt idx="488">
                  <c:v>0.0725593957336</c:v>
                </c:pt>
                <c:pt idx="489">
                  <c:v>0.0725974722527</c:v>
                </c:pt>
                <c:pt idx="490">
                  <c:v>0.0731332214645</c:v>
                </c:pt>
                <c:pt idx="491">
                  <c:v>0.07298776981</c:v>
                </c:pt>
                <c:pt idx="492">
                  <c:v>0.0730976122416</c:v>
                </c:pt>
                <c:pt idx="493">
                  <c:v>0.0729148985509</c:v>
                </c:pt>
                <c:pt idx="494">
                  <c:v>0.0735804680079</c:v>
                </c:pt>
                <c:pt idx="495">
                  <c:v>0.0742117999709</c:v>
                </c:pt>
                <c:pt idx="496">
                  <c:v>0.0742211898162</c:v>
                </c:pt>
                <c:pt idx="497">
                  <c:v>0.0739417166963</c:v>
                </c:pt>
                <c:pt idx="498">
                  <c:v>0.0740799569651</c:v>
                </c:pt>
                <c:pt idx="499">
                  <c:v>0.0740289027629</c:v>
                </c:pt>
                <c:pt idx="500">
                  <c:v>0.0741663863615</c:v>
                </c:pt>
                <c:pt idx="501">
                  <c:v>0.074540381051</c:v>
                </c:pt>
                <c:pt idx="502">
                  <c:v>0.0745162514599</c:v>
                </c:pt>
                <c:pt idx="503">
                  <c:v>0.0751816129083</c:v>
                </c:pt>
                <c:pt idx="504">
                  <c:v>0.0758836844021</c:v>
                </c:pt>
                <c:pt idx="505">
                  <c:v>0.076039614974</c:v>
                </c:pt>
                <c:pt idx="506">
                  <c:v>0.0760688508371</c:v>
                </c:pt>
                <c:pt idx="507">
                  <c:v>0.0767477573923</c:v>
                </c:pt>
                <c:pt idx="508">
                  <c:v>0.0764694722552</c:v>
                </c:pt>
                <c:pt idx="509">
                  <c:v>0.0763458841538</c:v>
                </c:pt>
                <c:pt idx="510">
                  <c:v>0.077731107796</c:v>
                </c:pt>
                <c:pt idx="511">
                  <c:v>0.0782096906896</c:v>
                </c:pt>
                <c:pt idx="512">
                  <c:v>0.0774982834091</c:v>
                </c:pt>
                <c:pt idx="513">
                  <c:v>0.0785114009675</c:v>
                </c:pt>
                <c:pt idx="514">
                  <c:v>0.0753747990116</c:v>
                </c:pt>
                <c:pt idx="515">
                  <c:v>0.0753301449788</c:v>
                </c:pt>
                <c:pt idx="516">
                  <c:v>0.0753618847206</c:v>
                </c:pt>
                <c:pt idx="517">
                  <c:v>0.075395265175</c:v>
                </c:pt>
                <c:pt idx="518">
                  <c:v>0.103211862358</c:v>
                </c:pt>
                <c:pt idx="519">
                  <c:v>0.103443791725</c:v>
                </c:pt>
                <c:pt idx="520">
                  <c:v>0.102682426238</c:v>
                </c:pt>
                <c:pt idx="521">
                  <c:v>0.103155736762</c:v>
                </c:pt>
                <c:pt idx="522">
                  <c:v>0.103686469058</c:v>
                </c:pt>
                <c:pt idx="523">
                  <c:v>0.104726352336</c:v>
                </c:pt>
                <c:pt idx="524">
                  <c:v>0.104374465016</c:v>
                </c:pt>
                <c:pt idx="525">
                  <c:v>0.10526713316</c:v>
                </c:pt>
                <c:pt idx="526">
                  <c:v>0.104610951742</c:v>
                </c:pt>
                <c:pt idx="527">
                  <c:v>0.104102917722</c:v>
                </c:pt>
                <c:pt idx="528">
                  <c:v>0.1042360267</c:v>
                </c:pt>
                <c:pt idx="529">
                  <c:v>0.108105464577</c:v>
                </c:pt>
                <c:pt idx="530">
                  <c:v>0.10884764459</c:v>
                </c:pt>
                <c:pt idx="531">
                  <c:v>0.110160591061</c:v>
                </c:pt>
                <c:pt idx="532">
                  <c:v>0.110489679002</c:v>
                </c:pt>
                <c:pt idx="533">
                  <c:v>0.111616951388</c:v>
                </c:pt>
                <c:pt idx="534">
                  <c:v>0.112809642913</c:v>
                </c:pt>
                <c:pt idx="535">
                  <c:v>0.115982772806</c:v>
                </c:pt>
                <c:pt idx="536">
                  <c:v>0.116043551381</c:v>
                </c:pt>
                <c:pt idx="537">
                  <c:v>0.106666540486</c:v>
                </c:pt>
                <c:pt idx="538">
                  <c:v>0.103689125819</c:v>
                </c:pt>
                <c:pt idx="539">
                  <c:v>0.044507072493</c:v>
                </c:pt>
                <c:pt idx="540">
                  <c:v>0.0445733489434</c:v>
                </c:pt>
                <c:pt idx="541">
                  <c:v>0.0435065643116</c:v>
                </c:pt>
                <c:pt idx="542">
                  <c:v>0.0445359372544</c:v>
                </c:pt>
                <c:pt idx="543">
                  <c:v>0.04541386456</c:v>
                </c:pt>
                <c:pt idx="544">
                  <c:v>0.0448146212388</c:v>
                </c:pt>
                <c:pt idx="545">
                  <c:v>0.0451922660687</c:v>
                </c:pt>
                <c:pt idx="546">
                  <c:v>0.0437005413628</c:v>
                </c:pt>
                <c:pt idx="547">
                  <c:v>0.0448065504787</c:v>
                </c:pt>
                <c:pt idx="548">
                  <c:v>0.0448082980305</c:v>
                </c:pt>
                <c:pt idx="549">
                  <c:v>0.0434947503688</c:v>
                </c:pt>
                <c:pt idx="550">
                  <c:v>0.0442948095198</c:v>
                </c:pt>
                <c:pt idx="551">
                  <c:v>0.0443071425942</c:v>
                </c:pt>
                <c:pt idx="552">
                  <c:v>0.0449690106868</c:v>
                </c:pt>
                <c:pt idx="553">
                  <c:v>0.0461047769754</c:v>
                </c:pt>
                <c:pt idx="554">
                  <c:v>0.0454129755664</c:v>
                </c:pt>
                <c:pt idx="555">
                  <c:v>0.0451626501713</c:v>
                </c:pt>
                <c:pt idx="556">
                  <c:v>0.0456609915473</c:v>
                </c:pt>
                <c:pt idx="557">
                  <c:v>0.0460668588535</c:v>
                </c:pt>
                <c:pt idx="558">
                  <c:v>0.0470262487556</c:v>
                </c:pt>
                <c:pt idx="559">
                  <c:v>0.0483959917816</c:v>
                </c:pt>
                <c:pt idx="560">
                  <c:v>0.0489384060631</c:v>
                </c:pt>
                <c:pt idx="561">
                  <c:v>0.0484194983214</c:v>
                </c:pt>
                <c:pt idx="562">
                  <c:v>0.0492333231888</c:v>
                </c:pt>
                <c:pt idx="563">
                  <c:v>0.0491644404307</c:v>
                </c:pt>
                <c:pt idx="564">
                  <c:v>0.0494414812955</c:v>
                </c:pt>
                <c:pt idx="565">
                  <c:v>0.049465147462</c:v>
                </c:pt>
                <c:pt idx="566">
                  <c:v>0.0487496355783</c:v>
                </c:pt>
                <c:pt idx="567">
                  <c:v>0.0483732983936</c:v>
                </c:pt>
                <c:pt idx="568">
                  <c:v>0.0480404267416</c:v>
                </c:pt>
                <c:pt idx="569">
                  <c:v>0.0475763877478</c:v>
                </c:pt>
                <c:pt idx="570">
                  <c:v>0.0461602483132</c:v>
                </c:pt>
                <c:pt idx="571">
                  <c:v>0.0444445959735</c:v>
                </c:pt>
                <c:pt idx="572">
                  <c:v>0.0436413098545</c:v>
                </c:pt>
                <c:pt idx="573">
                  <c:v>0.0428646542057</c:v>
                </c:pt>
                <c:pt idx="574">
                  <c:v>0.0428061645522</c:v>
                </c:pt>
                <c:pt idx="575">
                  <c:v>0.0437660530924</c:v>
                </c:pt>
                <c:pt idx="576">
                  <c:v>0.0425584042919</c:v>
                </c:pt>
                <c:pt idx="577">
                  <c:v>0.0441679694912</c:v>
                </c:pt>
                <c:pt idx="578">
                  <c:v>0.044004563367</c:v>
                </c:pt>
                <c:pt idx="579">
                  <c:v>0.0453639918598</c:v>
                </c:pt>
                <c:pt idx="580">
                  <c:v>0.0457924475702</c:v>
                </c:pt>
                <c:pt idx="581">
                  <c:v>0.0988205409708</c:v>
                </c:pt>
                <c:pt idx="582">
                  <c:v>0.0980304551928</c:v>
                </c:pt>
                <c:pt idx="583">
                  <c:v>0.0989986754477</c:v>
                </c:pt>
                <c:pt idx="584">
                  <c:v>0.0980575557996</c:v>
                </c:pt>
                <c:pt idx="585">
                  <c:v>0.0989209328129</c:v>
                </c:pt>
                <c:pt idx="586">
                  <c:v>0.0986070803638</c:v>
                </c:pt>
                <c:pt idx="587">
                  <c:v>0.0979870790447</c:v>
                </c:pt>
                <c:pt idx="588">
                  <c:v>0.0991092245776</c:v>
                </c:pt>
                <c:pt idx="589">
                  <c:v>0.098092393178</c:v>
                </c:pt>
                <c:pt idx="590">
                  <c:v>0.0977752906583</c:v>
                </c:pt>
                <c:pt idx="591">
                  <c:v>0.0993386040774</c:v>
                </c:pt>
                <c:pt idx="592">
                  <c:v>0.0985143020453</c:v>
                </c:pt>
                <c:pt idx="593">
                  <c:v>0.0956812295828</c:v>
                </c:pt>
                <c:pt idx="594">
                  <c:v>0.0963156049036</c:v>
                </c:pt>
                <c:pt idx="595">
                  <c:v>0.0957759328118</c:v>
                </c:pt>
                <c:pt idx="596">
                  <c:v>0.0960560536574</c:v>
                </c:pt>
                <c:pt idx="597">
                  <c:v>0.0953445310836</c:v>
                </c:pt>
                <c:pt idx="598">
                  <c:v>0.0938102199298</c:v>
                </c:pt>
                <c:pt idx="599">
                  <c:v>0.0926535004159</c:v>
                </c:pt>
                <c:pt idx="600">
                  <c:v>0.0930860239783</c:v>
                </c:pt>
                <c:pt idx="601">
                  <c:v>0.0929275599009</c:v>
                </c:pt>
                <c:pt idx="602">
                  <c:v>0.0907927890548</c:v>
                </c:pt>
                <c:pt idx="603">
                  <c:v>0.0964101198918</c:v>
                </c:pt>
                <c:pt idx="604">
                  <c:v>0.0988951870808</c:v>
                </c:pt>
                <c:pt idx="605">
                  <c:v>0.0989580410819</c:v>
                </c:pt>
                <c:pt idx="606">
                  <c:v>0.0991704806874</c:v>
                </c:pt>
                <c:pt idx="607">
                  <c:v>0.098458785119</c:v>
                </c:pt>
                <c:pt idx="608">
                  <c:v>0.0980624801209</c:v>
                </c:pt>
                <c:pt idx="609">
                  <c:v>0.0970807533461</c:v>
                </c:pt>
                <c:pt idx="610">
                  <c:v>0.0964756172613</c:v>
                </c:pt>
                <c:pt idx="611">
                  <c:v>0.0951970040032</c:v>
                </c:pt>
                <c:pt idx="612">
                  <c:v>0.0953190523957</c:v>
                </c:pt>
                <c:pt idx="613">
                  <c:v>0.0935069738983</c:v>
                </c:pt>
                <c:pt idx="614">
                  <c:v>0.0950980451391</c:v>
                </c:pt>
                <c:pt idx="615">
                  <c:v>0.0948937804875</c:v>
                </c:pt>
                <c:pt idx="616">
                  <c:v>0.0941325128236</c:v>
                </c:pt>
                <c:pt idx="617">
                  <c:v>0.0939585027544</c:v>
                </c:pt>
                <c:pt idx="618">
                  <c:v>0.0942221902095</c:v>
                </c:pt>
                <c:pt idx="619">
                  <c:v>0.093465115419</c:v>
                </c:pt>
                <c:pt idx="620">
                  <c:v>0.0943008799461</c:v>
                </c:pt>
                <c:pt idx="621">
                  <c:v>0.0950627927907</c:v>
                </c:pt>
                <c:pt idx="622">
                  <c:v>0.0933074385153</c:v>
                </c:pt>
                <c:pt idx="623">
                  <c:v>0.09282301293</c:v>
                </c:pt>
                <c:pt idx="624">
                  <c:v>0.10471568101</c:v>
                </c:pt>
                <c:pt idx="625">
                  <c:v>0.106281522126</c:v>
                </c:pt>
                <c:pt idx="626">
                  <c:v>0.104972494655</c:v>
                </c:pt>
                <c:pt idx="627">
                  <c:v>0.105405227935</c:v>
                </c:pt>
                <c:pt idx="628">
                  <c:v>0.103821971291</c:v>
                </c:pt>
                <c:pt idx="629">
                  <c:v>0.100807144636</c:v>
                </c:pt>
                <c:pt idx="630">
                  <c:v>0.102793732137</c:v>
                </c:pt>
                <c:pt idx="631">
                  <c:v>0.102560071617</c:v>
                </c:pt>
                <c:pt idx="632">
                  <c:v>0.103927986111</c:v>
                </c:pt>
                <c:pt idx="633">
                  <c:v>0.104587909698</c:v>
                </c:pt>
                <c:pt idx="634">
                  <c:v>0.102464758631</c:v>
                </c:pt>
                <c:pt idx="635">
                  <c:v>0.101462812142</c:v>
                </c:pt>
                <c:pt idx="636">
                  <c:v>0.101742008171</c:v>
                </c:pt>
                <c:pt idx="637">
                  <c:v>0.101415765003</c:v>
                </c:pt>
                <c:pt idx="638">
                  <c:v>0.100745809811</c:v>
                </c:pt>
                <c:pt idx="639">
                  <c:v>0.098511070158</c:v>
                </c:pt>
                <c:pt idx="640">
                  <c:v>0.098803962525</c:v>
                </c:pt>
                <c:pt idx="641">
                  <c:v>0.100757562311</c:v>
                </c:pt>
                <c:pt idx="642">
                  <c:v>0.0988904953071</c:v>
                </c:pt>
                <c:pt idx="643">
                  <c:v>0.0984931310606</c:v>
                </c:pt>
                <c:pt idx="644">
                  <c:v>0.0997232861277</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numCache>
            </c:numRef>
          </c:val>
          <c:smooth val="0"/>
        </c:ser>
        <c:ser>
          <c:idx val="1"/>
          <c:order val="1"/>
          <c:tx>
            <c:strRef>
              <c:f>MWRP</c:f>
              <c:strCache>
                <c:ptCount val="1"/>
                <c:pt idx="0">
                  <c:v>MWRP</c:v>
                </c:pt>
              </c:strCache>
            </c:strRef>
          </c:tx>
          <c:spPr>
            <a:ln w="16193" cap="rnd">
              <a:solidFill>
                <a:srgbClr val="12838D"/>
              </a:solidFill>
              <a:prstDash val="solid"/>
              <a:round/>
            </a:ln>
          </c:spPr>
          <c:marker>
            <c:symbol val="none"/>
          </c:marker>
          <c:dLbls>
            <c:delete val="1"/>
          </c:dLbls>
          <c:cat>
            <c:strRef>
              <c:f>'Chart Data'!$C$2:$C$703</c:f>
              <c:strCache>
                <c:ptCount val="702"/>
                <c:pt idx="0">
                  <c:v>2024-01-02</c:v>
                </c:pt>
                <c:pt idx="1">
                  <c:v>2024-01-03</c:v>
                </c:pt>
                <c:pt idx="2">
                  <c:v>2024-01-04</c:v>
                </c:pt>
                <c:pt idx="3">
                  <c:v>2024-01-05</c:v>
                </c:pt>
                <c:pt idx="4">
                  <c:v>2024-01-08</c:v>
                </c:pt>
                <c:pt idx="5">
                  <c:v>2024-01-09</c:v>
                </c:pt>
                <c:pt idx="6">
                  <c:v>2024-01-10</c:v>
                </c:pt>
                <c:pt idx="7">
                  <c:v>2024-01-11</c:v>
                </c:pt>
                <c:pt idx="8">
                  <c:v>2024-01-12</c:v>
                </c:pt>
                <c:pt idx="9">
                  <c:v>2024-01-15</c:v>
                </c:pt>
                <c:pt idx="10">
                  <c:v>2024-01-16</c:v>
                </c:pt>
                <c:pt idx="11">
                  <c:v>2024-01-17</c:v>
                </c:pt>
                <c:pt idx="12">
                  <c:v>2024-01-18</c:v>
                </c:pt>
                <c:pt idx="13">
                  <c:v>2024-01-19</c:v>
                </c:pt>
                <c:pt idx="14">
                  <c:v>2024-01-22</c:v>
                </c:pt>
                <c:pt idx="15">
                  <c:v>2024-01-23</c:v>
                </c:pt>
                <c:pt idx="16">
                  <c:v>2024-01-24</c:v>
                </c:pt>
                <c:pt idx="17">
                  <c:v>2024-01-25</c:v>
                </c:pt>
                <c:pt idx="18">
                  <c:v>2024-01-26</c:v>
                </c:pt>
                <c:pt idx="19">
                  <c:v>2024-01-29</c:v>
                </c:pt>
                <c:pt idx="20">
                  <c:v>2024-01-30</c:v>
                </c:pt>
                <c:pt idx="21">
                  <c:v>2024-01-31</c:v>
                </c:pt>
                <c:pt idx="22">
                  <c:v>2024-02-01</c:v>
                </c:pt>
                <c:pt idx="23">
                  <c:v>2024-02-02</c:v>
                </c:pt>
                <c:pt idx="24">
                  <c:v>2024-02-05</c:v>
                </c:pt>
                <c:pt idx="25">
                  <c:v>2024-02-06</c:v>
                </c:pt>
                <c:pt idx="26">
                  <c:v>2024-02-07</c:v>
                </c:pt>
                <c:pt idx="27">
                  <c:v>2024-02-08</c:v>
                </c:pt>
                <c:pt idx="28">
                  <c:v>2024-02-09</c:v>
                </c:pt>
                <c:pt idx="29">
                  <c:v>2024-02-12</c:v>
                </c:pt>
                <c:pt idx="30">
                  <c:v>2024-02-13</c:v>
                </c:pt>
                <c:pt idx="31">
                  <c:v>2024-02-14</c:v>
                </c:pt>
                <c:pt idx="32">
                  <c:v>2024-02-15</c:v>
                </c:pt>
                <c:pt idx="33">
                  <c:v>2024-02-16</c:v>
                </c:pt>
                <c:pt idx="34">
                  <c:v>2024-02-19</c:v>
                </c:pt>
                <c:pt idx="35">
                  <c:v>2024-02-20</c:v>
                </c:pt>
                <c:pt idx="36">
                  <c:v>2024-02-21</c:v>
                </c:pt>
                <c:pt idx="37">
                  <c:v>2024-02-22</c:v>
                </c:pt>
                <c:pt idx="38">
                  <c:v>2024-02-23</c:v>
                </c:pt>
                <c:pt idx="39">
                  <c:v>2024-02-26</c:v>
                </c:pt>
                <c:pt idx="40">
                  <c:v>2024-02-27</c:v>
                </c:pt>
                <c:pt idx="41">
                  <c:v>2024-02-28</c:v>
                </c:pt>
                <c:pt idx="42">
                  <c:v>2024-02-29</c:v>
                </c:pt>
                <c:pt idx="43">
                  <c:v>2024-03-01</c:v>
                </c:pt>
                <c:pt idx="44">
                  <c:v>2024-03-04</c:v>
                </c:pt>
                <c:pt idx="45">
                  <c:v>2024-03-05</c:v>
                </c:pt>
                <c:pt idx="46">
                  <c:v>2024-03-06</c:v>
                </c:pt>
                <c:pt idx="47">
                  <c:v>2024-03-07</c:v>
                </c:pt>
                <c:pt idx="48">
                  <c:v>2024-03-08</c:v>
                </c:pt>
                <c:pt idx="49">
                  <c:v>2024-03-11</c:v>
                </c:pt>
                <c:pt idx="50">
                  <c:v>2024-03-12</c:v>
                </c:pt>
                <c:pt idx="51">
                  <c:v>2024-03-13</c:v>
                </c:pt>
                <c:pt idx="52">
                  <c:v>2024-03-14</c:v>
                </c:pt>
                <c:pt idx="53">
                  <c:v>2024-03-15</c:v>
                </c:pt>
                <c:pt idx="54">
                  <c:v>2024-03-18</c:v>
                </c:pt>
                <c:pt idx="55">
                  <c:v>2024-03-19</c:v>
                </c:pt>
                <c:pt idx="56">
                  <c:v>2024-03-20</c:v>
                </c:pt>
                <c:pt idx="57">
                  <c:v>2024-03-21</c:v>
                </c:pt>
                <c:pt idx="58">
                  <c:v>2024-03-22</c:v>
                </c:pt>
                <c:pt idx="59">
                  <c:v>2024-03-25</c:v>
                </c:pt>
                <c:pt idx="60">
                  <c:v>2024-03-26</c:v>
                </c:pt>
                <c:pt idx="61">
                  <c:v>2024-03-27</c:v>
                </c:pt>
                <c:pt idx="62">
                  <c:v>2024-03-28</c:v>
                </c:pt>
                <c:pt idx="63">
                  <c:v>2024-04-01</c:v>
                </c:pt>
                <c:pt idx="64">
                  <c:v>2024-04-02</c:v>
                </c:pt>
                <c:pt idx="65">
                  <c:v>2024-04-03</c:v>
                </c:pt>
                <c:pt idx="66">
                  <c:v>2024-04-04</c:v>
                </c:pt>
                <c:pt idx="67">
                  <c:v>2024-04-05</c:v>
                </c:pt>
                <c:pt idx="68">
                  <c:v>2024-04-08</c:v>
                </c:pt>
                <c:pt idx="69">
                  <c:v>2024-04-09</c:v>
                </c:pt>
                <c:pt idx="70">
                  <c:v>2024-04-10</c:v>
                </c:pt>
                <c:pt idx="71">
                  <c:v>2024-04-11</c:v>
                </c:pt>
                <c:pt idx="72">
                  <c:v>2024-04-12</c:v>
                </c:pt>
                <c:pt idx="73">
                  <c:v>2024-04-15</c:v>
                </c:pt>
                <c:pt idx="74">
                  <c:v>2024-04-16</c:v>
                </c:pt>
                <c:pt idx="75">
                  <c:v>2024-04-17</c:v>
                </c:pt>
                <c:pt idx="76">
                  <c:v>2024-04-18</c:v>
                </c:pt>
                <c:pt idx="77">
                  <c:v>2024-04-19</c:v>
                </c:pt>
                <c:pt idx="78">
                  <c:v>2024-04-22</c:v>
                </c:pt>
                <c:pt idx="79">
                  <c:v>2024-04-23</c:v>
                </c:pt>
                <c:pt idx="80">
                  <c:v>2024-04-24</c:v>
                </c:pt>
                <c:pt idx="81">
                  <c:v>2024-04-25</c:v>
                </c:pt>
                <c:pt idx="82">
                  <c:v>2024-04-26</c:v>
                </c:pt>
                <c:pt idx="83">
                  <c:v>2024-04-29</c:v>
                </c:pt>
                <c:pt idx="84">
                  <c:v>2024-04-30</c:v>
                </c:pt>
                <c:pt idx="85">
                  <c:v>2024-05-01</c:v>
                </c:pt>
                <c:pt idx="86">
                  <c:v>2024-05-02</c:v>
                </c:pt>
                <c:pt idx="87">
                  <c:v>2024-05-03</c:v>
                </c:pt>
                <c:pt idx="88">
                  <c:v>2024-05-06</c:v>
                </c:pt>
                <c:pt idx="89">
                  <c:v>2024-05-07</c:v>
                </c:pt>
                <c:pt idx="90">
                  <c:v>2024-05-08</c:v>
                </c:pt>
                <c:pt idx="91">
                  <c:v>2024-05-09</c:v>
                </c:pt>
                <c:pt idx="92">
                  <c:v>2024-05-10</c:v>
                </c:pt>
                <c:pt idx="93">
                  <c:v>2024-05-13</c:v>
                </c:pt>
                <c:pt idx="94">
                  <c:v>2024-05-14</c:v>
                </c:pt>
                <c:pt idx="95">
                  <c:v>2024-05-15</c:v>
                </c:pt>
                <c:pt idx="96">
                  <c:v>2024-05-16</c:v>
                </c:pt>
                <c:pt idx="97">
                  <c:v>2024-05-17</c:v>
                </c:pt>
                <c:pt idx="98">
                  <c:v>2024-05-20</c:v>
                </c:pt>
                <c:pt idx="99">
                  <c:v>2024-05-21</c:v>
                </c:pt>
                <c:pt idx="100">
                  <c:v>2024-05-22</c:v>
                </c:pt>
                <c:pt idx="101">
                  <c:v>2024-05-23</c:v>
                </c:pt>
                <c:pt idx="102">
                  <c:v>2024-05-24</c:v>
                </c:pt>
                <c:pt idx="103">
                  <c:v>2024-05-27</c:v>
                </c:pt>
                <c:pt idx="104">
                  <c:v>2024-05-28</c:v>
                </c:pt>
                <c:pt idx="105">
                  <c:v>2024-05-29</c:v>
                </c:pt>
                <c:pt idx="106">
                  <c:v>2024-05-30</c:v>
                </c:pt>
                <c:pt idx="107">
                  <c:v>2024-05-31</c:v>
                </c:pt>
                <c:pt idx="108">
                  <c:v>2024-06-03</c:v>
                </c:pt>
                <c:pt idx="109">
                  <c:v>2024-06-04</c:v>
                </c:pt>
                <c:pt idx="110">
                  <c:v>2024-06-05</c:v>
                </c:pt>
                <c:pt idx="111">
                  <c:v>2024-06-06</c:v>
                </c:pt>
                <c:pt idx="112">
                  <c:v>2024-06-07</c:v>
                </c:pt>
                <c:pt idx="113">
                  <c:v>2024-06-10</c:v>
                </c:pt>
                <c:pt idx="114">
                  <c:v>2024-06-11</c:v>
                </c:pt>
                <c:pt idx="115">
                  <c:v>2024-06-12</c:v>
                </c:pt>
                <c:pt idx="116">
                  <c:v>2024-06-13</c:v>
                </c:pt>
                <c:pt idx="117">
                  <c:v>2024-06-14</c:v>
                </c:pt>
                <c:pt idx="118">
                  <c:v>2024-06-17</c:v>
                </c:pt>
                <c:pt idx="119">
                  <c:v>2024-06-18</c:v>
                </c:pt>
                <c:pt idx="120">
                  <c:v>2024-06-19</c:v>
                </c:pt>
                <c:pt idx="121">
                  <c:v>2024-06-20</c:v>
                </c:pt>
                <c:pt idx="122">
                  <c:v>2024-06-21</c:v>
                </c:pt>
                <c:pt idx="123">
                  <c:v>2024-06-24</c:v>
                </c:pt>
                <c:pt idx="124">
                  <c:v>2024-06-25</c:v>
                </c:pt>
                <c:pt idx="125">
                  <c:v>2024-06-26</c:v>
                </c:pt>
                <c:pt idx="126">
                  <c:v>2024-06-27</c:v>
                </c:pt>
                <c:pt idx="127">
                  <c:v>2024-06-28</c:v>
                </c:pt>
                <c:pt idx="128">
                  <c:v>2024-07-01</c:v>
                </c:pt>
                <c:pt idx="129">
                  <c:v>2024-07-02</c:v>
                </c:pt>
                <c:pt idx="130">
                  <c:v>2024-07-03</c:v>
                </c:pt>
                <c:pt idx="131">
                  <c:v>2024-07-04</c:v>
                </c:pt>
                <c:pt idx="132">
                  <c:v>2024-07-05</c:v>
                </c:pt>
                <c:pt idx="133">
                  <c:v>2024-07-08</c:v>
                </c:pt>
                <c:pt idx="134">
                  <c:v>2024-07-09</c:v>
                </c:pt>
                <c:pt idx="135">
                  <c:v>2024-07-10</c:v>
                </c:pt>
                <c:pt idx="136">
                  <c:v>2024-07-11</c:v>
                </c:pt>
                <c:pt idx="137">
                  <c:v>2024-07-12</c:v>
                </c:pt>
                <c:pt idx="138">
                  <c:v>2024-07-15</c:v>
                </c:pt>
                <c:pt idx="139">
                  <c:v>2024-07-16</c:v>
                </c:pt>
                <c:pt idx="140">
                  <c:v>2024-07-17</c:v>
                </c:pt>
                <c:pt idx="141">
                  <c:v>2024-07-18</c:v>
                </c:pt>
                <c:pt idx="142">
                  <c:v>2024-07-19</c:v>
                </c:pt>
                <c:pt idx="143">
                  <c:v>2024-07-22</c:v>
                </c:pt>
                <c:pt idx="144">
                  <c:v>2024-07-23</c:v>
                </c:pt>
                <c:pt idx="145">
                  <c:v>2024-07-24</c:v>
                </c:pt>
                <c:pt idx="146">
                  <c:v>2024-07-25</c:v>
                </c:pt>
                <c:pt idx="147">
                  <c:v>2024-07-26</c:v>
                </c:pt>
                <c:pt idx="148">
                  <c:v>2024-07-29</c:v>
                </c:pt>
                <c:pt idx="149">
                  <c:v>2024-07-30</c:v>
                </c:pt>
                <c:pt idx="150">
                  <c:v>2024-07-31</c:v>
                </c:pt>
                <c:pt idx="151">
                  <c:v>2024-08-01</c:v>
                </c:pt>
                <c:pt idx="152">
                  <c:v>2024-08-02</c:v>
                </c:pt>
                <c:pt idx="153">
                  <c:v>2024-08-05</c:v>
                </c:pt>
                <c:pt idx="154">
                  <c:v>2024-08-06</c:v>
                </c:pt>
                <c:pt idx="155">
                  <c:v>2024-08-07</c:v>
                </c:pt>
                <c:pt idx="156">
                  <c:v>2024-08-08</c:v>
                </c:pt>
                <c:pt idx="157">
                  <c:v>2024-08-09</c:v>
                </c:pt>
                <c:pt idx="158">
                  <c:v>2024-08-12</c:v>
                </c:pt>
                <c:pt idx="159">
                  <c:v>2024-08-13</c:v>
                </c:pt>
                <c:pt idx="160">
                  <c:v>2024-08-14</c:v>
                </c:pt>
                <c:pt idx="161">
                  <c:v>2024-08-15</c:v>
                </c:pt>
                <c:pt idx="162">
                  <c:v>2024-08-16</c:v>
                </c:pt>
                <c:pt idx="163">
                  <c:v>2024-08-19</c:v>
                </c:pt>
                <c:pt idx="164">
                  <c:v>2024-08-20</c:v>
                </c:pt>
                <c:pt idx="165">
                  <c:v>2024-08-21</c:v>
                </c:pt>
                <c:pt idx="166">
                  <c:v>2024-08-22</c:v>
                </c:pt>
                <c:pt idx="167">
                  <c:v>2024-08-23</c:v>
                </c:pt>
                <c:pt idx="168">
                  <c:v>2024-08-26</c:v>
                </c:pt>
                <c:pt idx="169">
                  <c:v>2024-08-27</c:v>
                </c:pt>
                <c:pt idx="170">
                  <c:v>2024-08-28</c:v>
                </c:pt>
                <c:pt idx="171">
                  <c:v>2024-08-29</c:v>
                </c:pt>
                <c:pt idx="172">
                  <c:v>2024-08-30</c:v>
                </c:pt>
                <c:pt idx="173">
                  <c:v>2024-09-02</c:v>
                </c:pt>
                <c:pt idx="174">
                  <c:v>2024-09-03</c:v>
                </c:pt>
                <c:pt idx="175">
                  <c:v>2024-09-04</c:v>
                </c:pt>
                <c:pt idx="176">
                  <c:v>2024-09-05</c:v>
                </c:pt>
                <c:pt idx="177">
                  <c:v>2024-09-06</c:v>
                </c:pt>
                <c:pt idx="178">
                  <c:v>2024-09-09</c:v>
                </c:pt>
                <c:pt idx="179">
                  <c:v>2024-09-10</c:v>
                </c:pt>
                <c:pt idx="180">
                  <c:v>2024-09-11</c:v>
                </c:pt>
                <c:pt idx="181">
                  <c:v>2024-09-12</c:v>
                </c:pt>
                <c:pt idx="182">
                  <c:v>2024-09-13</c:v>
                </c:pt>
                <c:pt idx="183">
                  <c:v>2024-09-16</c:v>
                </c:pt>
                <c:pt idx="184">
                  <c:v>2024-09-17</c:v>
                </c:pt>
                <c:pt idx="185">
                  <c:v>2024-09-18</c:v>
                </c:pt>
                <c:pt idx="186">
                  <c:v>2024-09-19</c:v>
                </c:pt>
                <c:pt idx="187">
                  <c:v>2024-09-20</c:v>
                </c:pt>
                <c:pt idx="188">
                  <c:v>2024-09-23</c:v>
                </c:pt>
                <c:pt idx="189">
                  <c:v>2024-09-24</c:v>
                </c:pt>
                <c:pt idx="190">
                  <c:v>2024-09-25</c:v>
                </c:pt>
                <c:pt idx="191">
                  <c:v>2024-09-26</c:v>
                </c:pt>
                <c:pt idx="192">
                  <c:v>2024-09-27</c:v>
                </c:pt>
                <c:pt idx="193">
                  <c:v>2024-09-30</c:v>
                </c:pt>
                <c:pt idx="194">
                  <c:v>2024-10-01</c:v>
                </c:pt>
                <c:pt idx="195">
                  <c:v>2024-10-02</c:v>
                </c:pt>
                <c:pt idx="196">
                  <c:v>2024-10-03</c:v>
                </c:pt>
                <c:pt idx="197">
                  <c:v>2024-10-04</c:v>
                </c:pt>
                <c:pt idx="198">
                  <c:v>2024-10-07</c:v>
                </c:pt>
                <c:pt idx="199">
                  <c:v>2024-10-08</c:v>
                </c:pt>
                <c:pt idx="200">
                  <c:v>2024-10-09</c:v>
                </c:pt>
                <c:pt idx="201">
                  <c:v>2024-10-10</c:v>
                </c:pt>
                <c:pt idx="202">
                  <c:v>2024-10-11</c:v>
                </c:pt>
                <c:pt idx="203">
                  <c:v>2024-10-14</c:v>
                </c:pt>
                <c:pt idx="204">
                  <c:v>2024-10-15</c:v>
                </c:pt>
                <c:pt idx="205">
                  <c:v>2024-10-16</c:v>
                </c:pt>
                <c:pt idx="206">
                  <c:v>2024-10-17</c:v>
                </c:pt>
                <c:pt idx="207">
                  <c:v>2024-10-18</c:v>
                </c:pt>
                <c:pt idx="208">
                  <c:v>2024-10-21</c:v>
                </c:pt>
                <c:pt idx="209">
                  <c:v>2024-10-22</c:v>
                </c:pt>
                <c:pt idx="210">
                  <c:v>2024-10-23</c:v>
                </c:pt>
                <c:pt idx="211">
                  <c:v>2024-10-24</c:v>
                </c:pt>
                <c:pt idx="212">
                  <c:v>2024-10-25</c:v>
                </c:pt>
                <c:pt idx="213">
                  <c:v>2024-10-28</c:v>
                </c:pt>
                <c:pt idx="214">
                  <c:v>2024-10-29</c:v>
                </c:pt>
                <c:pt idx="215">
                  <c:v>2024-10-30</c:v>
                </c:pt>
                <c:pt idx="216">
                  <c:v>2024-10-31</c:v>
                </c:pt>
                <c:pt idx="217">
                  <c:v>2024-11-01</c:v>
                </c:pt>
                <c:pt idx="218">
                  <c:v>2024-11-04</c:v>
                </c:pt>
                <c:pt idx="219">
                  <c:v>2024-11-05</c:v>
                </c:pt>
                <c:pt idx="220">
                  <c:v>2024-11-06</c:v>
                </c:pt>
                <c:pt idx="221">
                  <c:v>2024-11-07</c:v>
                </c:pt>
                <c:pt idx="222">
                  <c:v>2024-11-08</c:v>
                </c:pt>
                <c:pt idx="223">
                  <c:v>2024-11-11</c:v>
                </c:pt>
                <c:pt idx="224">
                  <c:v>2024-11-12</c:v>
                </c:pt>
                <c:pt idx="225">
                  <c:v>2024-11-13</c:v>
                </c:pt>
                <c:pt idx="226">
                  <c:v>2024-11-14</c:v>
                </c:pt>
                <c:pt idx="227">
                  <c:v>2024-11-15</c:v>
                </c:pt>
                <c:pt idx="228">
                  <c:v>2024-11-18</c:v>
                </c:pt>
                <c:pt idx="229">
                  <c:v>2024-11-19</c:v>
                </c:pt>
                <c:pt idx="230">
                  <c:v>2024-11-20</c:v>
                </c:pt>
                <c:pt idx="231">
                  <c:v>2024-11-21</c:v>
                </c:pt>
                <c:pt idx="232">
                  <c:v>2024-11-22</c:v>
                </c:pt>
                <c:pt idx="233">
                  <c:v>2024-11-25</c:v>
                </c:pt>
                <c:pt idx="234">
                  <c:v>2024-11-26</c:v>
                </c:pt>
                <c:pt idx="235">
                  <c:v>2024-11-27</c:v>
                </c:pt>
                <c:pt idx="236">
                  <c:v>2024-11-28</c:v>
                </c:pt>
                <c:pt idx="237">
                  <c:v>2024-11-29</c:v>
                </c:pt>
                <c:pt idx="238">
                  <c:v>2024-12-02</c:v>
                </c:pt>
                <c:pt idx="239">
                  <c:v>2024-12-03</c:v>
                </c:pt>
                <c:pt idx="240">
                  <c:v>2024-12-04</c:v>
                </c:pt>
                <c:pt idx="241">
                  <c:v>2024-12-05</c:v>
                </c:pt>
                <c:pt idx="242">
                  <c:v>2024-12-06</c:v>
                </c:pt>
                <c:pt idx="243">
                  <c:v>2024-12-09</c:v>
                </c:pt>
                <c:pt idx="244">
                  <c:v>2024-12-10</c:v>
                </c:pt>
                <c:pt idx="245">
                  <c:v>2024-12-11</c:v>
                </c:pt>
                <c:pt idx="246">
                  <c:v>2024-12-12</c:v>
                </c:pt>
                <c:pt idx="247">
                  <c:v>2024-12-13</c:v>
                </c:pt>
                <c:pt idx="248">
                  <c:v>2024-12-16</c:v>
                </c:pt>
                <c:pt idx="249">
                  <c:v>2024-12-17</c:v>
                </c:pt>
                <c:pt idx="250">
                  <c:v>2024-12-18</c:v>
                </c:pt>
                <c:pt idx="251">
                  <c:v>2024-12-19</c:v>
                </c:pt>
                <c:pt idx="252">
                  <c:v>2024-12-20</c:v>
                </c:pt>
                <c:pt idx="253">
                  <c:v>2024-12-23</c:v>
                </c:pt>
                <c:pt idx="254">
                  <c:v>2024-12-24</c:v>
                </c:pt>
                <c:pt idx="255">
                  <c:v>2024-12-26</c:v>
                </c:pt>
                <c:pt idx="256">
                  <c:v>2024-12-27</c:v>
                </c:pt>
                <c:pt idx="257">
                  <c:v>2024-12-30</c:v>
                </c:pt>
                <c:pt idx="258">
                  <c:v>2024-12-31</c:v>
                </c:pt>
                <c:pt idx="259">
                  <c:v>2025-01-02</c:v>
                </c:pt>
                <c:pt idx="260">
                  <c:v>2025-01-03</c:v>
                </c:pt>
                <c:pt idx="261">
                  <c:v>2025-01-06</c:v>
                </c:pt>
                <c:pt idx="262">
                  <c:v>2025-01-07</c:v>
                </c:pt>
                <c:pt idx="263">
                  <c:v>2025-01-08</c:v>
                </c:pt>
                <c:pt idx="264">
                  <c:v>2025-01-09</c:v>
                </c:pt>
                <c:pt idx="265">
                  <c:v>2025-01-10</c:v>
                </c:pt>
                <c:pt idx="266">
                  <c:v>2025-01-13</c:v>
                </c:pt>
                <c:pt idx="267">
                  <c:v>2025-01-14</c:v>
                </c:pt>
                <c:pt idx="268">
                  <c:v>2025-01-15</c:v>
                </c:pt>
                <c:pt idx="269">
                  <c:v>2025-01-16</c:v>
                </c:pt>
                <c:pt idx="270">
                  <c:v>2025-01-17</c:v>
                </c:pt>
                <c:pt idx="271">
                  <c:v>2025-01-20</c:v>
                </c:pt>
                <c:pt idx="272">
                  <c:v>2025-01-21</c:v>
                </c:pt>
                <c:pt idx="273">
                  <c:v>2025-01-22</c:v>
                </c:pt>
                <c:pt idx="274">
                  <c:v>2025-01-23</c:v>
                </c:pt>
                <c:pt idx="275">
                  <c:v>2025-01-24</c:v>
                </c:pt>
                <c:pt idx="276">
                  <c:v>2025-01-27</c:v>
                </c:pt>
                <c:pt idx="277">
                  <c:v>2025-01-28</c:v>
                </c:pt>
                <c:pt idx="278">
                  <c:v>2025-01-29</c:v>
                </c:pt>
                <c:pt idx="279">
                  <c:v>2025-01-30</c:v>
                </c:pt>
                <c:pt idx="280">
                  <c:v>2025-01-31</c:v>
                </c:pt>
                <c:pt idx="281">
                  <c:v>2025-02-03</c:v>
                </c:pt>
                <c:pt idx="282">
                  <c:v>2025-02-04</c:v>
                </c:pt>
                <c:pt idx="283">
                  <c:v>2025-02-05</c:v>
                </c:pt>
                <c:pt idx="284">
                  <c:v>2025-02-06</c:v>
                </c:pt>
                <c:pt idx="285">
                  <c:v>2025-02-07</c:v>
                </c:pt>
                <c:pt idx="286">
                  <c:v>2025-02-10</c:v>
                </c:pt>
                <c:pt idx="287">
                  <c:v>2025-02-11</c:v>
                </c:pt>
                <c:pt idx="288">
                  <c:v>2025-02-12</c:v>
                </c:pt>
                <c:pt idx="289">
                  <c:v>2025-02-13</c:v>
                </c:pt>
                <c:pt idx="290">
                  <c:v>2025-02-14</c:v>
                </c:pt>
                <c:pt idx="291">
                  <c:v>2025-02-17</c:v>
                </c:pt>
                <c:pt idx="292">
                  <c:v>2025-02-18</c:v>
                </c:pt>
                <c:pt idx="293">
                  <c:v>2025-02-19</c:v>
                </c:pt>
                <c:pt idx="294">
                  <c:v>2025-02-20</c:v>
                </c:pt>
                <c:pt idx="295">
                  <c:v>2025-02-21</c:v>
                </c:pt>
                <c:pt idx="296">
                  <c:v>2025-02-24</c:v>
                </c:pt>
                <c:pt idx="297">
                  <c:v>2025-02-25</c:v>
                </c:pt>
                <c:pt idx="298">
                  <c:v>2025-02-26</c:v>
                </c:pt>
                <c:pt idx="299">
                  <c:v>2025-02-27</c:v>
                </c:pt>
                <c:pt idx="300">
                  <c:v>2025-02-28</c:v>
                </c:pt>
                <c:pt idx="301">
                  <c:v>2025-03-03</c:v>
                </c:pt>
                <c:pt idx="302">
                  <c:v>2025-03-04</c:v>
                </c:pt>
                <c:pt idx="303">
                  <c:v>2025-03-05</c:v>
                </c:pt>
                <c:pt idx="304">
                  <c:v>2025-03-06</c:v>
                </c:pt>
                <c:pt idx="305">
                  <c:v>2025-03-07</c:v>
                </c:pt>
                <c:pt idx="306">
                  <c:v>2025-03-10</c:v>
                </c:pt>
                <c:pt idx="307">
                  <c:v>2025-03-11</c:v>
                </c:pt>
                <c:pt idx="308">
                  <c:v>2025-03-12</c:v>
                </c:pt>
                <c:pt idx="309">
                  <c:v>2025-03-13</c:v>
                </c:pt>
                <c:pt idx="310">
                  <c:v>2025-03-14</c:v>
                </c:pt>
                <c:pt idx="311">
                  <c:v>2025-03-17</c:v>
                </c:pt>
                <c:pt idx="312">
                  <c:v>2025-03-18</c:v>
                </c:pt>
                <c:pt idx="313">
                  <c:v>2025-03-19</c:v>
                </c:pt>
                <c:pt idx="314">
                  <c:v>2025-03-20</c:v>
                </c:pt>
                <c:pt idx="315">
                  <c:v>2025-03-21</c:v>
                </c:pt>
                <c:pt idx="316">
                  <c:v>2025-03-24</c:v>
                </c:pt>
                <c:pt idx="317">
                  <c:v>2025-03-25</c:v>
                </c:pt>
                <c:pt idx="318">
                  <c:v>2025-03-26</c:v>
                </c:pt>
                <c:pt idx="319">
                  <c:v>2025-03-27</c:v>
                </c:pt>
                <c:pt idx="320">
                  <c:v>2025-03-28</c:v>
                </c:pt>
                <c:pt idx="321">
                  <c:v>2025-03-31</c:v>
                </c:pt>
                <c:pt idx="322">
                  <c:v>2025-04-01</c:v>
                </c:pt>
                <c:pt idx="323">
                  <c:v>2025-04-02</c:v>
                </c:pt>
                <c:pt idx="324">
                  <c:v>2025-04-03</c:v>
                </c:pt>
                <c:pt idx="325">
                  <c:v>2025-04-04</c:v>
                </c:pt>
                <c:pt idx="326">
                  <c:v>2025-04-07</c:v>
                </c:pt>
                <c:pt idx="327">
                  <c:v>2025-04-08</c:v>
                </c:pt>
                <c:pt idx="328">
                  <c:v>2025-04-09</c:v>
                </c:pt>
                <c:pt idx="329">
                  <c:v>2025-04-10</c:v>
                </c:pt>
                <c:pt idx="330">
                  <c:v>2025-04-11</c:v>
                </c:pt>
                <c:pt idx="331">
                  <c:v>2025-04-14</c:v>
                </c:pt>
                <c:pt idx="332">
                  <c:v>2025-04-15</c:v>
                </c:pt>
                <c:pt idx="333">
                  <c:v>2025-04-16</c:v>
                </c:pt>
                <c:pt idx="334">
                  <c:v>2025-04-17</c:v>
                </c:pt>
                <c:pt idx="335">
                  <c:v>2025-04-21</c:v>
                </c:pt>
                <c:pt idx="336">
                  <c:v>2025-04-22</c:v>
                </c:pt>
                <c:pt idx="337">
                  <c:v>2025-04-23</c:v>
                </c:pt>
                <c:pt idx="338">
                  <c:v>2025-04-24</c:v>
                </c:pt>
                <c:pt idx="339">
                  <c:v>2025-04-25</c:v>
                </c:pt>
                <c:pt idx="340">
                  <c:v>2025-04-28</c:v>
                </c:pt>
                <c:pt idx="341">
                  <c:v>2025-04-29</c:v>
                </c:pt>
                <c:pt idx="342">
                  <c:v>2025-04-30</c:v>
                </c:pt>
                <c:pt idx="343">
                  <c:v>2025-05-01</c:v>
                </c:pt>
                <c:pt idx="344">
                  <c:v>2025-05-02</c:v>
                </c:pt>
                <c:pt idx="345">
                  <c:v>2025-05-05</c:v>
                </c:pt>
                <c:pt idx="346">
                  <c:v>2025-05-06</c:v>
                </c:pt>
                <c:pt idx="347">
                  <c:v>2025-05-07</c:v>
                </c:pt>
                <c:pt idx="348">
                  <c:v>2025-05-08</c:v>
                </c:pt>
                <c:pt idx="349">
                  <c:v>2025-05-09</c:v>
                </c:pt>
                <c:pt idx="350">
                  <c:v>2025-05-12</c:v>
                </c:pt>
                <c:pt idx="351">
                  <c:v>2025-05-13</c:v>
                </c:pt>
                <c:pt idx="352">
                  <c:v>2025-05-14</c:v>
                </c:pt>
                <c:pt idx="353">
                  <c:v>2025-05-15</c:v>
                </c:pt>
                <c:pt idx="354">
                  <c:v>2025-05-16</c:v>
                </c:pt>
                <c:pt idx="355">
                  <c:v>2025-05-19</c:v>
                </c:pt>
                <c:pt idx="356">
                  <c:v>2025-05-20</c:v>
                </c:pt>
                <c:pt idx="357">
                  <c:v>2025-05-21</c:v>
                </c:pt>
                <c:pt idx="358">
                  <c:v>2025-05-22</c:v>
                </c:pt>
                <c:pt idx="359">
                  <c:v>2025-05-23</c:v>
                </c:pt>
                <c:pt idx="360">
                  <c:v>2025-05-26</c:v>
                </c:pt>
                <c:pt idx="361">
                  <c:v>2025-05-27</c:v>
                </c:pt>
                <c:pt idx="362">
                  <c:v>2025-05-28</c:v>
                </c:pt>
                <c:pt idx="363">
                  <c:v>2025-05-29</c:v>
                </c:pt>
                <c:pt idx="364">
                  <c:v>2025-05-30</c:v>
                </c:pt>
                <c:pt idx="365">
                  <c:v>2025-06-02</c:v>
                </c:pt>
                <c:pt idx="366">
                  <c:v>2025-06-03</c:v>
                </c:pt>
                <c:pt idx="367">
                  <c:v>2025-06-04</c:v>
                </c:pt>
                <c:pt idx="368">
                  <c:v>2025-06-05</c:v>
                </c:pt>
                <c:pt idx="369">
                  <c:v>2025-06-06</c:v>
                </c:pt>
                <c:pt idx="370">
                  <c:v>2025-06-09</c:v>
                </c:pt>
                <c:pt idx="371">
                  <c:v>2025-06-10</c:v>
                </c:pt>
                <c:pt idx="372">
                  <c:v>2025-06-11</c:v>
                </c:pt>
                <c:pt idx="373">
                  <c:v>2025-06-12</c:v>
                </c:pt>
                <c:pt idx="374">
                  <c:v>2025-06-13</c:v>
                </c:pt>
                <c:pt idx="375">
                  <c:v>2025-06-16</c:v>
                </c:pt>
                <c:pt idx="376">
                  <c:v>2025-06-17</c:v>
                </c:pt>
                <c:pt idx="377">
                  <c:v>2025-06-18</c:v>
                </c:pt>
                <c:pt idx="378">
                  <c:v>2025-06-19</c:v>
                </c:pt>
                <c:pt idx="379">
                  <c:v>2025-06-20</c:v>
                </c:pt>
                <c:pt idx="380">
                  <c:v>2025-06-23</c:v>
                </c:pt>
                <c:pt idx="381">
                  <c:v>2025-06-24</c:v>
                </c:pt>
                <c:pt idx="382">
                  <c:v>2025-06-25</c:v>
                </c:pt>
                <c:pt idx="383">
                  <c:v>2025-06-26</c:v>
                </c:pt>
                <c:pt idx="384">
                  <c:v>2025-06-27</c:v>
                </c:pt>
                <c:pt idx="385">
                  <c:v>2025-06-30</c:v>
                </c:pt>
                <c:pt idx="386">
                  <c:v>2025-07-01</c:v>
                </c:pt>
                <c:pt idx="387">
                  <c:v>2025-07-02</c:v>
                </c:pt>
                <c:pt idx="388">
                  <c:v>2025-07-03</c:v>
                </c:pt>
                <c:pt idx="389">
                  <c:v>2025-07-04</c:v>
                </c:pt>
                <c:pt idx="390">
                  <c:v>2025-07-07</c:v>
                </c:pt>
                <c:pt idx="391">
                  <c:v>2025-07-08</c:v>
                </c:pt>
                <c:pt idx="392">
                  <c:v>2025-07-09</c:v>
                </c:pt>
                <c:pt idx="393">
                  <c:v>2025-07-10</c:v>
                </c:pt>
                <c:pt idx="394">
                  <c:v>2025-07-11</c:v>
                </c:pt>
                <c:pt idx="395">
                  <c:v>2025-07-14</c:v>
                </c:pt>
                <c:pt idx="396">
                  <c:v>2025-07-15</c:v>
                </c:pt>
                <c:pt idx="397">
                  <c:v>2025-07-16</c:v>
                </c:pt>
                <c:pt idx="398">
                  <c:v>2025-07-17</c:v>
                </c:pt>
                <c:pt idx="399">
                  <c:v>2025-07-18</c:v>
                </c:pt>
                <c:pt idx="400">
                  <c:v>2025-07-21</c:v>
                </c:pt>
                <c:pt idx="401">
                  <c:v>2025-07-22</c:v>
                </c:pt>
                <c:pt idx="402">
                  <c:v>2025-07-23</c:v>
                </c:pt>
                <c:pt idx="403">
                  <c:v>2025-07-24</c:v>
                </c:pt>
                <c:pt idx="404">
                  <c:v>2025-07-25</c:v>
                </c:pt>
                <c:pt idx="405">
                  <c:v>2025-07-28</c:v>
                </c:pt>
                <c:pt idx="406">
                  <c:v>2025-07-29</c:v>
                </c:pt>
                <c:pt idx="407">
                  <c:v>2025-07-30</c:v>
                </c:pt>
                <c:pt idx="408">
                  <c:v>2025-07-31</c:v>
                </c:pt>
                <c:pt idx="409">
                  <c:v>2025-08-01</c:v>
                </c:pt>
                <c:pt idx="410">
                  <c:v>2025-08-04</c:v>
                </c:pt>
                <c:pt idx="411">
                  <c:v>2025-08-05</c:v>
                </c:pt>
                <c:pt idx="412">
                  <c:v>2025-08-06</c:v>
                </c:pt>
                <c:pt idx="413">
                  <c:v>2025-08-07</c:v>
                </c:pt>
                <c:pt idx="414">
                  <c:v>2025-08-08</c:v>
                </c:pt>
                <c:pt idx="415">
                  <c:v>2025-08-11</c:v>
                </c:pt>
                <c:pt idx="416">
                  <c:v>2025-08-12</c:v>
                </c:pt>
                <c:pt idx="417">
                  <c:v>2025-08-13</c:v>
                </c:pt>
                <c:pt idx="418">
                  <c:v>2025-08-14</c:v>
                </c:pt>
                <c:pt idx="419">
                  <c:v>2025-08-15</c:v>
                </c:pt>
                <c:pt idx="420">
                  <c:v>2025-08-18</c:v>
                </c:pt>
                <c:pt idx="421">
                  <c:v>2025-08-19</c:v>
                </c:pt>
                <c:pt idx="422">
                  <c:v>2025-08-20</c:v>
                </c:pt>
                <c:pt idx="423">
                  <c:v>2025-08-21</c:v>
                </c:pt>
                <c:pt idx="424">
                  <c:v>2025-08-22</c:v>
                </c:pt>
                <c:pt idx="425">
                  <c:v>2025-08-25</c:v>
                </c:pt>
                <c:pt idx="426">
                  <c:v>2025-08-26</c:v>
                </c:pt>
                <c:pt idx="427">
                  <c:v>2025-08-27</c:v>
                </c:pt>
                <c:pt idx="428">
                  <c:v>2025-08-28</c:v>
                </c:pt>
                <c:pt idx="429">
                  <c:v>2025-08-29</c:v>
                </c:pt>
                <c:pt idx="430">
                  <c:v>2025-09-01</c:v>
                </c:pt>
                <c:pt idx="431">
                  <c:v>2025-09-02</c:v>
                </c:pt>
                <c:pt idx="432">
                  <c:v>2025-09-03</c:v>
                </c:pt>
                <c:pt idx="433">
                  <c:v>2025-09-04</c:v>
                </c:pt>
                <c:pt idx="434">
                  <c:v>2025-09-05</c:v>
                </c:pt>
                <c:pt idx="435">
                  <c:v>2025-09-08</c:v>
                </c:pt>
                <c:pt idx="436">
                  <c:v>2025-09-09</c:v>
                </c:pt>
                <c:pt idx="437">
                  <c:v>2025-09-10</c:v>
                </c:pt>
                <c:pt idx="438">
                  <c:v>2025-09-11</c:v>
                </c:pt>
                <c:pt idx="439">
                  <c:v>2025-09-12</c:v>
                </c:pt>
                <c:pt idx="440">
                  <c:v>2025-09-15</c:v>
                </c:pt>
                <c:pt idx="441">
                  <c:v>2025-09-16</c:v>
                </c:pt>
                <c:pt idx="442">
                  <c:v>2025-09-17</c:v>
                </c:pt>
                <c:pt idx="443">
                  <c:v>2025-09-18</c:v>
                </c:pt>
                <c:pt idx="444">
                  <c:v>2025-09-19</c:v>
                </c:pt>
                <c:pt idx="445">
                  <c:v>2025-09-22</c:v>
                </c:pt>
                <c:pt idx="446">
                  <c:v>2025-09-23</c:v>
                </c:pt>
                <c:pt idx="447">
                  <c:v>2025-09-24</c:v>
                </c:pt>
                <c:pt idx="448">
                  <c:v>2025-09-25</c:v>
                </c:pt>
                <c:pt idx="449">
                  <c:v>2025-09-26</c:v>
                </c:pt>
                <c:pt idx="450">
                  <c:v>2025-09-29</c:v>
                </c:pt>
                <c:pt idx="451">
                  <c:v>2025-09-30</c:v>
                </c:pt>
                <c:pt idx="452">
                  <c:v>2025-10-01</c:v>
                </c:pt>
                <c:pt idx="453">
                  <c:v>2025-10-02</c:v>
                </c:pt>
                <c:pt idx="454">
                  <c:v>2025-10-03</c:v>
                </c:pt>
                <c:pt idx="455">
                  <c:v>2025-10-06</c:v>
                </c:pt>
                <c:pt idx="456">
                  <c:v>2025-10-07</c:v>
                </c:pt>
                <c:pt idx="457">
                  <c:v>2025-10-08</c:v>
                </c:pt>
                <c:pt idx="458">
                  <c:v>2025-10-09</c:v>
                </c:pt>
                <c:pt idx="459">
                  <c:v>2025-10-10</c:v>
                </c:pt>
                <c:pt idx="460">
                  <c:v>2025-10-13</c:v>
                </c:pt>
                <c:pt idx="461">
                  <c:v>2025-10-14</c:v>
                </c:pt>
                <c:pt idx="462">
                  <c:v>2025-10-15</c:v>
                </c:pt>
                <c:pt idx="463">
                  <c:v>2025-10-16</c:v>
                </c:pt>
                <c:pt idx="464">
                  <c:v>2025-10-17</c:v>
                </c:pt>
                <c:pt idx="465">
                  <c:v>2025-10-20</c:v>
                </c:pt>
                <c:pt idx="466">
                  <c:v>2025-10-21</c:v>
                </c:pt>
                <c:pt idx="467">
                  <c:v>2025-10-22</c:v>
                </c:pt>
                <c:pt idx="468">
                  <c:v>2025-10-23</c:v>
                </c:pt>
                <c:pt idx="469">
                  <c:v>2025-10-24</c:v>
                </c:pt>
                <c:pt idx="470">
                  <c:v>2025-10-27</c:v>
                </c:pt>
                <c:pt idx="471">
                  <c:v>2025-10-28</c:v>
                </c:pt>
                <c:pt idx="472">
                  <c:v>2025-10-29</c:v>
                </c:pt>
                <c:pt idx="473">
                  <c:v>2025-10-30</c:v>
                </c:pt>
                <c:pt idx="474">
                  <c:v>2025-10-31</c:v>
                </c:pt>
                <c:pt idx="475">
                  <c:v>2025-11-03</c:v>
                </c:pt>
                <c:pt idx="476">
                  <c:v>2025-11-04</c:v>
                </c:pt>
                <c:pt idx="477">
                  <c:v>2025-11-05</c:v>
                </c:pt>
                <c:pt idx="478">
                  <c:v>2025-11-06</c:v>
                </c:pt>
                <c:pt idx="479">
                  <c:v>2025-11-07</c:v>
                </c:pt>
                <c:pt idx="480">
                  <c:v>2025-11-10</c:v>
                </c:pt>
                <c:pt idx="481">
                  <c:v>2025-11-11</c:v>
                </c:pt>
                <c:pt idx="482">
                  <c:v>2025-11-12</c:v>
                </c:pt>
                <c:pt idx="483">
                  <c:v>2025-11-13</c:v>
                </c:pt>
                <c:pt idx="484">
                  <c:v>2025-11-14</c:v>
                </c:pt>
                <c:pt idx="485">
                  <c:v>2025-11-17</c:v>
                </c:pt>
                <c:pt idx="486">
                  <c:v>2025-11-18</c:v>
                </c:pt>
                <c:pt idx="487">
                  <c:v>2025-11-19</c:v>
                </c:pt>
                <c:pt idx="488">
                  <c:v>2025-11-20</c:v>
                </c:pt>
                <c:pt idx="489">
                  <c:v>2025-11-21</c:v>
                </c:pt>
                <c:pt idx="490">
                  <c:v>2025-11-24</c:v>
                </c:pt>
                <c:pt idx="491">
                  <c:v>2025-11-25</c:v>
                </c:pt>
                <c:pt idx="492">
                  <c:v>2025-11-26</c:v>
                </c:pt>
                <c:pt idx="493">
                  <c:v>2025-11-27</c:v>
                </c:pt>
                <c:pt idx="494">
                  <c:v>2025-11-28</c:v>
                </c:pt>
                <c:pt idx="495">
                  <c:v>2025-12-01</c:v>
                </c:pt>
                <c:pt idx="496">
                  <c:v>2025-12-02</c:v>
                </c:pt>
                <c:pt idx="497">
                  <c:v>2025-12-03</c:v>
                </c:pt>
                <c:pt idx="498">
                  <c:v>2025-12-04</c:v>
                </c:pt>
                <c:pt idx="499">
                  <c:v>2025-12-05</c:v>
                </c:pt>
                <c:pt idx="500">
                  <c:v>2025-12-08</c:v>
                </c:pt>
                <c:pt idx="501">
                  <c:v>2025-12-09</c:v>
                </c:pt>
                <c:pt idx="502">
                  <c:v>2025-12-10</c:v>
                </c:pt>
                <c:pt idx="503">
                  <c:v>2025-12-11</c:v>
                </c:pt>
                <c:pt idx="504">
                  <c:v>2025-12-12</c:v>
                </c:pt>
                <c:pt idx="505">
                  <c:v>2025-12-15</c:v>
                </c:pt>
                <c:pt idx="506">
                  <c:v>2025-12-16</c:v>
                </c:pt>
                <c:pt idx="507">
                  <c:v>2025-12-17</c:v>
                </c:pt>
                <c:pt idx="508">
                  <c:v>2025-12-18</c:v>
                </c:pt>
                <c:pt idx="509">
                  <c:v>2025-12-19</c:v>
                </c:pt>
                <c:pt idx="510">
                  <c:v>2025-12-22</c:v>
                </c:pt>
                <c:pt idx="511">
                  <c:v>2025-12-23</c:v>
                </c:pt>
                <c:pt idx="512">
                  <c:v>2025-12-24</c:v>
                </c:pt>
                <c:pt idx="513">
                  <c:v>2025-12-26</c:v>
                </c:pt>
                <c:pt idx="514">
                  <c:v>2025-12-29</c:v>
                </c:pt>
                <c:pt idx="515">
                  <c:v>2025-12-30</c:v>
                </c:pt>
                <c:pt idx="516">
                  <c:v>2025-12-31</c:v>
                </c:pt>
                <c:pt idx="517">
                  <c:v>2026-01-02</c:v>
                </c:pt>
                <c:pt idx="518">
                  <c:v>2026-01-05</c:v>
                </c:pt>
                <c:pt idx="519">
                  <c:v>2026-01-06</c:v>
                </c:pt>
                <c:pt idx="520">
                  <c:v>2026-01-07</c:v>
                </c:pt>
                <c:pt idx="521">
                  <c:v>2026-01-08</c:v>
                </c:pt>
                <c:pt idx="522">
                  <c:v>2026-01-09</c:v>
                </c:pt>
                <c:pt idx="523">
                  <c:v>2026-01-12</c:v>
                </c:pt>
                <c:pt idx="524">
                  <c:v>2026-01-13</c:v>
                </c:pt>
                <c:pt idx="525">
                  <c:v>2026-01-14</c:v>
                </c:pt>
                <c:pt idx="526">
                  <c:v>2026-01-15</c:v>
                </c:pt>
                <c:pt idx="527">
                  <c:v>2026-01-16</c:v>
                </c:pt>
                <c:pt idx="528">
                  <c:v>2026-01-19</c:v>
                </c:pt>
                <c:pt idx="529">
                  <c:v>2026-01-20</c:v>
                </c:pt>
                <c:pt idx="530">
                  <c:v>2026-01-21</c:v>
                </c:pt>
                <c:pt idx="531">
                  <c:v>2026-01-22</c:v>
                </c:pt>
                <c:pt idx="532">
                  <c:v>2026-01-23</c:v>
                </c:pt>
                <c:pt idx="533">
                  <c:v>2026-01-26</c:v>
                </c:pt>
                <c:pt idx="534">
                  <c:v>2026-01-27</c:v>
                </c:pt>
                <c:pt idx="535">
                  <c:v>2026-01-28</c:v>
                </c:pt>
                <c:pt idx="536">
                  <c:v>2026-01-29</c:v>
                </c:pt>
                <c:pt idx="537">
                  <c:v>2026-01-30</c:v>
                </c:pt>
                <c:pt idx="538">
                  <c:v>2026-02-02</c:v>
                </c:pt>
                <c:pt idx="539">
                  <c:v>2026-02-03</c:v>
                </c:pt>
                <c:pt idx="540">
                  <c:v>2026-02-04</c:v>
                </c:pt>
                <c:pt idx="541">
                  <c:v>2026-02-05</c:v>
                </c:pt>
                <c:pt idx="542">
                  <c:v>2026-02-06</c:v>
                </c:pt>
                <c:pt idx="543">
                  <c:v>2026-02-09</c:v>
                </c:pt>
                <c:pt idx="544">
                  <c:v>2026-02-10</c:v>
                </c:pt>
                <c:pt idx="545">
                  <c:v>2026-02-11</c:v>
                </c:pt>
                <c:pt idx="546">
                  <c:v>2026-02-12</c:v>
                </c:pt>
                <c:pt idx="547">
                  <c:v>2026-02-13</c:v>
                </c:pt>
                <c:pt idx="548">
                  <c:v>2026-02-16</c:v>
                </c:pt>
                <c:pt idx="549">
                  <c:v>2026-02-17</c:v>
                </c:pt>
                <c:pt idx="550">
                  <c:v>2026-02-18</c:v>
                </c:pt>
                <c:pt idx="551">
                  <c:v>2026-02-19</c:v>
                </c:pt>
                <c:pt idx="552">
                  <c:v>2026-02-20</c:v>
                </c:pt>
                <c:pt idx="553">
                  <c:v>2026-02-23</c:v>
                </c:pt>
                <c:pt idx="554">
                  <c:v>2026-02-24</c:v>
                </c:pt>
                <c:pt idx="555">
                  <c:v>2026-02-25</c:v>
                </c:pt>
                <c:pt idx="556">
                  <c:v>2026-02-26</c:v>
                </c:pt>
                <c:pt idx="557">
                  <c:v>2026-02-27</c:v>
                </c:pt>
                <c:pt idx="558">
                  <c:v>2026-03-02</c:v>
                </c:pt>
                <c:pt idx="559">
                  <c:v>2026-03-03</c:v>
                </c:pt>
                <c:pt idx="560">
                  <c:v>2026-03-04</c:v>
                </c:pt>
                <c:pt idx="561">
                  <c:v>2026-03-05</c:v>
                </c:pt>
                <c:pt idx="562">
                  <c:v>2026-03-06</c:v>
                </c:pt>
                <c:pt idx="563">
                  <c:v>2026-03-09</c:v>
                </c:pt>
                <c:pt idx="564">
                  <c:v>2026-03-10</c:v>
                </c:pt>
                <c:pt idx="565">
                  <c:v>2026-03-11</c:v>
                </c:pt>
                <c:pt idx="566">
                  <c:v>2026-03-12</c:v>
                </c:pt>
                <c:pt idx="567">
                  <c:v>2026-03-13</c:v>
                </c:pt>
                <c:pt idx="568">
                  <c:v>2026-03-16</c:v>
                </c:pt>
                <c:pt idx="569">
                  <c:v>2026-03-17</c:v>
                </c:pt>
                <c:pt idx="570">
                  <c:v>2026-03-18</c:v>
                </c:pt>
                <c:pt idx="571">
                  <c:v>2026-03-19</c:v>
                </c:pt>
                <c:pt idx="572">
                  <c:v>2026-03-20</c:v>
                </c:pt>
                <c:pt idx="573">
                  <c:v>2026-03-23</c:v>
                </c:pt>
                <c:pt idx="574">
                  <c:v>2026-03-24</c:v>
                </c:pt>
                <c:pt idx="575">
                  <c:v>2026-03-25</c:v>
                </c:pt>
                <c:pt idx="576">
                  <c:v>2026-03-26</c:v>
                </c:pt>
                <c:pt idx="577">
                  <c:v>2026-03-27</c:v>
                </c:pt>
                <c:pt idx="578">
                  <c:v>2026-03-30</c:v>
                </c:pt>
                <c:pt idx="579">
                  <c:v>2026-03-31</c:v>
                </c:pt>
                <c:pt idx="580">
                  <c:v>2026-04-01</c:v>
                </c:pt>
                <c:pt idx="581">
                  <c:v>2026-04-02</c:v>
                </c:pt>
                <c:pt idx="582">
                  <c:v>2026-04-06</c:v>
                </c:pt>
                <c:pt idx="583">
                  <c:v>2026-04-07</c:v>
                </c:pt>
                <c:pt idx="584">
                  <c:v>2026-04-08</c:v>
                </c:pt>
                <c:pt idx="585">
                  <c:v>2026-04-09</c:v>
                </c:pt>
                <c:pt idx="586">
                  <c:v>2026-04-10</c:v>
                </c:pt>
                <c:pt idx="587">
                  <c:v>2026-04-13</c:v>
                </c:pt>
                <c:pt idx="588">
                  <c:v>2026-04-14</c:v>
                </c:pt>
                <c:pt idx="589">
                  <c:v>2026-04-15</c:v>
                </c:pt>
                <c:pt idx="590">
                  <c:v>2026-04-16</c:v>
                </c:pt>
                <c:pt idx="591">
                  <c:v>2026-04-17</c:v>
                </c:pt>
                <c:pt idx="592">
                  <c:v>2026-04-20</c:v>
                </c:pt>
                <c:pt idx="593">
                  <c:v>2026-04-21</c:v>
                </c:pt>
                <c:pt idx="594">
                  <c:v>2026-04-22</c:v>
                </c:pt>
                <c:pt idx="595">
                  <c:v>2026-04-23</c:v>
                </c:pt>
                <c:pt idx="596">
                  <c:v>2026-04-24</c:v>
                </c:pt>
                <c:pt idx="597">
                  <c:v>2026-04-27</c:v>
                </c:pt>
                <c:pt idx="598">
                  <c:v>2026-04-28</c:v>
                </c:pt>
                <c:pt idx="599">
                  <c:v>2026-04-29</c:v>
                </c:pt>
                <c:pt idx="600">
                  <c:v>2026-04-30</c:v>
                </c:pt>
                <c:pt idx="601">
                  <c:v>2026-05-01</c:v>
                </c:pt>
                <c:pt idx="602">
                  <c:v>2026-05-04</c:v>
                </c:pt>
                <c:pt idx="603">
                  <c:v>2026-05-05</c:v>
                </c:pt>
                <c:pt idx="604">
                  <c:v>2026-05-06</c:v>
                </c:pt>
                <c:pt idx="605">
                  <c:v>2026-05-07</c:v>
                </c:pt>
                <c:pt idx="606">
                  <c:v>2026-05-08</c:v>
                </c:pt>
                <c:pt idx="607">
                  <c:v>2026-05-11</c:v>
                </c:pt>
                <c:pt idx="608">
                  <c:v>2026-05-12</c:v>
                </c:pt>
                <c:pt idx="609">
                  <c:v>2026-05-13</c:v>
                </c:pt>
                <c:pt idx="610">
                  <c:v>2026-05-14</c:v>
                </c:pt>
                <c:pt idx="611">
                  <c:v>2026-05-15</c:v>
                </c:pt>
                <c:pt idx="612">
                  <c:v>2026-05-18</c:v>
                </c:pt>
                <c:pt idx="613">
                  <c:v>2026-05-19</c:v>
                </c:pt>
                <c:pt idx="614">
                  <c:v>2026-05-20</c:v>
                </c:pt>
                <c:pt idx="615">
                  <c:v>2026-05-21</c:v>
                </c:pt>
                <c:pt idx="616">
                  <c:v>2026-05-22</c:v>
                </c:pt>
                <c:pt idx="617">
                  <c:v>2026-05-25</c:v>
                </c:pt>
                <c:pt idx="618">
                  <c:v>2026-05-26</c:v>
                </c:pt>
                <c:pt idx="619">
                  <c:v>2026-05-27</c:v>
                </c:pt>
                <c:pt idx="620">
                  <c:v>2026-05-28</c:v>
                </c:pt>
                <c:pt idx="621">
                  <c:v>2026-05-29</c:v>
                </c:pt>
                <c:pt idx="622">
                  <c:v>2026-06-01</c:v>
                </c:pt>
                <c:pt idx="623">
                  <c:v>2026-06-02</c:v>
                </c:pt>
                <c:pt idx="624">
                  <c:v>2026-06-03</c:v>
                </c:pt>
                <c:pt idx="625">
                  <c:v>2026-06-04</c:v>
                </c:pt>
                <c:pt idx="626">
                  <c:v>2026-06-05</c:v>
                </c:pt>
                <c:pt idx="627">
                  <c:v>2026-06-08</c:v>
                </c:pt>
                <c:pt idx="628">
                  <c:v>2026-06-09</c:v>
                </c:pt>
                <c:pt idx="629">
                  <c:v>2026-06-10</c:v>
                </c:pt>
                <c:pt idx="630">
                  <c:v>2026-06-11</c:v>
                </c:pt>
                <c:pt idx="631">
                  <c:v>2026-06-12</c:v>
                </c:pt>
                <c:pt idx="632">
                  <c:v>2026-06-15</c:v>
                </c:pt>
                <c:pt idx="633">
                  <c:v>2026-06-16</c:v>
                </c:pt>
                <c:pt idx="634">
                  <c:v>2026-06-17</c:v>
                </c:pt>
                <c:pt idx="635">
                  <c:v>2026-06-18</c:v>
                </c:pt>
                <c:pt idx="636">
                  <c:v>2026-06-19</c:v>
                </c:pt>
                <c:pt idx="637">
                  <c:v>2026-06-22</c:v>
                </c:pt>
                <c:pt idx="638">
                  <c:v>2026-06-23</c:v>
                </c:pt>
                <c:pt idx="639">
                  <c:v>2026-06-24</c:v>
                </c:pt>
                <c:pt idx="640">
                  <c:v>2026-06-25</c:v>
                </c:pt>
                <c:pt idx="641">
                  <c:v>2026-06-26</c:v>
                </c:pt>
                <c:pt idx="642">
                  <c:v>2026-06-29</c:v>
                </c:pt>
                <c:pt idx="643">
                  <c:v>2026-06-30</c:v>
                </c:pt>
                <c:pt idx="644">
                  <c:v>2026-07-01</c:v>
                </c:pt>
                <c:pt idx="645">
                  <c:v>2026-07-02</c:v>
                </c:pt>
                <c:pt idx="646">
                  <c:v>2026-07-03</c:v>
                </c:pt>
                <c:pt idx="647">
                  <c:v>2026-07-06</c:v>
                </c:pt>
                <c:pt idx="648">
                  <c:v>2026-07-07</c:v>
                </c:pt>
                <c:pt idx="649">
                  <c:v>2026-07-08</c:v>
                </c:pt>
                <c:pt idx="650">
                  <c:v>2026-07-09</c:v>
                </c:pt>
                <c:pt idx="651">
                  <c:v>2026-07-10</c:v>
                </c:pt>
                <c:pt idx="652">
                  <c:v>2026-07-13</c:v>
                </c:pt>
                <c:pt idx="653">
                  <c:v>2026-07-14</c:v>
                </c:pt>
                <c:pt idx="654">
                  <c:v>2026-07-15</c:v>
                </c:pt>
                <c:pt idx="655">
                  <c:v>2026-07-16</c:v>
                </c:pt>
                <c:pt idx="656">
                  <c:v>2026-07-17</c:v>
                </c:pt>
                <c:pt idx="657">
                  <c:v>2026-07-20</c:v>
                </c:pt>
                <c:pt idx="658">
                  <c:v>2026-07-21</c:v>
                </c:pt>
                <c:pt idx="659">
                  <c:v>2026-07-22</c:v>
                </c:pt>
                <c:pt idx="660">
                  <c:v>2026-07-23</c:v>
                </c:pt>
                <c:pt idx="661">
                  <c:v>2026-07-24</c:v>
                </c:pt>
                <c:pt idx="662">
                  <c:v>2026-07-27</c:v>
                </c:pt>
                <c:pt idx="663">
                  <c:v>2026-07-28</c:v>
                </c:pt>
                <c:pt idx="664">
                  <c:v>2026-07-29</c:v>
                </c:pt>
                <c:pt idx="665">
                  <c:v>2026-07-30</c:v>
                </c:pt>
                <c:pt idx="666">
                  <c:v>2026-07-31</c:v>
                </c:pt>
                <c:pt idx="667">
                  <c:v>2026-08-03</c:v>
                </c:pt>
                <c:pt idx="668">
                  <c:v>2026-08-04</c:v>
                </c:pt>
                <c:pt idx="669">
                  <c:v>2026-08-05</c:v>
                </c:pt>
                <c:pt idx="670">
                  <c:v>2026-08-06</c:v>
                </c:pt>
                <c:pt idx="671">
                  <c:v>2026-08-07</c:v>
                </c:pt>
                <c:pt idx="672">
                  <c:v>2026-08-10</c:v>
                </c:pt>
                <c:pt idx="673">
                  <c:v>2026-08-11</c:v>
                </c:pt>
                <c:pt idx="674">
                  <c:v>2026-08-12</c:v>
                </c:pt>
                <c:pt idx="675">
                  <c:v>2026-08-13</c:v>
                </c:pt>
                <c:pt idx="676">
                  <c:v>2026-08-14</c:v>
                </c:pt>
                <c:pt idx="677">
                  <c:v>2026-08-17</c:v>
                </c:pt>
                <c:pt idx="678">
                  <c:v>2026-08-18</c:v>
                </c:pt>
                <c:pt idx="679">
                  <c:v>2026-08-19</c:v>
                </c:pt>
                <c:pt idx="680">
                  <c:v>2026-08-20</c:v>
                </c:pt>
                <c:pt idx="681">
                  <c:v>2026-08-21</c:v>
                </c:pt>
                <c:pt idx="682">
                  <c:v>2026-08-24</c:v>
                </c:pt>
                <c:pt idx="683">
                  <c:v>2026-08-25</c:v>
                </c:pt>
                <c:pt idx="684">
                  <c:v>2026-08-26</c:v>
                </c:pt>
                <c:pt idx="685">
                  <c:v>2026-08-27</c:v>
                </c:pt>
                <c:pt idx="686">
                  <c:v>2026-08-28</c:v>
                </c:pt>
                <c:pt idx="687">
                  <c:v>2026-08-31</c:v>
                </c:pt>
                <c:pt idx="688">
                  <c:v>2026-09-01</c:v>
                </c:pt>
                <c:pt idx="689">
                  <c:v>2026-09-02</c:v>
                </c:pt>
                <c:pt idx="690">
                  <c:v>2026-09-03</c:v>
                </c:pt>
                <c:pt idx="691">
                  <c:v>2026-09-04</c:v>
                </c:pt>
                <c:pt idx="692">
                  <c:v>2026-09-07</c:v>
                </c:pt>
                <c:pt idx="693">
                  <c:v>2026-09-08</c:v>
                </c:pt>
                <c:pt idx="694">
                  <c:v>2026-09-09</c:v>
                </c:pt>
                <c:pt idx="695">
                  <c:v>2026-09-10</c:v>
                </c:pt>
                <c:pt idx="696">
                  <c:v>2026-09-11</c:v>
                </c:pt>
                <c:pt idx="697">
                  <c:v>2026-09-14</c:v>
                </c:pt>
                <c:pt idx="698">
                  <c:v>2026-09-15</c:v>
                </c:pt>
                <c:pt idx="699">
                  <c:v>2026-09-16</c:v>
                </c:pt>
                <c:pt idx="700">
                  <c:v>2026-09-17</c:v>
                </c:pt>
                <c:pt idx="701">
                  <c:v>2026-09-18</c:v>
                </c:pt>
              </c:strCache>
            </c:strRef>
          </c:cat>
          <c:val>
            <c:numRef>
              <c:f>'Chart Data'!$D$2:$D$703</c:f>
              <c:numCache>
                <c:formatCode>0%</c:formatCode>
                <c:ptCount val="702"/>
                <c:pt idx="0">
                  <c:v>0.192532855252</c:v>
                </c:pt>
                <c:pt idx="1">
                  <c:v>0.22949191554</c:v>
                </c:pt>
                <c:pt idx="2">
                  <c:v>0.230707035553</c:v>
                </c:pt>
                <c:pt idx="3">
                  <c:v>0.230297974789</c:v>
                </c:pt>
                <c:pt idx="4">
                  <c:v>0.227762736955</c:v>
                </c:pt>
                <c:pt idx="5">
                  <c:v>0.22771291707</c:v>
                </c:pt>
                <c:pt idx="6">
                  <c:v>0.227689430253</c:v>
                </c:pt>
                <c:pt idx="7">
                  <c:v>0.227338482289</c:v>
                </c:pt>
                <c:pt idx="8">
                  <c:v>0.229163526373</c:v>
                </c:pt>
                <c:pt idx="9">
                  <c:v>0.229311922916</c:v>
                </c:pt>
                <c:pt idx="10">
                  <c:v>0.228335573235</c:v>
                </c:pt>
                <c:pt idx="11">
                  <c:v>0.228810478328</c:v>
                </c:pt>
                <c:pt idx="12">
                  <c:v>0.229567505078</c:v>
                </c:pt>
                <c:pt idx="13">
                  <c:v>0.228574936518</c:v>
                </c:pt>
                <c:pt idx="14">
                  <c:v>0.227679472807</c:v>
                </c:pt>
                <c:pt idx="15">
                  <c:v>0.2284543043</c:v>
                </c:pt>
                <c:pt idx="16">
                  <c:v>0.226283845222</c:v>
                </c:pt>
                <c:pt idx="17">
                  <c:v>0.226656186972</c:v>
                </c:pt>
                <c:pt idx="18">
                  <c:v>0.226405476092</c:v>
                </c:pt>
                <c:pt idx="19">
                  <c:v>0.227531098438</c:v>
                </c:pt>
                <c:pt idx="20">
                  <c:v>0.227554739144</c:v>
                </c:pt>
                <c:pt idx="21">
                  <c:v>0.228680773424</c:v>
                </c:pt>
                <c:pt idx="22">
                  <c:v>0.229577682224</c:v>
                </c:pt>
                <c:pt idx="23">
                  <c:v>0.40905390479</c:v>
                </c:pt>
                <c:pt idx="24">
                  <c:v>0.408599174833</c:v>
                </c:pt>
                <c:pt idx="25">
                  <c:v>0.409157978301</c:v>
                </c:pt>
                <c:pt idx="26">
                  <c:v>0.40708758601</c:v>
                </c:pt>
                <c:pt idx="27">
                  <c:v>0.406763261514</c:v>
                </c:pt>
                <c:pt idx="28">
                  <c:v>0.40443763352</c:v>
                </c:pt>
                <c:pt idx="29">
                  <c:v>0.403913508459</c:v>
                </c:pt>
                <c:pt idx="30">
                  <c:v>0.40390970072</c:v>
                </c:pt>
                <c:pt idx="31">
                  <c:v>0.401590179439</c:v>
                </c:pt>
                <c:pt idx="32">
                  <c:v>0.401548174609</c:v>
                </c:pt>
                <c:pt idx="33">
                  <c:v>0.403628195058</c:v>
                </c:pt>
                <c:pt idx="34">
                  <c:v>0.403628195058</c:v>
                </c:pt>
                <c:pt idx="35">
                  <c:v>0.406415479419</c:v>
                </c:pt>
                <c:pt idx="36">
                  <c:v>0.406209911736</c:v>
                </c:pt>
                <c:pt idx="37">
                  <c:v>0.401381210429</c:v>
                </c:pt>
                <c:pt idx="38">
                  <c:v>0.402570204973</c:v>
                </c:pt>
                <c:pt idx="39">
                  <c:v>0.402916608892</c:v>
                </c:pt>
                <c:pt idx="40">
                  <c:v>0.402214488944</c:v>
                </c:pt>
                <c:pt idx="41">
                  <c:v>0.402967150539</c:v>
                </c:pt>
                <c:pt idx="42">
                  <c:v>0.403339782398</c:v>
                </c:pt>
                <c:pt idx="43">
                  <c:v>0.405601508994</c:v>
                </c:pt>
                <c:pt idx="44">
                  <c:v>0.443201422392</c:v>
                </c:pt>
                <c:pt idx="45">
                  <c:v>0.447027790404</c:v>
                </c:pt>
                <c:pt idx="46">
                  <c:v>0.447275202909</c:v>
                </c:pt>
                <c:pt idx="47">
                  <c:v>0.44646058899</c:v>
                </c:pt>
                <c:pt idx="48">
                  <c:v>0.449779120148</c:v>
                </c:pt>
                <c:pt idx="49">
                  <c:v>0.450268115946</c:v>
                </c:pt>
                <c:pt idx="50">
                  <c:v>0.444952021304</c:v>
                </c:pt>
                <c:pt idx="51">
                  <c:v>0.4472459739</c:v>
                </c:pt>
                <c:pt idx="52">
                  <c:v>0.446904259257</c:v>
                </c:pt>
                <c:pt idx="53">
                  <c:v>0.447743846512</c:v>
                </c:pt>
                <c:pt idx="54">
                  <c:v>0.446908524498</c:v>
                </c:pt>
                <c:pt idx="55">
                  <c:v>0.44581938217</c:v>
                </c:pt>
                <c:pt idx="56">
                  <c:v>0.446370894384</c:v>
                </c:pt>
                <c:pt idx="57">
                  <c:v>0.445434923125</c:v>
                </c:pt>
                <c:pt idx="58">
                  <c:v>0.44416581248</c:v>
                </c:pt>
                <c:pt idx="59">
                  <c:v>0.445407897864</c:v>
                </c:pt>
                <c:pt idx="60">
                  <c:v>0.446690930925</c:v>
                </c:pt>
                <c:pt idx="61">
                  <c:v>0.446744932346</c:v>
                </c:pt>
                <c:pt idx="62">
                  <c:v>0.44972538795</c:v>
                </c:pt>
                <c:pt idx="63">
                  <c:v>0.452467997085</c:v>
                </c:pt>
                <c:pt idx="64">
                  <c:v>0.281028557339</c:v>
                </c:pt>
                <c:pt idx="65">
                  <c:v>0.282593948273</c:v>
                </c:pt>
                <c:pt idx="66">
                  <c:v>0.282713775029</c:v>
                </c:pt>
                <c:pt idx="67">
                  <c:v>0.285429472896</c:v>
                </c:pt>
                <c:pt idx="68">
                  <c:v>0.286302853021</c:v>
                </c:pt>
                <c:pt idx="69">
                  <c:v>0.286579214903</c:v>
                </c:pt>
                <c:pt idx="70">
                  <c:v>0.287362261387</c:v>
                </c:pt>
                <c:pt idx="71">
                  <c:v>0.290310441372</c:v>
                </c:pt>
                <c:pt idx="72">
                  <c:v>0.290096100445</c:v>
                </c:pt>
                <c:pt idx="73">
                  <c:v>0.296356196958</c:v>
                </c:pt>
                <c:pt idx="74">
                  <c:v>0.297758418704</c:v>
                </c:pt>
                <c:pt idx="75">
                  <c:v>0.296471479403</c:v>
                </c:pt>
                <c:pt idx="76">
                  <c:v>0.297367177516</c:v>
                </c:pt>
                <c:pt idx="77">
                  <c:v>0.299137586505</c:v>
                </c:pt>
                <c:pt idx="78">
                  <c:v>0.292422428865</c:v>
                </c:pt>
                <c:pt idx="79">
                  <c:v>0.290103494168</c:v>
                </c:pt>
                <c:pt idx="80">
                  <c:v>0.289894333895</c:v>
                </c:pt>
                <c:pt idx="81">
                  <c:v>0.291722148143</c:v>
                </c:pt>
                <c:pt idx="82">
                  <c:v>0.290534903471</c:v>
                </c:pt>
                <c:pt idx="83">
                  <c:v>0.288849618164</c:v>
                </c:pt>
                <c:pt idx="84">
                  <c:v>0.287550457653</c:v>
                </c:pt>
                <c:pt idx="85">
                  <c:v>0.289436561427</c:v>
                </c:pt>
                <c:pt idx="86">
                  <c:v>0.286292327493</c:v>
                </c:pt>
                <c:pt idx="87">
                  <c:v>0.213432244674</c:v>
                </c:pt>
                <c:pt idx="88">
                  <c:v>0.214521259261</c:v>
                </c:pt>
                <c:pt idx="89">
                  <c:v>0.213889400768</c:v>
                </c:pt>
                <c:pt idx="90">
                  <c:v>0.213915241033</c:v>
                </c:pt>
                <c:pt idx="91">
                  <c:v>0.216195167365</c:v>
                </c:pt>
                <c:pt idx="92">
                  <c:v>0.216790199414</c:v>
                </c:pt>
                <c:pt idx="93">
                  <c:v>0.214365946111</c:v>
                </c:pt>
                <c:pt idx="94">
                  <c:v>0.215075336307</c:v>
                </c:pt>
                <c:pt idx="95">
                  <c:v>0.216187313951</c:v>
                </c:pt>
                <c:pt idx="96">
                  <c:v>0.214958529246</c:v>
                </c:pt>
                <c:pt idx="97">
                  <c:v>0.217681804803</c:v>
                </c:pt>
                <c:pt idx="98">
                  <c:v>0.218414464021</c:v>
                </c:pt>
                <c:pt idx="99">
                  <c:v>0.218512528232</c:v>
                </c:pt>
                <c:pt idx="100">
                  <c:v>0.215569832519</c:v>
                </c:pt>
                <c:pt idx="101">
                  <c:v>0.212654901186</c:v>
                </c:pt>
                <c:pt idx="102">
                  <c:v>0.212395262911</c:v>
                </c:pt>
                <c:pt idx="103">
                  <c:v>0.212286006026</c:v>
                </c:pt>
                <c:pt idx="104">
                  <c:v>0.213951892191</c:v>
                </c:pt>
                <c:pt idx="105">
                  <c:v>0.213714053387</c:v>
                </c:pt>
                <c:pt idx="106">
                  <c:v>0.214396462593</c:v>
                </c:pt>
                <c:pt idx="107">
                  <c:v>0.212974104304</c:v>
                </c:pt>
                <c:pt idx="108">
                  <c:v>0.213318890162</c:v>
                </c:pt>
                <c:pt idx="109">
                  <c:v>0.178265392641</c:v>
                </c:pt>
                <c:pt idx="110">
                  <c:v>0.179270422643</c:v>
                </c:pt>
                <c:pt idx="111">
                  <c:v>0.180421255396</c:v>
                </c:pt>
                <c:pt idx="112">
                  <c:v>0.175346246539</c:v>
                </c:pt>
                <c:pt idx="113">
                  <c:v>0.17685789048</c:v>
                </c:pt>
                <c:pt idx="114">
                  <c:v>0.177401459902</c:v>
                </c:pt>
                <c:pt idx="115">
                  <c:v>0.177268326522</c:v>
                </c:pt>
                <c:pt idx="116">
                  <c:v>0.17540592209</c:v>
                </c:pt>
                <c:pt idx="117">
                  <c:v>0.177824722609</c:v>
                </c:pt>
                <c:pt idx="118">
                  <c:v>0.176645582463</c:v>
                </c:pt>
                <c:pt idx="119">
                  <c:v>0.176915784102</c:v>
                </c:pt>
                <c:pt idx="120">
                  <c:v>0.176624897247</c:v>
                </c:pt>
                <c:pt idx="121">
                  <c:v>0.178951350052</c:v>
                </c:pt>
                <c:pt idx="122">
                  <c:v>0.176787160974</c:v>
                </c:pt>
                <c:pt idx="123">
                  <c:v>0.177435750107</c:v>
                </c:pt>
                <c:pt idx="124">
                  <c:v>0.176189374767</c:v>
                </c:pt>
                <c:pt idx="125">
                  <c:v>0.175035690737</c:v>
                </c:pt>
                <c:pt idx="126">
                  <c:v>0.176852901051</c:v>
                </c:pt>
                <c:pt idx="127">
                  <c:v>0.17669651305</c:v>
                </c:pt>
                <c:pt idx="128">
                  <c:v>0.176748055034</c:v>
                </c:pt>
                <c:pt idx="129">
                  <c:v>0.189766860394</c:v>
                </c:pt>
                <c:pt idx="130">
                  <c:v>0.190457330395</c:v>
                </c:pt>
                <c:pt idx="131">
                  <c:v>0.190457330395</c:v>
                </c:pt>
                <c:pt idx="132">
                  <c:v>0.191705242632</c:v>
                </c:pt>
                <c:pt idx="133">
                  <c:v>0.189901079563</c:v>
                </c:pt>
                <c:pt idx="134">
                  <c:v>0.190103772224</c:v>
                </c:pt>
                <c:pt idx="135">
                  <c:v>0.189520595791</c:v>
                </c:pt>
                <c:pt idx="136">
                  <c:v>0.192832646323</c:v>
                </c:pt>
                <c:pt idx="137">
                  <c:v>0.192037214081</c:v>
                </c:pt>
                <c:pt idx="138">
                  <c:v>0.192716343078</c:v>
                </c:pt>
                <c:pt idx="139">
                  <c:v>0.195087969401</c:v>
                </c:pt>
                <c:pt idx="140">
                  <c:v>0.196334200975</c:v>
                </c:pt>
                <c:pt idx="141">
                  <c:v>0.196564078101</c:v>
                </c:pt>
                <c:pt idx="142">
                  <c:v>0.195022608692</c:v>
                </c:pt>
                <c:pt idx="143">
                  <c:v>0.193749566935</c:v>
                </c:pt>
                <c:pt idx="144">
                  <c:v>0.194972560555</c:v>
                </c:pt>
                <c:pt idx="145">
                  <c:v>0.197214147362</c:v>
                </c:pt>
                <c:pt idx="146">
                  <c:v>0.1953681401</c:v>
                </c:pt>
                <c:pt idx="147">
                  <c:v>0.195683303285</c:v>
                </c:pt>
                <c:pt idx="148">
                  <c:v>0.195666409488</c:v>
                </c:pt>
                <c:pt idx="149">
                  <c:v>0.197953453218</c:v>
                </c:pt>
                <c:pt idx="150">
                  <c:v>0.197967243636</c:v>
                </c:pt>
                <c:pt idx="151">
                  <c:v>0.199695208743</c:v>
                </c:pt>
                <c:pt idx="152">
                  <c:v>0.298901052137</c:v>
                </c:pt>
                <c:pt idx="153">
                  <c:v>0.302851104411</c:v>
                </c:pt>
                <c:pt idx="154">
                  <c:v>0.300777416418</c:v>
                </c:pt>
                <c:pt idx="155">
                  <c:v>0.29963321649</c:v>
                </c:pt>
                <c:pt idx="156">
                  <c:v>0.299669454581</c:v>
                </c:pt>
                <c:pt idx="157">
                  <c:v>0.299501674759</c:v>
                </c:pt>
                <c:pt idx="158">
                  <c:v>0.302795070503</c:v>
                </c:pt>
                <c:pt idx="159">
                  <c:v>0.299846751553</c:v>
                </c:pt>
                <c:pt idx="160">
                  <c:v>0.297320365299</c:v>
                </c:pt>
                <c:pt idx="161">
                  <c:v>0.295015761407</c:v>
                </c:pt>
                <c:pt idx="162">
                  <c:v>0.29846996398</c:v>
                </c:pt>
                <c:pt idx="163">
                  <c:v>0.296349135845</c:v>
                </c:pt>
                <c:pt idx="164">
                  <c:v>0.296826549998</c:v>
                </c:pt>
                <c:pt idx="165">
                  <c:v>0.295826861797</c:v>
                </c:pt>
                <c:pt idx="166">
                  <c:v>0.294282809179</c:v>
                </c:pt>
                <c:pt idx="167">
                  <c:v>0.295279644471</c:v>
                </c:pt>
                <c:pt idx="168">
                  <c:v>0.295835235795</c:v>
                </c:pt>
                <c:pt idx="169">
                  <c:v>0.296254511178</c:v>
                </c:pt>
                <c:pt idx="170">
                  <c:v>0.295710081108</c:v>
                </c:pt>
                <c:pt idx="171">
                  <c:v>0.296438555833</c:v>
                </c:pt>
                <c:pt idx="172">
                  <c:v>0.293343171035</c:v>
                </c:pt>
                <c:pt idx="173">
                  <c:v>0.293139868604</c:v>
                </c:pt>
                <c:pt idx="174">
                  <c:v>0.294385011554</c:v>
                </c:pt>
                <c:pt idx="175">
                  <c:v>0.267647605167</c:v>
                </c:pt>
                <c:pt idx="176">
                  <c:v>0.268248107195</c:v>
                </c:pt>
                <c:pt idx="177">
                  <c:v>0.268045097102</c:v>
                </c:pt>
                <c:pt idx="178">
                  <c:v>0.267020092335</c:v>
                </c:pt>
                <c:pt idx="179">
                  <c:v>0.267084201094</c:v>
                </c:pt>
                <c:pt idx="180">
                  <c:v>0.265657689754</c:v>
                </c:pt>
                <c:pt idx="181">
                  <c:v>0.268171940805</c:v>
                </c:pt>
                <c:pt idx="182">
                  <c:v>0.269283914034</c:v>
                </c:pt>
                <c:pt idx="183">
                  <c:v>0.268351225529</c:v>
                </c:pt>
                <c:pt idx="184">
                  <c:v>0.266685479897</c:v>
                </c:pt>
                <c:pt idx="185">
                  <c:v>0.265999245442</c:v>
                </c:pt>
                <c:pt idx="186">
                  <c:v>0.26693494671</c:v>
                </c:pt>
                <c:pt idx="187">
                  <c:v>0.269767451482</c:v>
                </c:pt>
                <c:pt idx="188">
                  <c:v>0.269373537847</c:v>
                </c:pt>
                <c:pt idx="189">
                  <c:v>0.271071622776</c:v>
                </c:pt>
                <c:pt idx="190">
                  <c:v>0.2725327834</c:v>
                </c:pt>
                <c:pt idx="191">
                  <c:v>0.272535314009</c:v>
                </c:pt>
                <c:pt idx="192">
                  <c:v>0.270963228951</c:v>
                </c:pt>
                <c:pt idx="193">
                  <c:v>0.269237706366</c:v>
                </c:pt>
                <c:pt idx="194">
                  <c:v>0.271601559735</c:v>
                </c:pt>
                <c:pt idx="195">
                  <c:v>0.234558302075</c:v>
                </c:pt>
                <c:pt idx="196">
                  <c:v>0.235735266321</c:v>
                </c:pt>
                <c:pt idx="197">
                  <c:v>0.235548439394</c:v>
                </c:pt>
                <c:pt idx="198">
                  <c:v>0.235850276598</c:v>
                </c:pt>
                <c:pt idx="199">
                  <c:v>0.234985138211</c:v>
                </c:pt>
                <c:pt idx="200">
                  <c:v>0.233631361275</c:v>
                </c:pt>
                <c:pt idx="201">
                  <c:v>0.235153272674</c:v>
                </c:pt>
                <c:pt idx="202">
                  <c:v>0.237201422102</c:v>
                </c:pt>
                <c:pt idx="203">
                  <c:v>0.236456514516</c:v>
                </c:pt>
                <c:pt idx="204">
                  <c:v>0.237498618544</c:v>
                </c:pt>
                <c:pt idx="205">
                  <c:v>0.237882788028</c:v>
                </c:pt>
                <c:pt idx="206">
                  <c:v>0.239108985432</c:v>
                </c:pt>
                <c:pt idx="207">
                  <c:v>0.240554681348</c:v>
                </c:pt>
                <c:pt idx="208">
                  <c:v>0.241536520217</c:v>
                </c:pt>
                <c:pt idx="209">
                  <c:v>0.244425093139</c:v>
                </c:pt>
                <c:pt idx="210">
                  <c:v>0.242693395022</c:v>
                </c:pt>
                <c:pt idx="211">
                  <c:v>0.244035189639</c:v>
                </c:pt>
                <c:pt idx="212">
                  <c:v>0.244715888606</c:v>
                </c:pt>
                <c:pt idx="213">
                  <c:v>0.244990698187</c:v>
                </c:pt>
                <c:pt idx="214">
                  <c:v>0.247197803293</c:v>
                </c:pt>
                <c:pt idx="215">
                  <c:v>0.24920158534</c:v>
                </c:pt>
                <c:pt idx="216">
                  <c:v>0.246908199182</c:v>
                </c:pt>
                <c:pt idx="217">
                  <c:v>0.246296173901</c:v>
                </c:pt>
                <c:pt idx="218">
                  <c:v>0.232714270656</c:v>
                </c:pt>
                <c:pt idx="219">
                  <c:v>0.231844669062</c:v>
                </c:pt>
                <c:pt idx="220">
                  <c:v>0.225213185952</c:v>
                </c:pt>
                <c:pt idx="221">
                  <c:v>0.226592383059</c:v>
                </c:pt>
                <c:pt idx="222">
                  <c:v>0.223488824422</c:v>
                </c:pt>
                <c:pt idx="223">
                  <c:v>0.219913262185</c:v>
                </c:pt>
                <c:pt idx="224">
                  <c:v>0.22030223988</c:v>
                </c:pt>
                <c:pt idx="225">
                  <c:v>0.218710641511</c:v>
                </c:pt>
                <c:pt idx="226">
                  <c:v>0.218540900555</c:v>
                </c:pt>
                <c:pt idx="227">
                  <c:v>0.218819174</c:v>
                </c:pt>
                <c:pt idx="228">
                  <c:v>0.221439156156</c:v>
                </c:pt>
                <c:pt idx="229">
                  <c:v>0.221698719229</c:v>
                </c:pt>
                <c:pt idx="230">
                  <c:v>0.222637250499</c:v>
                </c:pt>
                <c:pt idx="231">
                  <c:v>0.224705319619</c:v>
                </c:pt>
                <c:pt idx="232">
                  <c:v>0.226850980271</c:v>
                </c:pt>
                <c:pt idx="233">
                  <c:v>0.220698369712</c:v>
                </c:pt>
                <c:pt idx="234">
                  <c:v>0.222189139315</c:v>
                </c:pt>
                <c:pt idx="235">
                  <c:v>0.222313189263</c:v>
                </c:pt>
                <c:pt idx="236">
                  <c:v>0.221629657299</c:v>
                </c:pt>
                <c:pt idx="237">
                  <c:v>0.222249548082</c:v>
                </c:pt>
                <c:pt idx="238">
                  <c:v>0.220144858692</c:v>
                </c:pt>
                <c:pt idx="239">
                  <c:v>0.130925332697</c:v>
                </c:pt>
                <c:pt idx="240">
                  <c:v>0.130705885311</c:v>
                </c:pt>
                <c:pt idx="241">
                  <c:v>0.129502522618</c:v>
                </c:pt>
                <c:pt idx="242">
                  <c:v>0.129501176465</c:v>
                </c:pt>
                <c:pt idx="243">
                  <c:v>0.131059659553</c:v>
                </c:pt>
                <c:pt idx="244">
                  <c:v>0.132490560028</c:v>
                </c:pt>
                <c:pt idx="245">
                  <c:v>0.133878077201</c:v>
                </c:pt>
                <c:pt idx="246">
                  <c:v>0.132469963461</c:v>
                </c:pt>
                <c:pt idx="247">
                  <c:v>0.131210892721</c:v>
                </c:pt>
                <c:pt idx="248">
                  <c:v>0.131330493346</c:v>
                </c:pt>
                <c:pt idx="249">
                  <c:v>0.131279802895</c:v>
                </c:pt>
                <c:pt idx="250">
                  <c:v>0.130759474794</c:v>
                </c:pt>
                <c:pt idx="251">
                  <c:v>0.132004608264</c:v>
                </c:pt>
                <c:pt idx="252">
                  <c:v>0.133193461834</c:v>
                </c:pt>
                <c:pt idx="253">
                  <c:v>0.131890685955</c:v>
                </c:pt>
                <c:pt idx="254">
                  <c:v>0.131490220699</c:v>
                </c:pt>
                <c:pt idx="255">
                  <c:v>0.132428559431</c:v>
                </c:pt>
                <c:pt idx="256">
                  <c:v>0.132058963179</c:v>
                </c:pt>
                <c:pt idx="257">
                  <c:v>0.131814805615</c:v>
                </c:pt>
                <c:pt idx="258">
                  <c:v>0.133082194563</c:v>
                </c:pt>
                <c:pt idx="259">
                  <c:v>0.134505854411</c:v>
                </c:pt>
                <c:pt idx="260">
                  <c:v>0.240596311913</c:v>
                </c:pt>
                <c:pt idx="261">
                  <c:v>0.240242628664</c:v>
                </c:pt>
                <c:pt idx="262">
                  <c:v>0.240485902241</c:v>
                </c:pt>
                <c:pt idx="263">
                  <c:v>0.238724749479</c:v>
                </c:pt>
                <c:pt idx="264">
                  <c:v>0.240998262535</c:v>
                </c:pt>
                <c:pt idx="265">
                  <c:v>0.244850905368</c:v>
                </c:pt>
                <c:pt idx="266">
                  <c:v>0.244371572832</c:v>
                </c:pt>
                <c:pt idx="267">
                  <c:v>0.244424847303</c:v>
                </c:pt>
                <c:pt idx="268">
                  <c:v>0.245810916669</c:v>
                </c:pt>
                <c:pt idx="269">
                  <c:v>0.245781790138</c:v>
                </c:pt>
                <c:pt idx="270">
                  <c:v>0.24447739144</c:v>
                </c:pt>
                <c:pt idx="271">
                  <c:v>0.244610583686</c:v>
                </c:pt>
                <c:pt idx="272">
                  <c:v>0.246204142234</c:v>
                </c:pt>
                <c:pt idx="273">
                  <c:v>0.247081050129</c:v>
                </c:pt>
                <c:pt idx="274">
                  <c:v>0.246129346322</c:v>
                </c:pt>
                <c:pt idx="275">
                  <c:v>0.247398699739</c:v>
                </c:pt>
                <c:pt idx="276">
                  <c:v>0.245337796811</c:v>
                </c:pt>
                <c:pt idx="277">
                  <c:v>0.246633705155</c:v>
                </c:pt>
                <c:pt idx="278">
                  <c:v>0.246304834397</c:v>
                </c:pt>
                <c:pt idx="279">
                  <c:v>0.248638884958</c:v>
                </c:pt>
                <c:pt idx="280">
                  <c:v>0.247746752149</c:v>
                </c:pt>
                <c:pt idx="281">
                  <c:v>0.251842970438</c:v>
                </c:pt>
                <c:pt idx="282">
                  <c:v>0.369790528531</c:v>
                </c:pt>
                <c:pt idx="283">
                  <c:v>0.37038516558</c:v>
                </c:pt>
                <c:pt idx="284">
                  <c:v>0.368216474312</c:v>
                </c:pt>
                <c:pt idx="285">
                  <c:v>0.368310690445</c:v>
                </c:pt>
                <c:pt idx="286">
                  <c:v>0.371768040248</c:v>
                </c:pt>
                <c:pt idx="287">
                  <c:v>0.371201607515</c:v>
                </c:pt>
                <c:pt idx="288">
                  <c:v>0.371150957087</c:v>
                </c:pt>
                <c:pt idx="289">
                  <c:v>0.372357159261</c:v>
                </c:pt>
                <c:pt idx="290">
                  <c:v>0.367498892478</c:v>
                </c:pt>
                <c:pt idx="291">
                  <c:v>0.365994476724</c:v>
                </c:pt>
                <c:pt idx="292">
                  <c:v>0.368710423698</c:v>
                </c:pt>
                <c:pt idx="293">
                  <c:v>0.368738105013</c:v>
                </c:pt>
                <c:pt idx="294">
                  <c:v>0.368925766462</c:v>
                </c:pt>
                <c:pt idx="295">
                  <c:v>0.368842521506</c:v>
                </c:pt>
                <c:pt idx="296">
                  <c:v>0.370438718934</c:v>
                </c:pt>
                <c:pt idx="297">
                  <c:v>0.368952111689</c:v>
                </c:pt>
                <c:pt idx="298">
                  <c:v>0.368851210032</c:v>
                </c:pt>
                <c:pt idx="299">
                  <c:v>0.366354367587</c:v>
                </c:pt>
                <c:pt idx="300">
                  <c:v>0.366457081342</c:v>
                </c:pt>
                <c:pt idx="301">
                  <c:v>0.369950434662</c:v>
                </c:pt>
                <c:pt idx="302">
                  <c:v>0.233649906819</c:v>
                </c:pt>
                <c:pt idx="303">
                  <c:v>0.232484114383</c:v>
                </c:pt>
                <c:pt idx="304">
                  <c:v>0.231060461018</c:v>
                </c:pt>
                <c:pt idx="305">
                  <c:v>0.23141046129</c:v>
                </c:pt>
                <c:pt idx="306">
                  <c:v>0.231179140849</c:v>
                </c:pt>
                <c:pt idx="307">
                  <c:v>0.236122494868</c:v>
                </c:pt>
                <c:pt idx="308">
                  <c:v>0.236144127818</c:v>
                </c:pt>
                <c:pt idx="309">
                  <c:v>0.239934682285</c:v>
                </c:pt>
                <c:pt idx="310">
                  <c:v>0.239476133404</c:v>
                </c:pt>
                <c:pt idx="311">
                  <c:v>0.238922462312</c:v>
                </c:pt>
                <c:pt idx="312">
                  <c:v>0.239951378062</c:v>
                </c:pt>
                <c:pt idx="313">
                  <c:v>0.239913473062</c:v>
                </c:pt>
                <c:pt idx="314">
                  <c:v>0.238729980995</c:v>
                </c:pt>
                <c:pt idx="315">
                  <c:v>0.238177616145</c:v>
                </c:pt>
                <c:pt idx="316">
                  <c:v>0.236147960224</c:v>
                </c:pt>
                <c:pt idx="317">
                  <c:v>0.236672565662</c:v>
                </c:pt>
                <c:pt idx="318">
                  <c:v>0.236346273273</c:v>
                </c:pt>
                <c:pt idx="319">
                  <c:v>0.238907312417</c:v>
                </c:pt>
                <c:pt idx="320">
                  <c:v>0.240795021382</c:v>
                </c:pt>
                <c:pt idx="321">
                  <c:v>0.243280488373</c:v>
                </c:pt>
                <c:pt idx="322">
                  <c:v>0.243295900206</c:v>
                </c:pt>
                <c:pt idx="323">
                  <c:v>0.302051754902</c:v>
                </c:pt>
                <c:pt idx="324">
                  <c:v>0.303790594161</c:v>
                </c:pt>
                <c:pt idx="325">
                  <c:v>0.304038188537</c:v>
                </c:pt>
                <c:pt idx="326">
                  <c:v>0.313951299289</c:v>
                </c:pt>
                <c:pt idx="327">
                  <c:v>0.319112909361</c:v>
                </c:pt>
                <c:pt idx="328">
                  <c:v>0.32927714865</c:v>
                </c:pt>
                <c:pt idx="329">
                  <c:v>0.325951033777</c:v>
                </c:pt>
                <c:pt idx="330">
                  <c:v>0.330377441417</c:v>
                </c:pt>
                <c:pt idx="331">
                  <c:v>0.326257652125</c:v>
                </c:pt>
                <c:pt idx="332">
                  <c:v>0.324196109666</c:v>
                </c:pt>
                <c:pt idx="333">
                  <c:v>0.329556153898</c:v>
                </c:pt>
                <c:pt idx="334">
                  <c:v>0.323701805278</c:v>
                </c:pt>
                <c:pt idx="335">
                  <c:v>0.32895937485</c:v>
                </c:pt>
                <c:pt idx="336">
                  <c:v>0.323325682904</c:v>
                </c:pt>
                <c:pt idx="337">
                  <c:v>0.318382821104</c:v>
                </c:pt>
                <c:pt idx="338">
                  <c:v>0.321409696676</c:v>
                </c:pt>
                <c:pt idx="339">
                  <c:v>0.317619666043</c:v>
                </c:pt>
                <c:pt idx="340">
                  <c:v>0.321603445523</c:v>
                </c:pt>
                <c:pt idx="341">
                  <c:v>0.31923471309</c:v>
                </c:pt>
                <c:pt idx="342">
                  <c:v>0.317611653789</c:v>
                </c:pt>
                <c:pt idx="343">
                  <c:v>0.312588557821</c:v>
                </c:pt>
                <c:pt idx="344">
                  <c:v>0.312441259058</c:v>
                </c:pt>
                <c:pt idx="345">
                  <c:v>0.604842692498</c:v>
                </c:pt>
                <c:pt idx="346">
                  <c:v>0.610296836629</c:v>
                </c:pt>
                <c:pt idx="347">
                  <c:v>0.605738721157</c:v>
                </c:pt>
                <c:pt idx="348">
                  <c:v>0.603325638517</c:v>
                </c:pt>
                <c:pt idx="349">
                  <c:v>0.603249474099</c:v>
                </c:pt>
                <c:pt idx="350">
                  <c:v>0.595863001128</c:v>
                </c:pt>
                <c:pt idx="351">
                  <c:v>0.598884616407</c:v>
                </c:pt>
                <c:pt idx="352">
                  <c:v>0.593154557584</c:v>
                </c:pt>
                <c:pt idx="353">
                  <c:v>0.596015773458</c:v>
                </c:pt>
                <c:pt idx="354">
                  <c:v>0.590432060642</c:v>
                </c:pt>
                <c:pt idx="355">
                  <c:v>0.594794302646</c:v>
                </c:pt>
                <c:pt idx="356">
                  <c:v>0.598644230774</c:v>
                </c:pt>
                <c:pt idx="357">
                  <c:v>0.60051353881</c:v>
                </c:pt>
                <c:pt idx="358">
                  <c:v>0.597728046845</c:v>
                </c:pt>
                <c:pt idx="359">
                  <c:v>0.602671653907</c:v>
                </c:pt>
                <c:pt idx="360">
                  <c:v>0.601732695724</c:v>
                </c:pt>
                <c:pt idx="361">
                  <c:v>0.596005873946</c:v>
                </c:pt>
                <c:pt idx="362">
                  <c:v>0.595440155074</c:v>
                </c:pt>
                <c:pt idx="363">
                  <c:v>0.597755396588</c:v>
                </c:pt>
                <c:pt idx="364">
                  <c:v>0.595203245221</c:v>
                </c:pt>
                <c:pt idx="365">
                  <c:v>0.603535605543</c:v>
                </c:pt>
                <c:pt idx="366">
                  <c:v>0.326465020766</c:v>
                </c:pt>
                <c:pt idx="367">
                  <c:v>0.326777581927</c:v>
                </c:pt>
                <c:pt idx="368">
                  <c:v>0.324466519024</c:v>
                </c:pt>
                <c:pt idx="369">
                  <c:v>0.320907077316</c:v>
                </c:pt>
                <c:pt idx="370">
                  <c:v>0.320934685751</c:v>
                </c:pt>
                <c:pt idx="371">
                  <c:v>0.32054255309</c:v>
                </c:pt>
                <c:pt idx="372">
                  <c:v>0.322140469358</c:v>
                </c:pt>
                <c:pt idx="373">
                  <c:v>0.324463685639</c:v>
                </c:pt>
                <c:pt idx="374">
                  <c:v>0.328415040721</c:v>
                </c:pt>
                <c:pt idx="375">
                  <c:v>0.324570179348</c:v>
                </c:pt>
                <c:pt idx="376">
                  <c:v>0.324841414769</c:v>
                </c:pt>
                <c:pt idx="377">
                  <c:v>0.324529756674</c:v>
                </c:pt>
                <c:pt idx="378">
                  <c:v>0.325476758144</c:v>
                </c:pt>
                <c:pt idx="379">
                  <c:v>0.325200617899</c:v>
                </c:pt>
                <c:pt idx="380">
                  <c:v>0.326952429405</c:v>
                </c:pt>
                <c:pt idx="381">
                  <c:v>0.319886229597</c:v>
                </c:pt>
                <c:pt idx="382">
                  <c:v>0.319133952425</c:v>
                </c:pt>
                <c:pt idx="383">
                  <c:v>0.317663026592</c:v>
                </c:pt>
                <c:pt idx="384">
                  <c:v>0.313226649472</c:v>
                </c:pt>
                <c:pt idx="385">
                  <c:v>0.315510504306</c:v>
                </c:pt>
                <c:pt idx="386">
                  <c:v>0.315659216329</c:v>
                </c:pt>
                <c:pt idx="387">
                  <c:v>0.230190200205</c:v>
                </c:pt>
                <c:pt idx="388">
                  <c:v>0.228509951296</c:v>
                </c:pt>
                <c:pt idx="389">
                  <c:v>0.228520110058</c:v>
                </c:pt>
                <c:pt idx="390">
                  <c:v>0.22929261877</c:v>
                </c:pt>
                <c:pt idx="391">
                  <c:v>0.226989907887</c:v>
                </c:pt>
                <c:pt idx="392">
                  <c:v>0.227405460661</c:v>
                </c:pt>
                <c:pt idx="393">
                  <c:v>0.227103902737</c:v>
                </c:pt>
                <c:pt idx="394">
                  <c:v>0.228966680221</c:v>
                </c:pt>
                <c:pt idx="395">
                  <c:v>0.227892095198</c:v>
                </c:pt>
                <c:pt idx="396">
                  <c:v>0.226993848076</c:v>
                </c:pt>
                <c:pt idx="397">
                  <c:v>0.227641283395</c:v>
                </c:pt>
                <c:pt idx="398">
                  <c:v>0.225982429142</c:v>
                </c:pt>
                <c:pt idx="399">
                  <c:v>0.226049131562</c:v>
                </c:pt>
                <c:pt idx="400">
                  <c:v>0.227929153134</c:v>
                </c:pt>
                <c:pt idx="401">
                  <c:v>0.229448513141</c:v>
                </c:pt>
                <c:pt idx="402">
                  <c:v>0.22604288141</c:v>
                </c:pt>
                <c:pt idx="403">
                  <c:v>0.223680879836</c:v>
                </c:pt>
                <c:pt idx="404">
                  <c:v>0.22292044867</c:v>
                </c:pt>
                <c:pt idx="405">
                  <c:v>0.222173847485</c:v>
                </c:pt>
                <c:pt idx="406">
                  <c:v>0.223385383557</c:v>
                </c:pt>
                <c:pt idx="407">
                  <c:v>0.221378856085</c:v>
                </c:pt>
                <c:pt idx="408">
                  <c:v>0.223918798828</c:v>
                </c:pt>
                <c:pt idx="409">
                  <c:v>0.228412009015</c:v>
                </c:pt>
                <c:pt idx="410">
                  <c:v>0.265764644529</c:v>
                </c:pt>
                <c:pt idx="411">
                  <c:v>0.265676576537</c:v>
                </c:pt>
                <c:pt idx="412">
                  <c:v>0.264266476798</c:v>
                </c:pt>
                <c:pt idx="413">
                  <c:v>0.264403479625</c:v>
                </c:pt>
                <c:pt idx="414">
                  <c:v>0.263912194014</c:v>
                </c:pt>
                <c:pt idx="415">
                  <c:v>0.261840348972</c:v>
                </c:pt>
                <c:pt idx="416">
                  <c:v>0.260499181073</c:v>
                </c:pt>
                <c:pt idx="417">
                  <c:v>0.259067164913</c:v>
                </c:pt>
                <c:pt idx="418">
                  <c:v>0.258225350533</c:v>
                </c:pt>
                <c:pt idx="419">
                  <c:v>0.259470993579</c:v>
                </c:pt>
                <c:pt idx="420">
                  <c:v>0.259243525753</c:v>
                </c:pt>
                <c:pt idx="421">
                  <c:v>0.258467919853</c:v>
                </c:pt>
                <c:pt idx="422">
                  <c:v>0.26084009393</c:v>
                </c:pt>
                <c:pt idx="423">
                  <c:v>0.260096226666</c:v>
                </c:pt>
                <c:pt idx="424">
                  <c:v>0.26016236327</c:v>
                </c:pt>
                <c:pt idx="425">
                  <c:v>0.259316692684</c:v>
                </c:pt>
                <c:pt idx="426">
                  <c:v>0.261278879831</c:v>
                </c:pt>
                <c:pt idx="427">
                  <c:v>0.261783152163</c:v>
                </c:pt>
                <c:pt idx="428">
                  <c:v>0.262841303953</c:v>
                </c:pt>
                <c:pt idx="429">
                  <c:v>0.264446199353</c:v>
                </c:pt>
                <c:pt idx="430">
                  <c:v>0.264226761693</c:v>
                </c:pt>
                <c:pt idx="431">
                  <c:v>0.269148875438</c:v>
                </c:pt>
                <c:pt idx="432">
                  <c:v>0.294367268032</c:v>
                </c:pt>
                <c:pt idx="433">
                  <c:v>0.292923912659</c:v>
                </c:pt>
                <c:pt idx="434">
                  <c:v>0.294765408988</c:v>
                </c:pt>
                <c:pt idx="435">
                  <c:v>0.296299423503</c:v>
                </c:pt>
                <c:pt idx="436">
                  <c:v>0.295853926309</c:v>
                </c:pt>
                <c:pt idx="437">
                  <c:v>0.294849692435</c:v>
                </c:pt>
                <c:pt idx="438">
                  <c:v>0.293788051281</c:v>
                </c:pt>
                <c:pt idx="439">
                  <c:v>0.29401252571</c:v>
                </c:pt>
                <c:pt idx="440">
                  <c:v>0.295889654608</c:v>
                </c:pt>
                <c:pt idx="441">
                  <c:v>0.296091116182</c:v>
                </c:pt>
                <c:pt idx="442">
                  <c:v>0.294237435444</c:v>
                </c:pt>
                <c:pt idx="443">
                  <c:v>0.293558309504</c:v>
                </c:pt>
                <c:pt idx="444">
                  <c:v>0.296466227549</c:v>
                </c:pt>
                <c:pt idx="445">
                  <c:v>0.300131351537</c:v>
                </c:pt>
                <c:pt idx="446">
                  <c:v>0.300767998161</c:v>
                </c:pt>
                <c:pt idx="447">
                  <c:v>0.299659447899</c:v>
                </c:pt>
                <c:pt idx="448">
                  <c:v>0.301883924357</c:v>
                </c:pt>
                <c:pt idx="449">
                  <c:v>0.303577442042</c:v>
                </c:pt>
                <c:pt idx="450">
                  <c:v>0.305917254685</c:v>
                </c:pt>
                <c:pt idx="451">
                  <c:v>0.306943867797</c:v>
                </c:pt>
                <c:pt idx="452">
                  <c:v>0.306098142092</c:v>
                </c:pt>
                <c:pt idx="453">
                  <c:v>0.174638109331</c:v>
                </c:pt>
                <c:pt idx="454">
                  <c:v>0.175604042375</c:v>
                </c:pt>
                <c:pt idx="455">
                  <c:v>0.177941361445</c:v>
                </c:pt>
                <c:pt idx="456">
                  <c:v>0.178782684368</c:v>
                </c:pt>
                <c:pt idx="457">
                  <c:v>0.180753604045</c:v>
                </c:pt>
                <c:pt idx="458">
                  <c:v>0.178868124626</c:v>
                </c:pt>
                <c:pt idx="459">
                  <c:v>0.183883878093</c:v>
                </c:pt>
                <c:pt idx="460">
                  <c:v>0.185480648285</c:v>
                </c:pt>
                <c:pt idx="461">
                  <c:v>0.187792854711</c:v>
                </c:pt>
                <c:pt idx="462">
                  <c:v>0.188798266155</c:v>
                </c:pt>
                <c:pt idx="463">
                  <c:v>0.192488802336</c:v>
                </c:pt>
                <c:pt idx="464">
                  <c:v>0.189576536219</c:v>
                </c:pt>
                <c:pt idx="465">
                  <c:v>0.193980656147</c:v>
                </c:pt>
                <c:pt idx="466">
                  <c:v>0.18379150417</c:v>
                </c:pt>
                <c:pt idx="467">
                  <c:v>0.184029101854</c:v>
                </c:pt>
                <c:pt idx="468">
                  <c:v>0.183720004304</c:v>
                </c:pt>
                <c:pt idx="469">
                  <c:v>0.182549251283</c:v>
                </c:pt>
                <c:pt idx="470">
                  <c:v>0.176877318029</c:v>
                </c:pt>
                <c:pt idx="471">
                  <c:v>0.175486971097</c:v>
                </c:pt>
                <c:pt idx="472">
                  <c:v>0.174688305476</c:v>
                </c:pt>
                <c:pt idx="473">
                  <c:v>0.178892953966</c:v>
                </c:pt>
                <c:pt idx="474">
                  <c:v>0.178109571596</c:v>
                </c:pt>
                <c:pt idx="475">
                  <c:v>0.177680611492</c:v>
                </c:pt>
                <c:pt idx="476">
                  <c:v>0.0881088588191</c:v>
                </c:pt>
                <c:pt idx="477">
                  <c:v>0.0891202561047</c:v>
                </c:pt>
                <c:pt idx="478">
                  <c:v>0.0886814324788</c:v>
                </c:pt>
                <c:pt idx="479">
                  <c:v>0.0892311120774</c:v>
                </c:pt>
                <c:pt idx="480">
                  <c:v>0.090734597156</c:v>
                </c:pt>
                <c:pt idx="481">
                  <c:v>0.0905833762506</c:v>
                </c:pt>
                <c:pt idx="482">
                  <c:v>0.0918976042108</c:v>
                </c:pt>
                <c:pt idx="483">
                  <c:v>0.091562650185</c:v>
                </c:pt>
                <c:pt idx="484">
                  <c:v>0.0904679650696</c:v>
                </c:pt>
                <c:pt idx="485">
                  <c:v>0.0896701289621</c:v>
                </c:pt>
                <c:pt idx="486">
                  <c:v>0.0907235604222</c:v>
                </c:pt>
                <c:pt idx="487">
                  <c:v>0.0909141150589</c:v>
                </c:pt>
                <c:pt idx="488">
                  <c:v>0.0913072742032</c:v>
                </c:pt>
                <c:pt idx="489">
                  <c:v>0.0913459686204</c:v>
                </c:pt>
                <c:pt idx="490">
                  <c:v>0.0919306717582</c:v>
                </c:pt>
                <c:pt idx="491">
                  <c:v>0.0916958883926</c:v>
                </c:pt>
                <c:pt idx="492">
                  <c:v>0.0918419336325</c:v>
                </c:pt>
                <c:pt idx="493">
                  <c:v>0.091596683186</c:v>
                </c:pt>
                <c:pt idx="494">
                  <c:v>0.0923782815161</c:v>
                </c:pt>
                <c:pt idx="495">
                  <c:v>0.0930835853488</c:v>
                </c:pt>
                <c:pt idx="496">
                  <c:v>0.129919421086</c:v>
                </c:pt>
                <c:pt idx="497">
                  <c:v>0.129472406727</c:v>
                </c:pt>
                <c:pt idx="498">
                  <c:v>0.12964072021</c:v>
                </c:pt>
                <c:pt idx="499">
                  <c:v>0.129530762229</c:v>
                </c:pt>
                <c:pt idx="500">
                  <c:v>0.129710393261</c:v>
                </c:pt>
                <c:pt idx="501">
                  <c:v>0.130334142458</c:v>
                </c:pt>
                <c:pt idx="502">
                  <c:v>0.130295855257</c:v>
                </c:pt>
                <c:pt idx="503">
                  <c:v>0.131325006037</c:v>
                </c:pt>
                <c:pt idx="504">
                  <c:v>0.132257614732</c:v>
                </c:pt>
                <c:pt idx="505">
                  <c:v>0.132539025492</c:v>
                </c:pt>
                <c:pt idx="506">
                  <c:v>0.132654788445</c:v>
                </c:pt>
                <c:pt idx="507">
                  <c:v>0.133871514446</c:v>
                </c:pt>
                <c:pt idx="508">
                  <c:v>0.133406616442</c:v>
                </c:pt>
                <c:pt idx="509">
                  <c:v>0.133071982078</c:v>
                </c:pt>
                <c:pt idx="510">
                  <c:v>0.13528215482</c:v>
                </c:pt>
                <c:pt idx="511">
                  <c:v>0.135949340436</c:v>
                </c:pt>
                <c:pt idx="512">
                  <c:v>0.134753294942</c:v>
                </c:pt>
                <c:pt idx="513">
                  <c:v>0.136413197055</c:v>
                </c:pt>
                <c:pt idx="514">
                  <c:v>0.131312355542</c:v>
                </c:pt>
                <c:pt idx="515">
                  <c:v>0.131166342155</c:v>
                </c:pt>
                <c:pt idx="516">
                  <c:v>0.131110254227</c:v>
                </c:pt>
                <c:pt idx="517">
                  <c:v>0.130888763613</c:v>
                </c:pt>
                <c:pt idx="518">
                  <c:v>0.155822351605</c:v>
                </c:pt>
                <c:pt idx="519">
                  <c:v>0.155978955928</c:v>
                </c:pt>
                <c:pt idx="520">
                  <c:v>0.154710255574</c:v>
                </c:pt>
                <c:pt idx="521">
                  <c:v>0.155572578783</c:v>
                </c:pt>
                <c:pt idx="522">
                  <c:v>0.156372505171</c:v>
                </c:pt>
                <c:pt idx="523">
                  <c:v>0.157915117643</c:v>
                </c:pt>
                <c:pt idx="524">
                  <c:v>0.157429886008</c:v>
                </c:pt>
                <c:pt idx="525">
                  <c:v>0.158643130278</c:v>
                </c:pt>
                <c:pt idx="526">
                  <c:v>0.157581628093</c:v>
                </c:pt>
                <c:pt idx="527">
                  <c:v>0.156767491084</c:v>
                </c:pt>
                <c:pt idx="528">
                  <c:v>0.157004993852</c:v>
                </c:pt>
                <c:pt idx="529">
                  <c:v>0.162586129117</c:v>
                </c:pt>
                <c:pt idx="530">
                  <c:v>0.163791893632</c:v>
                </c:pt>
                <c:pt idx="531">
                  <c:v>0.165574816459</c:v>
                </c:pt>
                <c:pt idx="532">
                  <c:v>0.166036392112</c:v>
                </c:pt>
                <c:pt idx="533">
                  <c:v>0.167700069331</c:v>
                </c:pt>
                <c:pt idx="534">
                  <c:v>0.16930577047</c:v>
                </c:pt>
                <c:pt idx="535">
                  <c:v>0.173803585718</c:v>
                </c:pt>
                <c:pt idx="536">
                  <c:v>0.174053783838</c:v>
                </c:pt>
                <c:pt idx="537">
                  <c:v>0.160568011595</c:v>
                </c:pt>
                <c:pt idx="538">
                  <c:v>0.156010850091</c:v>
                </c:pt>
                <c:pt idx="539">
                  <c:v>0.0734834569241</c:v>
                </c:pt>
                <c:pt idx="540">
                  <c:v>0.0735726850114</c:v>
                </c:pt>
                <c:pt idx="541">
                  <c:v>0.0719363887556</c:v>
                </c:pt>
                <c:pt idx="542">
                  <c:v>0.0736308149423</c:v>
                </c:pt>
                <c:pt idx="543">
                  <c:v>0.0749731040657</c:v>
                </c:pt>
                <c:pt idx="544">
                  <c:v>0.0740632183001</c:v>
                </c:pt>
                <c:pt idx="545">
                  <c:v>0.0745482444695</c:v>
                </c:pt>
                <c:pt idx="546">
                  <c:v>0.0721839760775</c:v>
                </c:pt>
                <c:pt idx="547">
                  <c:v>0.0741143027601</c:v>
                </c:pt>
                <c:pt idx="548">
                  <c:v>0.0741183573557</c:v>
                </c:pt>
                <c:pt idx="549">
                  <c:v>0.0720288955057</c:v>
                </c:pt>
                <c:pt idx="550">
                  <c:v>0.0732925790422</c:v>
                </c:pt>
                <c:pt idx="551">
                  <c:v>0.0732638382792</c:v>
                </c:pt>
                <c:pt idx="552">
                  <c:v>0.0742627624191</c:v>
                </c:pt>
                <c:pt idx="553">
                  <c:v>0.0760585970076</c:v>
                </c:pt>
                <c:pt idx="554">
                  <c:v>0.0749943883775</c:v>
                </c:pt>
                <c:pt idx="555">
                  <c:v>0.0745726436496</c:v>
                </c:pt>
                <c:pt idx="556">
                  <c:v>0.0754847015452</c:v>
                </c:pt>
                <c:pt idx="557">
                  <c:v>0.0761435821514</c:v>
                </c:pt>
                <c:pt idx="558">
                  <c:v>0.0778795808942</c:v>
                </c:pt>
                <c:pt idx="559">
                  <c:v>0.0786033339213</c:v>
                </c:pt>
                <c:pt idx="560">
                  <c:v>0.0795432271488</c:v>
                </c:pt>
                <c:pt idx="561">
                  <c:v>0.07876383134</c:v>
                </c:pt>
                <c:pt idx="562">
                  <c:v>0.080002368588</c:v>
                </c:pt>
                <c:pt idx="563">
                  <c:v>0.0799654232966</c:v>
                </c:pt>
                <c:pt idx="564">
                  <c:v>0.080230434533</c:v>
                </c:pt>
                <c:pt idx="565">
                  <c:v>0.0802445819231</c:v>
                </c:pt>
                <c:pt idx="566">
                  <c:v>0.079200306187</c:v>
                </c:pt>
                <c:pt idx="567">
                  <c:v>0.0785951488178</c:v>
                </c:pt>
                <c:pt idx="568">
                  <c:v>0.0780044753597</c:v>
                </c:pt>
                <c:pt idx="569">
                  <c:v>0.077210627763</c:v>
                </c:pt>
                <c:pt idx="570">
                  <c:v>0.0749227153835</c:v>
                </c:pt>
                <c:pt idx="571">
                  <c:v>0.0722427363211</c:v>
                </c:pt>
                <c:pt idx="572">
                  <c:v>0.07100939571</c:v>
                </c:pt>
                <c:pt idx="573">
                  <c:v>0.0697958366761</c:v>
                </c:pt>
                <c:pt idx="574">
                  <c:v>0.0697040337957</c:v>
                </c:pt>
                <c:pt idx="575">
                  <c:v>0.0711853903251</c:v>
                </c:pt>
                <c:pt idx="576">
                  <c:v>0.0693205188244</c:v>
                </c:pt>
                <c:pt idx="577">
                  <c:v>0.0717958301301</c:v>
                </c:pt>
                <c:pt idx="578">
                  <c:v>0.0715882513698</c:v>
                </c:pt>
                <c:pt idx="579">
                  <c:v>0.073761812964</c:v>
                </c:pt>
                <c:pt idx="580">
                  <c:v>0.0743376497254</c:v>
                </c:pt>
                <c:pt idx="581">
                  <c:v>0.132118979184</c:v>
                </c:pt>
                <c:pt idx="582">
                  <c:v>0.131156114206</c:v>
                </c:pt>
                <c:pt idx="583">
                  <c:v>0.132425018366</c:v>
                </c:pt>
                <c:pt idx="584">
                  <c:v>0.131964934252</c:v>
                </c:pt>
                <c:pt idx="585">
                  <c:v>0.132969330025</c:v>
                </c:pt>
                <c:pt idx="586">
                  <c:v>0.132711030658</c:v>
                </c:pt>
                <c:pt idx="587">
                  <c:v>0.131742768588</c:v>
                </c:pt>
                <c:pt idx="588">
                  <c:v>0.133422371036</c:v>
                </c:pt>
                <c:pt idx="589">
                  <c:v>0.132075646432</c:v>
                </c:pt>
                <c:pt idx="590">
                  <c:v>0.131617390163</c:v>
                </c:pt>
                <c:pt idx="591">
                  <c:v>0.134070115463</c:v>
                </c:pt>
                <c:pt idx="592">
                  <c:v>0.132777607602</c:v>
                </c:pt>
                <c:pt idx="593">
                  <c:v>0.128853134398</c:v>
                </c:pt>
                <c:pt idx="594">
                  <c:v>0.129663195223</c:v>
                </c:pt>
                <c:pt idx="595">
                  <c:v>0.128680296684</c:v>
                </c:pt>
                <c:pt idx="596">
                  <c:v>0.129178840779</c:v>
                </c:pt>
                <c:pt idx="597">
                  <c:v>0.12813646831</c:v>
                </c:pt>
                <c:pt idx="598">
                  <c:v>0.126016874652</c:v>
                </c:pt>
                <c:pt idx="599">
                  <c:v>0.124225586275</c:v>
                </c:pt>
                <c:pt idx="600">
                  <c:v>0.124928640682</c:v>
                </c:pt>
                <c:pt idx="601">
                  <c:v>0.12485030854</c:v>
                </c:pt>
                <c:pt idx="602">
                  <c:v>0.121912934246</c:v>
                </c:pt>
                <c:pt idx="603">
                  <c:v>0.109264998726</c:v>
                </c:pt>
                <c:pt idx="604">
                  <c:v>0.112247825927</c:v>
                </c:pt>
                <c:pt idx="605">
                  <c:v>0.112407812126</c:v>
                </c:pt>
                <c:pt idx="606">
                  <c:v>0.112566424816</c:v>
                </c:pt>
                <c:pt idx="607">
                  <c:v>0.111618415308</c:v>
                </c:pt>
                <c:pt idx="608">
                  <c:v>0.111248465651</c:v>
                </c:pt>
                <c:pt idx="609">
                  <c:v>0.110196441879</c:v>
                </c:pt>
                <c:pt idx="610">
                  <c:v>0.109624937775</c:v>
                </c:pt>
                <c:pt idx="611">
                  <c:v>0.108295596744</c:v>
                </c:pt>
                <c:pt idx="612">
                  <c:v>0.108384461924</c:v>
                </c:pt>
                <c:pt idx="613">
                  <c:v>0.106354262084</c:v>
                </c:pt>
                <c:pt idx="614">
                  <c:v>0.108281190681</c:v>
                </c:pt>
                <c:pt idx="615">
                  <c:v>0.108074032191</c:v>
                </c:pt>
                <c:pt idx="616">
                  <c:v>0.107332874582</c:v>
                </c:pt>
                <c:pt idx="617">
                  <c:v>0.107154393583</c:v>
                </c:pt>
                <c:pt idx="618">
                  <c:v>0.107324589055</c:v>
                </c:pt>
                <c:pt idx="619">
                  <c:v>0.106616671012</c:v>
                </c:pt>
                <c:pt idx="620">
                  <c:v>0.10754265993</c:v>
                </c:pt>
                <c:pt idx="621">
                  <c:v>0.108504767644</c:v>
                </c:pt>
                <c:pt idx="622">
                  <c:v>0.106288471768</c:v>
                </c:pt>
                <c:pt idx="623">
                  <c:v>0.105674141241</c:v>
                </c:pt>
                <c:pt idx="624">
                  <c:v>0.0465303907478</c:v>
                </c:pt>
                <c:pt idx="625">
                  <c:v>0.047309464746</c:v>
                </c:pt>
                <c:pt idx="626">
                  <c:v>0.0467781780859</c:v>
                </c:pt>
                <c:pt idx="627">
                  <c:v>0.0469258858924</c:v>
                </c:pt>
                <c:pt idx="628">
                  <c:v>0.0461974835828</c:v>
                </c:pt>
                <c:pt idx="629">
                  <c:v>0.0447511730948</c:v>
                </c:pt>
                <c:pt idx="630">
                  <c:v>0.0456722113102</c:v>
                </c:pt>
                <c:pt idx="631">
                  <c:v>0.0455882436444</c:v>
                </c:pt>
                <c:pt idx="632">
                  <c:v>0.0462481400598</c:v>
                </c:pt>
                <c:pt idx="633">
                  <c:v>0.0466006275544</c:v>
                </c:pt>
                <c:pt idx="634">
                  <c:v>0.04558585465</c:v>
                </c:pt>
                <c:pt idx="635">
                  <c:v>0.0450824216246</c:v>
                </c:pt>
                <c:pt idx="636">
                  <c:v>0.0452077983036</c:v>
                </c:pt>
                <c:pt idx="637">
                  <c:v>0.0450468847236</c:v>
                </c:pt>
                <c:pt idx="638">
                  <c:v>0.0448254597987</c:v>
                </c:pt>
                <c:pt idx="639">
                  <c:v>0.0438018518337</c:v>
                </c:pt>
                <c:pt idx="640">
                  <c:v>0.0438970534294</c:v>
                </c:pt>
                <c:pt idx="641">
                  <c:v>0.0448350243209</c:v>
                </c:pt>
                <c:pt idx="642">
                  <c:v>0.0439948945783</c:v>
                </c:pt>
                <c:pt idx="643">
                  <c:v>0.043796530726</c:v>
                </c:pt>
                <c:pt idx="644">
                  <c:v>0.0444322699423</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legend>
      <c:legendPos val="t"/>
      <c:layout/>
      <c:overlay val="0"/>
      <c:txPr>
        <a:bodyPr rot="0" spcFirstLastPara="0" vertOverflow="ellipsis" vert="horz" wrap="square" anchor="ctr" anchorCtr="1"/>
        <a:lstStyle/>
        <a:p>
          <a:pPr>
            <a:defRPr lang="zh-CN" sz="1125" b="0" i="0" u="none" strike="noStrike" kern="1200" baseline="0">
              <a:solidFill>
                <a:srgbClr val="132A43"/>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2169fbf0-09a2-49de-b6f3-4a199cc5a42e}"/>
      </c:ext>
    </c:extLst>
  </c:chart>
  <c:spPr>
    <a:solidFill>
      <a:srgbClr val="F5F7F9"/>
    </a:solidFill>
  </c:spPr>
  <c:txPr>
    <a:bodyPr/>
    <a:lstStyle/>
    <a:p>
      <a:pPr>
        <a:defRPr lang="zh-CN"/>
      </a:pP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GLD</c:f>
              <c:strCache>
                <c:ptCount val="1"/>
                <c:pt idx="0">
                  <c:v>GLD</c:v>
                </c:pt>
              </c:strCache>
            </c:strRef>
          </c:tx>
          <c:spPr>
            <a:ln w="16193" cap="rnd">
              <a:solidFill>
                <a:srgbClr val="C2A04A"/>
              </a:solidFill>
              <a:prstDash val="solid"/>
              <a:round/>
            </a:ln>
          </c:spPr>
          <c:marker>
            <c:symbol val="none"/>
          </c:marker>
          <c:dLbls>
            <c:delete val="1"/>
          </c:dLbls>
          <c:cat>
            <c:strRef>
              <c:f>'Chart Data'!$A$2:$A$703</c:f>
              <c:strCache>
                <c:ptCount val="702"/>
                <c:pt idx="0">
                  <c:v>2024-01-02</c:v>
                </c:pt>
                <c:pt idx="1">
                  <c:v>2024-01-03</c:v>
                </c:pt>
                <c:pt idx="2">
                  <c:v>2024-01-04</c:v>
                </c:pt>
                <c:pt idx="3">
                  <c:v>2024-01-05</c:v>
                </c:pt>
                <c:pt idx="4">
                  <c:v>2024-01-08</c:v>
                </c:pt>
                <c:pt idx="5">
                  <c:v>2024-01-09</c:v>
                </c:pt>
                <c:pt idx="6">
                  <c:v>2024-01-10</c:v>
                </c:pt>
                <c:pt idx="7">
                  <c:v>2024-01-11</c:v>
                </c:pt>
                <c:pt idx="8">
                  <c:v>2024-01-12</c:v>
                </c:pt>
                <c:pt idx="9">
                  <c:v>2024-01-15</c:v>
                </c:pt>
                <c:pt idx="10">
                  <c:v>2024-01-16</c:v>
                </c:pt>
                <c:pt idx="11">
                  <c:v>2024-01-17</c:v>
                </c:pt>
                <c:pt idx="12">
                  <c:v>2024-01-18</c:v>
                </c:pt>
                <c:pt idx="13">
                  <c:v>2024-01-19</c:v>
                </c:pt>
                <c:pt idx="14">
                  <c:v>2024-01-22</c:v>
                </c:pt>
                <c:pt idx="15">
                  <c:v>2024-01-23</c:v>
                </c:pt>
                <c:pt idx="16">
                  <c:v>2024-01-24</c:v>
                </c:pt>
                <c:pt idx="17">
                  <c:v>2024-01-25</c:v>
                </c:pt>
                <c:pt idx="18">
                  <c:v>2024-01-26</c:v>
                </c:pt>
                <c:pt idx="19">
                  <c:v>2024-01-29</c:v>
                </c:pt>
                <c:pt idx="20">
                  <c:v>2024-01-30</c:v>
                </c:pt>
                <c:pt idx="21">
                  <c:v>2024-01-31</c:v>
                </c:pt>
                <c:pt idx="22">
                  <c:v>2024-02-01</c:v>
                </c:pt>
                <c:pt idx="23">
                  <c:v>2024-02-02</c:v>
                </c:pt>
                <c:pt idx="24">
                  <c:v>2024-02-05</c:v>
                </c:pt>
                <c:pt idx="25">
                  <c:v>2024-02-06</c:v>
                </c:pt>
                <c:pt idx="26">
                  <c:v>2024-02-07</c:v>
                </c:pt>
                <c:pt idx="27">
                  <c:v>2024-02-08</c:v>
                </c:pt>
                <c:pt idx="28">
                  <c:v>2024-02-09</c:v>
                </c:pt>
                <c:pt idx="29">
                  <c:v>2024-02-12</c:v>
                </c:pt>
                <c:pt idx="30">
                  <c:v>2024-02-13</c:v>
                </c:pt>
                <c:pt idx="31">
                  <c:v>2024-02-14</c:v>
                </c:pt>
                <c:pt idx="32">
                  <c:v>2024-02-15</c:v>
                </c:pt>
                <c:pt idx="33">
                  <c:v>2024-02-16</c:v>
                </c:pt>
                <c:pt idx="34">
                  <c:v>2024-02-19</c:v>
                </c:pt>
                <c:pt idx="35">
                  <c:v>2024-02-20</c:v>
                </c:pt>
                <c:pt idx="36">
                  <c:v>2024-02-21</c:v>
                </c:pt>
                <c:pt idx="37">
                  <c:v>2024-02-22</c:v>
                </c:pt>
                <c:pt idx="38">
                  <c:v>2024-02-23</c:v>
                </c:pt>
                <c:pt idx="39">
                  <c:v>2024-02-26</c:v>
                </c:pt>
                <c:pt idx="40">
                  <c:v>2024-02-27</c:v>
                </c:pt>
                <c:pt idx="41">
                  <c:v>2024-02-28</c:v>
                </c:pt>
                <c:pt idx="42">
                  <c:v>2024-02-29</c:v>
                </c:pt>
                <c:pt idx="43">
                  <c:v>2024-03-01</c:v>
                </c:pt>
                <c:pt idx="44">
                  <c:v>2024-03-04</c:v>
                </c:pt>
                <c:pt idx="45">
                  <c:v>2024-03-05</c:v>
                </c:pt>
                <c:pt idx="46">
                  <c:v>2024-03-06</c:v>
                </c:pt>
                <c:pt idx="47">
                  <c:v>2024-03-07</c:v>
                </c:pt>
                <c:pt idx="48">
                  <c:v>2024-03-08</c:v>
                </c:pt>
                <c:pt idx="49">
                  <c:v>2024-03-11</c:v>
                </c:pt>
                <c:pt idx="50">
                  <c:v>2024-03-12</c:v>
                </c:pt>
                <c:pt idx="51">
                  <c:v>2024-03-13</c:v>
                </c:pt>
                <c:pt idx="52">
                  <c:v>2024-03-14</c:v>
                </c:pt>
                <c:pt idx="53">
                  <c:v>2024-03-15</c:v>
                </c:pt>
                <c:pt idx="54">
                  <c:v>2024-03-18</c:v>
                </c:pt>
                <c:pt idx="55">
                  <c:v>2024-03-19</c:v>
                </c:pt>
                <c:pt idx="56">
                  <c:v>2024-03-20</c:v>
                </c:pt>
                <c:pt idx="57">
                  <c:v>2024-03-21</c:v>
                </c:pt>
                <c:pt idx="58">
                  <c:v>2024-03-22</c:v>
                </c:pt>
                <c:pt idx="59">
                  <c:v>2024-03-25</c:v>
                </c:pt>
                <c:pt idx="60">
                  <c:v>2024-03-26</c:v>
                </c:pt>
                <c:pt idx="61">
                  <c:v>2024-03-27</c:v>
                </c:pt>
                <c:pt idx="62">
                  <c:v>2024-03-28</c:v>
                </c:pt>
                <c:pt idx="63">
                  <c:v>2024-04-01</c:v>
                </c:pt>
                <c:pt idx="64">
                  <c:v>2024-04-02</c:v>
                </c:pt>
                <c:pt idx="65">
                  <c:v>2024-04-03</c:v>
                </c:pt>
                <c:pt idx="66">
                  <c:v>2024-04-04</c:v>
                </c:pt>
                <c:pt idx="67">
                  <c:v>2024-04-05</c:v>
                </c:pt>
                <c:pt idx="68">
                  <c:v>2024-04-08</c:v>
                </c:pt>
                <c:pt idx="69">
                  <c:v>2024-04-09</c:v>
                </c:pt>
                <c:pt idx="70">
                  <c:v>2024-04-10</c:v>
                </c:pt>
                <c:pt idx="71">
                  <c:v>2024-04-11</c:v>
                </c:pt>
                <c:pt idx="72">
                  <c:v>2024-04-12</c:v>
                </c:pt>
                <c:pt idx="73">
                  <c:v>2024-04-15</c:v>
                </c:pt>
                <c:pt idx="74">
                  <c:v>2024-04-16</c:v>
                </c:pt>
                <c:pt idx="75">
                  <c:v>2024-04-17</c:v>
                </c:pt>
                <c:pt idx="76">
                  <c:v>2024-04-18</c:v>
                </c:pt>
                <c:pt idx="77">
                  <c:v>2024-04-19</c:v>
                </c:pt>
                <c:pt idx="78">
                  <c:v>2024-04-22</c:v>
                </c:pt>
                <c:pt idx="79">
                  <c:v>2024-04-23</c:v>
                </c:pt>
                <c:pt idx="80">
                  <c:v>2024-04-24</c:v>
                </c:pt>
                <c:pt idx="81">
                  <c:v>2024-04-25</c:v>
                </c:pt>
                <c:pt idx="82">
                  <c:v>2024-04-26</c:v>
                </c:pt>
                <c:pt idx="83">
                  <c:v>2024-04-29</c:v>
                </c:pt>
                <c:pt idx="84">
                  <c:v>2024-04-30</c:v>
                </c:pt>
                <c:pt idx="85">
                  <c:v>2024-05-01</c:v>
                </c:pt>
                <c:pt idx="86">
                  <c:v>2024-05-02</c:v>
                </c:pt>
                <c:pt idx="87">
                  <c:v>2024-05-03</c:v>
                </c:pt>
                <c:pt idx="88">
                  <c:v>2024-05-06</c:v>
                </c:pt>
                <c:pt idx="89">
                  <c:v>2024-05-07</c:v>
                </c:pt>
                <c:pt idx="90">
                  <c:v>2024-05-08</c:v>
                </c:pt>
                <c:pt idx="91">
                  <c:v>2024-05-09</c:v>
                </c:pt>
                <c:pt idx="92">
                  <c:v>2024-05-10</c:v>
                </c:pt>
                <c:pt idx="93">
                  <c:v>2024-05-13</c:v>
                </c:pt>
                <c:pt idx="94">
                  <c:v>2024-05-14</c:v>
                </c:pt>
                <c:pt idx="95">
                  <c:v>2024-05-15</c:v>
                </c:pt>
                <c:pt idx="96">
                  <c:v>2024-05-16</c:v>
                </c:pt>
                <c:pt idx="97">
                  <c:v>2024-05-17</c:v>
                </c:pt>
                <c:pt idx="98">
                  <c:v>2024-05-20</c:v>
                </c:pt>
                <c:pt idx="99">
                  <c:v>2024-05-21</c:v>
                </c:pt>
                <c:pt idx="100">
                  <c:v>2024-05-22</c:v>
                </c:pt>
                <c:pt idx="101">
                  <c:v>2024-05-23</c:v>
                </c:pt>
                <c:pt idx="102">
                  <c:v>2024-05-24</c:v>
                </c:pt>
                <c:pt idx="103">
                  <c:v>2024-05-27</c:v>
                </c:pt>
                <c:pt idx="104">
                  <c:v>2024-05-28</c:v>
                </c:pt>
                <c:pt idx="105">
                  <c:v>2024-05-29</c:v>
                </c:pt>
                <c:pt idx="106">
                  <c:v>2024-05-30</c:v>
                </c:pt>
                <c:pt idx="107">
                  <c:v>2024-05-31</c:v>
                </c:pt>
                <c:pt idx="108">
                  <c:v>2024-06-03</c:v>
                </c:pt>
                <c:pt idx="109">
                  <c:v>2024-06-04</c:v>
                </c:pt>
                <c:pt idx="110">
                  <c:v>2024-06-05</c:v>
                </c:pt>
                <c:pt idx="111">
                  <c:v>2024-06-06</c:v>
                </c:pt>
                <c:pt idx="112">
                  <c:v>2024-06-07</c:v>
                </c:pt>
                <c:pt idx="113">
                  <c:v>2024-06-10</c:v>
                </c:pt>
                <c:pt idx="114">
                  <c:v>2024-06-11</c:v>
                </c:pt>
                <c:pt idx="115">
                  <c:v>2024-06-12</c:v>
                </c:pt>
                <c:pt idx="116">
                  <c:v>2024-06-13</c:v>
                </c:pt>
                <c:pt idx="117">
                  <c:v>2024-06-14</c:v>
                </c:pt>
                <c:pt idx="118">
                  <c:v>2024-06-17</c:v>
                </c:pt>
                <c:pt idx="119">
                  <c:v>2024-06-18</c:v>
                </c:pt>
                <c:pt idx="120">
                  <c:v>2024-06-19</c:v>
                </c:pt>
                <c:pt idx="121">
                  <c:v>2024-06-20</c:v>
                </c:pt>
                <c:pt idx="122">
                  <c:v>2024-06-21</c:v>
                </c:pt>
                <c:pt idx="123">
                  <c:v>2024-06-24</c:v>
                </c:pt>
                <c:pt idx="124">
                  <c:v>2024-06-25</c:v>
                </c:pt>
                <c:pt idx="125">
                  <c:v>2024-06-26</c:v>
                </c:pt>
                <c:pt idx="126">
                  <c:v>2024-06-27</c:v>
                </c:pt>
                <c:pt idx="127">
                  <c:v>2024-06-28</c:v>
                </c:pt>
                <c:pt idx="128">
                  <c:v>2024-07-01</c:v>
                </c:pt>
                <c:pt idx="129">
                  <c:v>2024-07-02</c:v>
                </c:pt>
                <c:pt idx="130">
                  <c:v>2024-07-03</c:v>
                </c:pt>
                <c:pt idx="131">
                  <c:v>2024-07-04</c:v>
                </c:pt>
                <c:pt idx="132">
                  <c:v>2024-07-05</c:v>
                </c:pt>
                <c:pt idx="133">
                  <c:v>2024-07-08</c:v>
                </c:pt>
                <c:pt idx="134">
                  <c:v>2024-07-09</c:v>
                </c:pt>
                <c:pt idx="135">
                  <c:v>2024-07-10</c:v>
                </c:pt>
                <c:pt idx="136">
                  <c:v>2024-07-11</c:v>
                </c:pt>
                <c:pt idx="137">
                  <c:v>2024-07-12</c:v>
                </c:pt>
                <c:pt idx="138">
                  <c:v>2024-07-15</c:v>
                </c:pt>
                <c:pt idx="139">
                  <c:v>2024-07-16</c:v>
                </c:pt>
                <c:pt idx="140">
                  <c:v>2024-07-17</c:v>
                </c:pt>
                <c:pt idx="141">
                  <c:v>2024-07-18</c:v>
                </c:pt>
                <c:pt idx="142">
                  <c:v>2024-07-19</c:v>
                </c:pt>
                <c:pt idx="143">
                  <c:v>2024-07-22</c:v>
                </c:pt>
                <c:pt idx="144">
                  <c:v>2024-07-23</c:v>
                </c:pt>
                <c:pt idx="145">
                  <c:v>2024-07-24</c:v>
                </c:pt>
                <c:pt idx="146">
                  <c:v>2024-07-25</c:v>
                </c:pt>
                <c:pt idx="147">
                  <c:v>2024-07-26</c:v>
                </c:pt>
                <c:pt idx="148">
                  <c:v>2024-07-29</c:v>
                </c:pt>
                <c:pt idx="149">
                  <c:v>2024-07-30</c:v>
                </c:pt>
                <c:pt idx="150">
                  <c:v>2024-07-31</c:v>
                </c:pt>
                <c:pt idx="151">
                  <c:v>2024-08-01</c:v>
                </c:pt>
                <c:pt idx="152">
                  <c:v>2024-08-02</c:v>
                </c:pt>
                <c:pt idx="153">
                  <c:v>2024-08-05</c:v>
                </c:pt>
                <c:pt idx="154">
                  <c:v>2024-08-06</c:v>
                </c:pt>
                <c:pt idx="155">
                  <c:v>2024-08-07</c:v>
                </c:pt>
                <c:pt idx="156">
                  <c:v>2024-08-08</c:v>
                </c:pt>
                <c:pt idx="157">
                  <c:v>2024-08-09</c:v>
                </c:pt>
                <c:pt idx="158">
                  <c:v>2024-08-12</c:v>
                </c:pt>
                <c:pt idx="159">
                  <c:v>2024-08-13</c:v>
                </c:pt>
                <c:pt idx="160">
                  <c:v>2024-08-14</c:v>
                </c:pt>
                <c:pt idx="161">
                  <c:v>2024-08-15</c:v>
                </c:pt>
                <c:pt idx="162">
                  <c:v>2024-08-16</c:v>
                </c:pt>
                <c:pt idx="163">
                  <c:v>2024-08-19</c:v>
                </c:pt>
                <c:pt idx="164">
                  <c:v>2024-08-20</c:v>
                </c:pt>
                <c:pt idx="165">
                  <c:v>2024-08-21</c:v>
                </c:pt>
                <c:pt idx="166">
                  <c:v>2024-08-22</c:v>
                </c:pt>
                <c:pt idx="167">
                  <c:v>2024-08-23</c:v>
                </c:pt>
                <c:pt idx="168">
                  <c:v>2024-08-26</c:v>
                </c:pt>
                <c:pt idx="169">
                  <c:v>2024-08-27</c:v>
                </c:pt>
                <c:pt idx="170">
                  <c:v>2024-08-28</c:v>
                </c:pt>
                <c:pt idx="171">
                  <c:v>2024-08-29</c:v>
                </c:pt>
                <c:pt idx="172">
                  <c:v>2024-08-30</c:v>
                </c:pt>
                <c:pt idx="173">
                  <c:v>2024-09-02</c:v>
                </c:pt>
                <c:pt idx="174">
                  <c:v>2024-09-03</c:v>
                </c:pt>
                <c:pt idx="175">
                  <c:v>2024-09-04</c:v>
                </c:pt>
                <c:pt idx="176">
                  <c:v>2024-09-05</c:v>
                </c:pt>
                <c:pt idx="177">
                  <c:v>2024-09-06</c:v>
                </c:pt>
                <c:pt idx="178">
                  <c:v>2024-09-09</c:v>
                </c:pt>
                <c:pt idx="179">
                  <c:v>2024-09-10</c:v>
                </c:pt>
                <c:pt idx="180">
                  <c:v>2024-09-11</c:v>
                </c:pt>
                <c:pt idx="181">
                  <c:v>2024-09-12</c:v>
                </c:pt>
                <c:pt idx="182">
                  <c:v>2024-09-13</c:v>
                </c:pt>
                <c:pt idx="183">
                  <c:v>2024-09-16</c:v>
                </c:pt>
                <c:pt idx="184">
                  <c:v>2024-09-17</c:v>
                </c:pt>
                <c:pt idx="185">
                  <c:v>2024-09-18</c:v>
                </c:pt>
                <c:pt idx="186">
                  <c:v>2024-09-19</c:v>
                </c:pt>
                <c:pt idx="187">
                  <c:v>2024-09-20</c:v>
                </c:pt>
                <c:pt idx="188">
                  <c:v>2024-09-23</c:v>
                </c:pt>
                <c:pt idx="189">
                  <c:v>2024-09-24</c:v>
                </c:pt>
                <c:pt idx="190">
                  <c:v>2024-09-25</c:v>
                </c:pt>
                <c:pt idx="191">
                  <c:v>2024-09-26</c:v>
                </c:pt>
                <c:pt idx="192">
                  <c:v>2024-09-27</c:v>
                </c:pt>
                <c:pt idx="193">
                  <c:v>2024-09-30</c:v>
                </c:pt>
                <c:pt idx="194">
                  <c:v>2024-10-01</c:v>
                </c:pt>
                <c:pt idx="195">
                  <c:v>2024-10-02</c:v>
                </c:pt>
                <c:pt idx="196">
                  <c:v>2024-10-03</c:v>
                </c:pt>
                <c:pt idx="197">
                  <c:v>2024-10-04</c:v>
                </c:pt>
                <c:pt idx="198">
                  <c:v>2024-10-07</c:v>
                </c:pt>
                <c:pt idx="199">
                  <c:v>2024-10-08</c:v>
                </c:pt>
                <c:pt idx="200">
                  <c:v>2024-10-09</c:v>
                </c:pt>
                <c:pt idx="201">
                  <c:v>2024-10-10</c:v>
                </c:pt>
                <c:pt idx="202">
                  <c:v>2024-10-11</c:v>
                </c:pt>
                <c:pt idx="203">
                  <c:v>2024-10-14</c:v>
                </c:pt>
                <c:pt idx="204">
                  <c:v>2024-10-15</c:v>
                </c:pt>
                <c:pt idx="205">
                  <c:v>2024-10-16</c:v>
                </c:pt>
                <c:pt idx="206">
                  <c:v>2024-10-17</c:v>
                </c:pt>
                <c:pt idx="207">
                  <c:v>2024-10-18</c:v>
                </c:pt>
                <c:pt idx="208">
                  <c:v>2024-10-21</c:v>
                </c:pt>
                <c:pt idx="209">
                  <c:v>2024-10-22</c:v>
                </c:pt>
                <c:pt idx="210">
                  <c:v>2024-10-23</c:v>
                </c:pt>
                <c:pt idx="211">
                  <c:v>2024-10-24</c:v>
                </c:pt>
                <c:pt idx="212">
                  <c:v>2024-10-25</c:v>
                </c:pt>
                <c:pt idx="213">
                  <c:v>2024-10-28</c:v>
                </c:pt>
                <c:pt idx="214">
                  <c:v>2024-10-29</c:v>
                </c:pt>
                <c:pt idx="215">
                  <c:v>2024-10-30</c:v>
                </c:pt>
                <c:pt idx="216">
                  <c:v>2024-10-31</c:v>
                </c:pt>
                <c:pt idx="217">
                  <c:v>2024-11-01</c:v>
                </c:pt>
                <c:pt idx="218">
                  <c:v>2024-11-04</c:v>
                </c:pt>
                <c:pt idx="219">
                  <c:v>2024-11-05</c:v>
                </c:pt>
                <c:pt idx="220">
                  <c:v>2024-11-06</c:v>
                </c:pt>
                <c:pt idx="221">
                  <c:v>2024-11-07</c:v>
                </c:pt>
                <c:pt idx="222">
                  <c:v>2024-11-08</c:v>
                </c:pt>
                <c:pt idx="223">
                  <c:v>2024-11-11</c:v>
                </c:pt>
                <c:pt idx="224">
                  <c:v>2024-11-12</c:v>
                </c:pt>
                <c:pt idx="225">
                  <c:v>2024-11-13</c:v>
                </c:pt>
                <c:pt idx="226">
                  <c:v>2024-11-14</c:v>
                </c:pt>
                <c:pt idx="227">
                  <c:v>2024-11-15</c:v>
                </c:pt>
                <c:pt idx="228">
                  <c:v>2024-11-18</c:v>
                </c:pt>
                <c:pt idx="229">
                  <c:v>2024-11-19</c:v>
                </c:pt>
                <c:pt idx="230">
                  <c:v>2024-11-20</c:v>
                </c:pt>
                <c:pt idx="231">
                  <c:v>2024-11-21</c:v>
                </c:pt>
                <c:pt idx="232">
                  <c:v>2024-11-22</c:v>
                </c:pt>
                <c:pt idx="233">
                  <c:v>2024-11-25</c:v>
                </c:pt>
                <c:pt idx="234">
                  <c:v>2024-11-26</c:v>
                </c:pt>
                <c:pt idx="235">
                  <c:v>2024-11-27</c:v>
                </c:pt>
                <c:pt idx="236">
                  <c:v>2024-11-28</c:v>
                </c:pt>
                <c:pt idx="237">
                  <c:v>2024-11-29</c:v>
                </c:pt>
                <c:pt idx="238">
                  <c:v>2024-12-02</c:v>
                </c:pt>
                <c:pt idx="239">
                  <c:v>2024-12-03</c:v>
                </c:pt>
                <c:pt idx="240">
                  <c:v>2024-12-04</c:v>
                </c:pt>
                <c:pt idx="241">
                  <c:v>2024-12-05</c:v>
                </c:pt>
                <c:pt idx="242">
                  <c:v>2024-12-06</c:v>
                </c:pt>
                <c:pt idx="243">
                  <c:v>2024-12-09</c:v>
                </c:pt>
                <c:pt idx="244">
                  <c:v>2024-12-10</c:v>
                </c:pt>
                <c:pt idx="245">
                  <c:v>2024-12-11</c:v>
                </c:pt>
                <c:pt idx="246">
                  <c:v>2024-12-12</c:v>
                </c:pt>
                <c:pt idx="247">
                  <c:v>2024-12-13</c:v>
                </c:pt>
                <c:pt idx="248">
                  <c:v>2024-12-16</c:v>
                </c:pt>
                <c:pt idx="249">
                  <c:v>2024-12-17</c:v>
                </c:pt>
                <c:pt idx="250">
                  <c:v>2024-12-18</c:v>
                </c:pt>
                <c:pt idx="251">
                  <c:v>2024-12-19</c:v>
                </c:pt>
                <c:pt idx="252">
                  <c:v>2024-12-20</c:v>
                </c:pt>
                <c:pt idx="253">
                  <c:v>2024-12-23</c:v>
                </c:pt>
                <c:pt idx="254">
                  <c:v>2024-12-24</c:v>
                </c:pt>
                <c:pt idx="255">
                  <c:v>2024-12-26</c:v>
                </c:pt>
                <c:pt idx="256">
                  <c:v>2024-12-27</c:v>
                </c:pt>
                <c:pt idx="257">
                  <c:v>2024-12-30</c:v>
                </c:pt>
                <c:pt idx="258">
                  <c:v>2024-12-31</c:v>
                </c:pt>
                <c:pt idx="259">
                  <c:v>2025-01-02</c:v>
                </c:pt>
                <c:pt idx="260">
                  <c:v>2025-01-03</c:v>
                </c:pt>
                <c:pt idx="261">
                  <c:v>2025-01-06</c:v>
                </c:pt>
                <c:pt idx="262">
                  <c:v>2025-01-07</c:v>
                </c:pt>
                <c:pt idx="263">
                  <c:v>2025-01-08</c:v>
                </c:pt>
                <c:pt idx="264">
                  <c:v>2025-01-09</c:v>
                </c:pt>
                <c:pt idx="265">
                  <c:v>2025-01-10</c:v>
                </c:pt>
                <c:pt idx="266">
                  <c:v>2025-01-13</c:v>
                </c:pt>
                <c:pt idx="267">
                  <c:v>2025-01-14</c:v>
                </c:pt>
                <c:pt idx="268">
                  <c:v>2025-01-15</c:v>
                </c:pt>
                <c:pt idx="269">
                  <c:v>2025-01-16</c:v>
                </c:pt>
                <c:pt idx="270">
                  <c:v>2025-01-17</c:v>
                </c:pt>
                <c:pt idx="271">
                  <c:v>2025-01-20</c:v>
                </c:pt>
                <c:pt idx="272">
                  <c:v>2025-01-21</c:v>
                </c:pt>
                <c:pt idx="273">
                  <c:v>2025-01-22</c:v>
                </c:pt>
                <c:pt idx="274">
                  <c:v>2025-01-23</c:v>
                </c:pt>
                <c:pt idx="275">
                  <c:v>2025-01-24</c:v>
                </c:pt>
                <c:pt idx="276">
                  <c:v>2025-01-27</c:v>
                </c:pt>
                <c:pt idx="277">
                  <c:v>2025-01-28</c:v>
                </c:pt>
                <c:pt idx="278">
                  <c:v>2025-01-29</c:v>
                </c:pt>
                <c:pt idx="279">
                  <c:v>2025-01-30</c:v>
                </c:pt>
                <c:pt idx="280">
                  <c:v>2025-01-31</c:v>
                </c:pt>
                <c:pt idx="281">
                  <c:v>2025-02-03</c:v>
                </c:pt>
                <c:pt idx="282">
                  <c:v>2025-02-04</c:v>
                </c:pt>
                <c:pt idx="283">
                  <c:v>2025-02-05</c:v>
                </c:pt>
                <c:pt idx="284">
                  <c:v>2025-02-06</c:v>
                </c:pt>
                <c:pt idx="285">
                  <c:v>2025-02-07</c:v>
                </c:pt>
                <c:pt idx="286">
                  <c:v>2025-02-10</c:v>
                </c:pt>
                <c:pt idx="287">
                  <c:v>2025-02-11</c:v>
                </c:pt>
                <c:pt idx="288">
                  <c:v>2025-02-12</c:v>
                </c:pt>
                <c:pt idx="289">
                  <c:v>2025-02-13</c:v>
                </c:pt>
                <c:pt idx="290">
                  <c:v>2025-02-14</c:v>
                </c:pt>
                <c:pt idx="291">
                  <c:v>2025-02-17</c:v>
                </c:pt>
                <c:pt idx="292">
                  <c:v>2025-02-18</c:v>
                </c:pt>
                <c:pt idx="293">
                  <c:v>2025-02-19</c:v>
                </c:pt>
                <c:pt idx="294">
                  <c:v>2025-02-20</c:v>
                </c:pt>
                <c:pt idx="295">
                  <c:v>2025-02-21</c:v>
                </c:pt>
                <c:pt idx="296">
                  <c:v>2025-02-24</c:v>
                </c:pt>
                <c:pt idx="297">
                  <c:v>2025-02-25</c:v>
                </c:pt>
                <c:pt idx="298">
                  <c:v>2025-02-26</c:v>
                </c:pt>
                <c:pt idx="299">
                  <c:v>2025-02-27</c:v>
                </c:pt>
                <c:pt idx="300">
                  <c:v>2025-02-28</c:v>
                </c:pt>
                <c:pt idx="301">
                  <c:v>2025-03-03</c:v>
                </c:pt>
                <c:pt idx="302">
                  <c:v>2025-03-04</c:v>
                </c:pt>
                <c:pt idx="303">
                  <c:v>2025-03-05</c:v>
                </c:pt>
                <c:pt idx="304">
                  <c:v>2025-03-06</c:v>
                </c:pt>
                <c:pt idx="305">
                  <c:v>2025-03-07</c:v>
                </c:pt>
                <c:pt idx="306">
                  <c:v>2025-03-10</c:v>
                </c:pt>
                <c:pt idx="307">
                  <c:v>2025-03-11</c:v>
                </c:pt>
                <c:pt idx="308">
                  <c:v>2025-03-12</c:v>
                </c:pt>
                <c:pt idx="309">
                  <c:v>2025-03-13</c:v>
                </c:pt>
                <c:pt idx="310">
                  <c:v>2025-03-14</c:v>
                </c:pt>
                <c:pt idx="311">
                  <c:v>2025-03-17</c:v>
                </c:pt>
                <c:pt idx="312">
                  <c:v>2025-03-18</c:v>
                </c:pt>
                <c:pt idx="313">
                  <c:v>2025-03-19</c:v>
                </c:pt>
                <c:pt idx="314">
                  <c:v>2025-03-20</c:v>
                </c:pt>
                <c:pt idx="315">
                  <c:v>2025-03-21</c:v>
                </c:pt>
                <c:pt idx="316">
                  <c:v>2025-03-24</c:v>
                </c:pt>
                <c:pt idx="317">
                  <c:v>2025-03-25</c:v>
                </c:pt>
                <c:pt idx="318">
                  <c:v>2025-03-26</c:v>
                </c:pt>
                <c:pt idx="319">
                  <c:v>2025-03-27</c:v>
                </c:pt>
                <c:pt idx="320">
                  <c:v>2025-03-28</c:v>
                </c:pt>
                <c:pt idx="321">
                  <c:v>2025-03-31</c:v>
                </c:pt>
                <c:pt idx="322">
                  <c:v>2025-04-01</c:v>
                </c:pt>
                <c:pt idx="323">
                  <c:v>2025-04-02</c:v>
                </c:pt>
                <c:pt idx="324">
                  <c:v>2025-04-03</c:v>
                </c:pt>
                <c:pt idx="325">
                  <c:v>2025-04-04</c:v>
                </c:pt>
                <c:pt idx="326">
                  <c:v>2025-04-07</c:v>
                </c:pt>
                <c:pt idx="327">
                  <c:v>2025-04-08</c:v>
                </c:pt>
                <c:pt idx="328">
                  <c:v>2025-04-09</c:v>
                </c:pt>
                <c:pt idx="329">
                  <c:v>2025-04-10</c:v>
                </c:pt>
                <c:pt idx="330">
                  <c:v>2025-04-11</c:v>
                </c:pt>
                <c:pt idx="331">
                  <c:v>2025-04-14</c:v>
                </c:pt>
                <c:pt idx="332">
                  <c:v>2025-04-15</c:v>
                </c:pt>
                <c:pt idx="333">
                  <c:v>2025-04-16</c:v>
                </c:pt>
                <c:pt idx="334">
                  <c:v>2025-04-17</c:v>
                </c:pt>
                <c:pt idx="335">
                  <c:v>2025-04-21</c:v>
                </c:pt>
                <c:pt idx="336">
                  <c:v>2025-04-22</c:v>
                </c:pt>
                <c:pt idx="337">
                  <c:v>2025-04-23</c:v>
                </c:pt>
                <c:pt idx="338">
                  <c:v>2025-04-24</c:v>
                </c:pt>
                <c:pt idx="339">
                  <c:v>2025-04-25</c:v>
                </c:pt>
                <c:pt idx="340">
                  <c:v>2025-04-28</c:v>
                </c:pt>
                <c:pt idx="341">
                  <c:v>2025-04-29</c:v>
                </c:pt>
                <c:pt idx="342">
                  <c:v>2025-04-30</c:v>
                </c:pt>
                <c:pt idx="343">
                  <c:v>2025-05-01</c:v>
                </c:pt>
                <c:pt idx="344">
                  <c:v>2025-05-02</c:v>
                </c:pt>
                <c:pt idx="345">
                  <c:v>2025-05-05</c:v>
                </c:pt>
                <c:pt idx="346">
                  <c:v>2025-05-06</c:v>
                </c:pt>
                <c:pt idx="347">
                  <c:v>2025-05-07</c:v>
                </c:pt>
                <c:pt idx="348">
                  <c:v>2025-05-08</c:v>
                </c:pt>
                <c:pt idx="349">
                  <c:v>2025-05-09</c:v>
                </c:pt>
                <c:pt idx="350">
                  <c:v>2025-05-12</c:v>
                </c:pt>
                <c:pt idx="351">
                  <c:v>2025-05-13</c:v>
                </c:pt>
                <c:pt idx="352">
                  <c:v>2025-05-14</c:v>
                </c:pt>
                <c:pt idx="353">
                  <c:v>2025-05-15</c:v>
                </c:pt>
                <c:pt idx="354">
                  <c:v>2025-05-16</c:v>
                </c:pt>
                <c:pt idx="355">
                  <c:v>2025-05-19</c:v>
                </c:pt>
                <c:pt idx="356">
                  <c:v>2025-05-20</c:v>
                </c:pt>
                <c:pt idx="357">
                  <c:v>2025-05-21</c:v>
                </c:pt>
                <c:pt idx="358">
                  <c:v>2025-05-22</c:v>
                </c:pt>
                <c:pt idx="359">
                  <c:v>2025-05-23</c:v>
                </c:pt>
                <c:pt idx="360">
                  <c:v>2025-05-26</c:v>
                </c:pt>
                <c:pt idx="361">
                  <c:v>2025-05-27</c:v>
                </c:pt>
                <c:pt idx="362">
                  <c:v>2025-05-28</c:v>
                </c:pt>
                <c:pt idx="363">
                  <c:v>2025-05-29</c:v>
                </c:pt>
                <c:pt idx="364">
                  <c:v>2025-05-30</c:v>
                </c:pt>
                <c:pt idx="365">
                  <c:v>2025-06-02</c:v>
                </c:pt>
                <c:pt idx="366">
                  <c:v>2025-06-03</c:v>
                </c:pt>
                <c:pt idx="367">
                  <c:v>2025-06-04</c:v>
                </c:pt>
                <c:pt idx="368">
                  <c:v>2025-06-05</c:v>
                </c:pt>
                <c:pt idx="369">
                  <c:v>2025-06-06</c:v>
                </c:pt>
                <c:pt idx="370">
                  <c:v>2025-06-09</c:v>
                </c:pt>
                <c:pt idx="371">
                  <c:v>2025-06-10</c:v>
                </c:pt>
                <c:pt idx="372">
                  <c:v>2025-06-11</c:v>
                </c:pt>
                <c:pt idx="373">
                  <c:v>2025-06-12</c:v>
                </c:pt>
                <c:pt idx="374">
                  <c:v>2025-06-13</c:v>
                </c:pt>
                <c:pt idx="375">
                  <c:v>2025-06-16</c:v>
                </c:pt>
                <c:pt idx="376">
                  <c:v>2025-06-17</c:v>
                </c:pt>
                <c:pt idx="377">
                  <c:v>2025-06-18</c:v>
                </c:pt>
                <c:pt idx="378">
                  <c:v>2025-06-19</c:v>
                </c:pt>
                <c:pt idx="379">
                  <c:v>2025-06-20</c:v>
                </c:pt>
                <c:pt idx="380">
                  <c:v>2025-06-23</c:v>
                </c:pt>
                <c:pt idx="381">
                  <c:v>2025-06-24</c:v>
                </c:pt>
                <c:pt idx="382">
                  <c:v>2025-06-25</c:v>
                </c:pt>
                <c:pt idx="383">
                  <c:v>2025-06-26</c:v>
                </c:pt>
                <c:pt idx="384">
                  <c:v>2025-06-27</c:v>
                </c:pt>
                <c:pt idx="385">
                  <c:v>2025-06-30</c:v>
                </c:pt>
                <c:pt idx="386">
                  <c:v>2025-07-01</c:v>
                </c:pt>
                <c:pt idx="387">
                  <c:v>2025-07-02</c:v>
                </c:pt>
                <c:pt idx="388">
                  <c:v>2025-07-03</c:v>
                </c:pt>
                <c:pt idx="389">
                  <c:v>2025-07-04</c:v>
                </c:pt>
                <c:pt idx="390">
                  <c:v>2025-07-07</c:v>
                </c:pt>
                <c:pt idx="391">
                  <c:v>2025-07-08</c:v>
                </c:pt>
                <c:pt idx="392">
                  <c:v>2025-07-09</c:v>
                </c:pt>
                <c:pt idx="393">
                  <c:v>2025-07-10</c:v>
                </c:pt>
                <c:pt idx="394">
                  <c:v>2025-07-11</c:v>
                </c:pt>
                <c:pt idx="395">
                  <c:v>2025-07-14</c:v>
                </c:pt>
                <c:pt idx="396">
                  <c:v>2025-07-15</c:v>
                </c:pt>
                <c:pt idx="397">
                  <c:v>2025-07-16</c:v>
                </c:pt>
                <c:pt idx="398">
                  <c:v>2025-07-17</c:v>
                </c:pt>
                <c:pt idx="399">
                  <c:v>2025-07-18</c:v>
                </c:pt>
                <c:pt idx="400">
                  <c:v>2025-07-21</c:v>
                </c:pt>
                <c:pt idx="401">
                  <c:v>2025-07-22</c:v>
                </c:pt>
                <c:pt idx="402">
                  <c:v>2025-07-23</c:v>
                </c:pt>
                <c:pt idx="403">
                  <c:v>2025-07-24</c:v>
                </c:pt>
                <c:pt idx="404">
                  <c:v>2025-07-25</c:v>
                </c:pt>
                <c:pt idx="405">
                  <c:v>2025-07-28</c:v>
                </c:pt>
                <c:pt idx="406">
                  <c:v>2025-07-29</c:v>
                </c:pt>
                <c:pt idx="407">
                  <c:v>2025-07-30</c:v>
                </c:pt>
                <c:pt idx="408">
                  <c:v>2025-07-31</c:v>
                </c:pt>
                <c:pt idx="409">
                  <c:v>2025-08-01</c:v>
                </c:pt>
                <c:pt idx="410">
                  <c:v>2025-08-04</c:v>
                </c:pt>
                <c:pt idx="411">
                  <c:v>2025-08-05</c:v>
                </c:pt>
                <c:pt idx="412">
                  <c:v>2025-08-06</c:v>
                </c:pt>
                <c:pt idx="413">
                  <c:v>2025-08-07</c:v>
                </c:pt>
                <c:pt idx="414">
                  <c:v>2025-08-08</c:v>
                </c:pt>
                <c:pt idx="415">
                  <c:v>2025-08-11</c:v>
                </c:pt>
                <c:pt idx="416">
                  <c:v>2025-08-12</c:v>
                </c:pt>
                <c:pt idx="417">
                  <c:v>2025-08-13</c:v>
                </c:pt>
                <c:pt idx="418">
                  <c:v>2025-08-14</c:v>
                </c:pt>
                <c:pt idx="419">
                  <c:v>2025-08-15</c:v>
                </c:pt>
                <c:pt idx="420">
                  <c:v>2025-08-18</c:v>
                </c:pt>
                <c:pt idx="421">
                  <c:v>2025-08-19</c:v>
                </c:pt>
                <c:pt idx="422">
                  <c:v>2025-08-20</c:v>
                </c:pt>
                <c:pt idx="423">
                  <c:v>2025-08-21</c:v>
                </c:pt>
                <c:pt idx="424">
                  <c:v>2025-08-22</c:v>
                </c:pt>
                <c:pt idx="425">
                  <c:v>2025-08-25</c:v>
                </c:pt>
                <c:pt idx="426">
                  <c:v>2025-08-26</c:v>
                </c:pt>
                <c:pt idx="427">
                  <c:v>2025-08-27</c:v>
                </c:pt>
                <c:pt idx="428">
                  <c:v>2025-08-28</c:v>
                </c:pt>
                <c:pt idx="429">
                  <c:v>2025-08-29</c:v>
                </c:pt>
                <c:pt idx="430">
                  <c:v>2025-09-01</c:v>
                </c:pt>
                <c:pt idx="431">
                  <c:v>2025-09-02</c:v>
                </c:pt>
                <c:pt idx="432">
                  <c:v>2025-09-03</c:v>
                </c:pt>
                <c:pt idx="433">
                  <c:v>2025-09-04</c:v>
                </c:pt>
                <c:pt idx="434">
                  <c:v>2025-09-05</c:v>
                </c:pt>
                <c:pt idx="435">
                  <c:v>2025-09-08</c:v>
                </c:pt>
                <c:pt idx="436">
                  <c:v>2025-09-09</c:v>
                </c:pt>
                <c:pt idx="437">
                  <c:v>2025-09-10</c:v>
                </c:pt>
                <c:pt idx="438">
                  <c:v>2025-09-11</c:v>
                </c:pt>
                <c:pt idx="439">
                  <c:v>2025-09-12</c:v>
                </c:pt>
                <c:pt idx="440">
                  <c:v>2025-09-15</c:v>
                </c:pt>
                <c:pt idx="441">
                  <c:v>2025-09-16</c:v>
                </c:pt>
                <c:pt idx="442">
                  <c:v>2025-09-17</c:v>
                </c:pt>
                <c:pt idx="443">
                  <c:v>2025-09-18</c:v>
                </c:pt>
                <c:pt idx="444">
                  <c:v>2025-09-19</c:v>
                </c:pt>
                <c:pt idx="445">
                  <c:v>2025-09-22</c:v>
                </c:pt>
                <c:pt idx="446">
                  <c:v>2025-09-23</c:v>
                </c:pt>
                <c:pt idx="447">
                  <c:v>2025-09-24</c:v>
                </c:pt>
                <c:pt idx="448">
                  <c:v>2025-09-25</c:v>
                </c:pt>
                <c:pt idx="449">
                  <c:v>2025-09-26</c:v>
                </c:pt>
                <c:pt idx="450">
                  <c:v>2025-09-29</c:v>
                </c:pt>
                <c:pt idx="451">
                  <c:v>2025-09-30</c:v>
                </c:pt>
                <c:pt idx="452">
                  <c:v>2025-10-01</c:v>
                </c:pt>
                <c:pt idx="453">
                  <c:v>2025-10-02</c:v>
                </c:pt>
                <c:pt idx="454">
                  <c:v>2025-10-03</c:v>
                </c:pt>
                <c:pt idx="455">
                  <c:v>2025-10-06</c:v>
                </c:pt>
                <c:pt idx="456">
                  <c:v>2025-10-07</c:v>
                </c:pt>
                <c:pt idx="457">
                  <c:v>2025-10-08</c:v>
                </c:pt>
                <c:pt idx="458">
                  <c:v>2025-10-09</c:v>
                </c:pt>
                <c:pt idx="459">
                  <c:v>2025-10-10</c:v>
                </c:pt>
                <c:pt idx="460">
                  <c:v>2025-10-13</c:v>
                </c:pt>
                <c:pt idx="461">
                  <c:v>2025-10-14</c:v>
                </c:pt>
                <c:pt idx="462">
                  <c:v>2025-10-15</c:v>
                </c:pt>
                <c:pt idx="463">
                  <c:v>2025-10-16</c:v>
                </c:pt>
                <c:pt idx="464">
                  <c:v>2025-10-17</c:v>
                </c:pt>
                <c:pt idx="465">
                  <c:v>2025-10-20</c:v>
                </c:pt>
                <c:pt idx="466">
                  <c:v>2025-10-21</c:v>
                </c:pt>
                <c:pt idx="467">
                  <c:v>2025-10-22</c:v>
                </c:pt>
                <c:pt idx="468">
                  <c:v>2025-10-23</c:v>
                </c:pt>
                <c:pt idx="469">
                  <c:v>2025-10-24</c:v>
                </c:pt>
                <c:pt idx="470">
                  <c:v>2025-10-27</c:v>
                </c:pt>
                <c:pt idx="471">
                  <c:v>2025-10-28</c:v>
                </c:pt>
                <c:pt idx="472">
                  <c:v>2025-10-29</c:v>
                </c:pt>
                <c:pt idx="473">
                  <c:v>2025-10-30</c:v>
                </c:pt>
                <c:pt idx="474">
                  <c:v>2025-10-31</c:v>
                </c:pt>
                <c:pt idx="475">
                  <c:v>2025-11-03</c:v>
                </c:pt>
                <c:pt idx="476">
                  <c:v>2025-11-04</c:v>
                </c:pt>
                <c:pt idx="477">
                  <c:v>2025-11-05</c:v>
                </c:pt>
                <c:pt idx="478">
                  <c:v>2025-11-06</c:v>
                </c:pt>
                <c:pt idx="479">
                  <c:v>2025-11-07</c:v>
                </c:pt>
                <c:pt idx="480">
                  <c:v>2025-11-10</c:v>
                </c:pt>
                <c:pt idx="481">
                  <c:v>2025-11-11</c:v>
                </c:pt>
                <c:pt idx="482">
                  <c:v>2025-11-12</c:v>
                </c:pt>
                <c:pt idx="483">
                  <c:v>2025-11-13</c:v>
                </c:pt>
                <c:pt idx="484">
                  <c:v>2025-11-14</c:v>
                </c:pt>
                <c:pt idx="485">
                  <c:v>2025-11-17</c:v>
                </c:pt>
                <c:pt idx="486">
                  <c:v>2025-11-18</c:v>
                </c:pt>
                <c:pt idx="487">
                  <c:v>2025-11-19</c:v>
                </c:pt>
                <c:pt idx="488">
                  <c:v>2025-11-20</c:v>
                </c:pt>
                <c:pt idx="489">
                  <c:v>2025-11-21</c:v>
                </c:pt>
                <c:pt idx="490">
                  <c:v>2025-11-24</c:v>
                </c:pt>
                <c:pt idx="491">
                  <c:v>2025-11-25</c:v>
                </c:pt>
                <c:pt idx="492">
                  <c:v>2025-11-26</c:v>
                </c:pt>
                <c:pt idx="493">
                  <c:v>2025-11-27</c:v>
                </c:pt>
                <c:pt idx="494">
                  <c:v>2025-11-28</c:v>
                </c:pt>
                <c:pt idx="495">
                  <c:v>2025-12-01</c:v>
                </c:pt>
                <c:pt idx="496">
                  <c:v>2025-12-02</c:v>
                </c:pt>
                <c:pt idx="497">
                  <c:v>2025-12-03</c:v>
                </c:pt>
                <c:pt idx="498">
                  <c:v>2025-12-04</c:v>
                </c:pt>
                <c:pt idx="499">
                  <c:v>2025-12-05</c:v>
                </c:pt>
                <c:pt idx="500">
                  <c:v>2025-12-08</c:v>
                </c:pt>
                <c:pt idx="501">
                  <c:v>2025-12-09</c:v>
                </c:pt>
                <c:pt idx="502">
                  <c:v>2025-12-10</c:v>
                </c:pt>
                <c:pt idx="503">
                  <c:v>2025-12-11</c:v>
                </c:pt>
                <c:pt idx="504">
                  <c:v>2025-12-12</c:v>
                </c:pt>
                <c:pt idx="505">
                  <c:v>2025-12-15</c:v>
                </c:pt>
                <c:pt idx="506">
                  <c:v>2025-12-16</c:v>
                </c:pt>
                <c:pt idx="507">
                  <c:v>2025-12-17</c:v>
                </c:pt>
                <c:pt idx="508">
                  <c:v>2025-12-18</c:v>
                </c:pt>
                <c:pt idx="509">
                  <c:v>2025-12-19</c:v>
                </c:pt>
                <c:pt idx="510">
                  <c:v>2025-12-22</c:v>
                </c:pt>
                <c:pt idx="511">
                  <c:v>2025-12-23</c:v>
                </c:pt>
                <c:pt idx="512">
                  <c:v>2025-12-24</c:v>
                </c:pt>
                <c:pt idx="513">
                  <c:v>2025-12-26</c:v>
                </c:pt>
                <c:pt idx="514">
                  <c:v>2025-12-29</c:v>
                </c:pt>
                <c:pt idx="515">
                  <c:v>2025-12-30</c:v>
                </c:pt>
                <c:pt idx="516">
                  <c:v>2025-12-31</c:v>
                </c:pt>
                <c:pt idx="517">
                  <c:v>2026-01-02</c:v>
                </c:pt>
                <c:pt idx="518">
                  <c:v>2026-01-05</c:v>
                </c:pt>
                <c:pt idx="519">
                  <c:v>2026-01-06</c:v>
                </c:pt>
                <c:pt idx="520">
                  <c:v>2026-01-07</c:v>
                </c:pt>
                <c:pt idx="521">
                  <c:v>2026-01-08</c:v>
                </c:pt>
                <c:pt idx="522">
                  <c:v>2026-01-09</c:v>
                </c:pt>
                <c:pt idx="523">
                  <c:v>2026-01-12</c:v>
                </c:pt>
                <c:pt idx="524">
                  <c:v>2026-01-13</c:v>
                </c:pt>
                <c:pt idx="525">
                  <c:v>2026-01-14</c:v>
                </c:pt>
                <c:pt idx="526">
                  <c:v>2026-01-15</c:v>
                </c:pt>
                <c:pt idx="527">
                  <c:v>2026-01-16</c:v>
                </c:pt>
                <c:pt idx="528">
                  <c:v>2026-01-19</c:v>
                </c:pt>
                <c:pt idx="529">
                  <c:v>2026-01-20</c:v>
                </c:pt>
                <c:pt idx="530">
                  <c:v>2026-01-21</c:v>
                </c:pt>
                <c:pt idx="531">
                  <c:v>2026-01-22</c:v>
                </c:pt>
                <c:pt idx="532">
                  <c:v>2026-01-23</c:v>
                </c:pt>
                <c:pt idx="533">
                  <c:v>2026-01-26</c:v>
                </c:pt>
                <c:pt idx="534">
                  <c:v>2026-01-27</c:v>
                </c:pt>
                <c:pt idx="535">
                  <c:v>2026-01-28</c:v>
                </c:pt>
                <c:pt idx="536">
                  <c:v>2026-01-29</c:v>
                </c:pt>
                <c:pt idx="537">
                  <c:v>2026-01-30</c:v>
                </c:pt>
                <c:pt idx="538">
                  <c:v>2026-02-02</c:v>
                </c:pt>
                <c:pt idx="539">
                  <c:v>2026-02-03</c:v>
                </c:pt>
                <c:pt idx="540">
                  <c:v>2026-02-04</c:v>
                </c:pt>
                <c:pt idx="541">
                  <c:v>2026-02-05</c:v>
                </c:pt>
                <c:pt idx="542">
                  <c:v>2026-02-06</c:v>
                </c:pt>
                <c:pt idx="543">
                  <c:v>2026-02-09</c:v>
                </c:pt>
                <c:pt idx="544">
                  <c:v>2026-02-10</c:v>
                </c:pt>
                <c:pt idx="545">
                  <c:v>2026-02-11</c:v>
                </c:pt>
                <c:pt idx="546">
                  <c:v>2026-02-12</c:v>
                </c:pt>
                <c:pt idx="547">
                  <c:v>2026-02-13</c:v>
                </c:pt>
                <c:pt idx="548">
                  <c:v>2026-02-16</c:v>
                </c:pt>
                <c:pt idx="549">
                  <c:v>2026-02-17</c:v>
                </c:pt>
                <c:pt idx="550">
                  <c:v>2026-02-18</c:v>
                </c:pt>
                <c:pt idx="551">
                  <c:v>2026-02-19</c:v>
                </c:pt>
                <c:pt idx="552">
                  <c:v>2026-02-20</c:v>
                </c:pt>
                <c:pt idx="553">
                  <c:v>2026-02-23</c:v>
                </c:pt>
                <c:pt idx="554">
                  <c:v>2026-02-24</c:v>
                </c:pt>
                <c:pt idx="555">
                  <c:v>2026-02-25</c:v>
                </c:pt>
                <c:pt idx="556">
                  <c:v>2026-02-26</c:v>
                </c:pt>
                <c:pt idx="557">
                  <c:v>2026-02-27</c:v>
                </c:pt>
                <c:pt idx="558">
                  <c:v>2026-03-02</c:v>
                </c:pt>
                <c:pt idx="559">
                  <c:v>2026-03-03</c:v>
                </c:pt>
                <c:pt idx="560">
                  <c:v>2026-03-04</c:v>
                </c:pt>
                <c:pt idx="561">
                  <c:v>2026-03-05</c:v>
                </c:pt>
                <c:pt idx="562">
                  <c:v>2026-03-06</c:v>
                </c:pt>
                <c:pt idx="563">
                  <c:v>2026-03-09</c:v>
                </c:pt>
                <c:pt idx="564">
                  <c:v>2026-03-10</c:v>
                </c:pt>
                <c:pt idx="565">
                  <c:v>2026-03-11</c:v>
                </c:pt>
                <c:pt idx="566">
                  <c:v>2026-03-12</c:v>
                </c:pt>
                <c:pt idx="567">
                  <c:v>2026-03-13</c:v>
                </c:pt>
                <c:pt idx="568">
                  <c:v>2026-03-16</c:v>
                </c:pt>
                <c:pt idx="569">
                  <c:v>2026-03-17</c:v>
                </c:pt>
                <c:pt idx="570">
                  <c:v>2026-03-18</c:v>
                </c:pt>
                <c:pt idx="571">
                  <c:v>2026-03-19</c:v>
                </c:pt>
                <c:pt idx="572">
                  <c:v>2026-03-20</c:v>
                </c:pt>
                <c:pt idx="573">
                  <c:v>2026-03-23</c:v>
                </c:pt>
                <c:pt idx="574">
                  <c:v>2026-03-24</c:v>
                </c:pt>
                <c:pt idx="575">
                  <c:v>2026-03-25</c:v>
                </c:pt>
                <c:pt idx="576">
                  <c:v>2026-03-26</c:v>
                </c:pt>
                <c:pt idx="577">
                  <c:v>2026-03-27</c:v>
                </c:pt>
                <c:pt idx="578">
                  <c:v>2026-03-30</c:v>
                </c:pt>
                <c:pt idx="579">
                  <c:v>2026-03-31</c:v>
                </c:pt>
                <c:pt idx="580">
                  <c:v>2026-04-01</c:v>
                </c:pt>
                <c:pt idx="581">
                  <c:v>2026-04-02</c:v>
                </c:pt>
                <c:pt idx="582">
                  <c:v>2026-04-06</c:v>
                </c:pt>
                <c:pt idx="583">
                  <c:v>2026-04-07</c:v>
                </c:pt>
                <c:pt idx="584">
                  <c:v>2026-04-08</c:v>
                </c:pt>
                <c:pt idx="585">
                  <c:v>2026-04-09</c:v>
                </c:pt>
                <c:pt idx="586">
                  <c:v>2026-04-10</c:v>
                </c:pt>
                <c:pt idx="587">
                  <c:v>2026-04-13</c:v>
                </c:pt>
                <c:pt idx="588">
                  <c:v>2026-04-14</c:v>
                </c:pt>
                <c:pt idx="589">
                  <c:v>2026-04-15</c:v>
                </c:pt>
                <c:pt idx="590">
                  <c:v>2026-04-16</c:v>
                </c:pt>
                <c:pt idx="591">
                  <c:v>2026-04-17</c:v>
                </c:pt>
                <c:pt idx="592">
                  <c:v>2026-04-20</c:v>
                </c:pt>
                <c:pt idx="593">
                  <c:v>2026-04-21</c:v>
                </c:pt>
                <c:pt idx="594">
                  <c:v>2026-04-22</c:v>
                </c:pt>
                <c:pt idx="595">
                  <c:v>2026-04-23</c:v>
                </c:pt>
                <c:pt idx="596">
                  <c:v>2026-04-24</c:v>
                </c:pt>
                <c:pt idx="597">
                  <c:v>2026-04-27</c:v>
                </c:pt>
                <c:pt idx="598">
                  <c:v>2026-04-28</c:v>
                </c:pt>
                <c:pt idx="599">
                  <c:v>2026-04-29</c:v>
                </c:pt>
                <c:pt idx="600">
                  <c:v>2026-04-30</c:v>
                </c:pt>
                <c:pt idx="601">
                  <c:v>2026-05-01</c:v>
                </c:pt>
                <c:pt idx="602">
                  <c:v>2026-05-04</c:v>
                </c:pt>
                <c:pt idx="603">
                  <c:v>2026-05-05</c:v>
                </c:pt>
                <c:pt idx="604">
                  <c:v>2026-05-06</c:v>
                </c:pt>
                <c:pt idx="605">
                  <c:v>2026-05-07</c:v>
                </c:pt>
                <c:pt idx="606">
                  <c:v>2026-05-08</c:v>
                </c:pt>
                <c:pt idx="607">
                  <c:v>2026-05-11</c:v>
                </c:pt>
                <c:pt idx="608">
                  <c:v>2026-05-12</c:v>
                </c:pt>
                <c:pt idx="609">
                  <c:v>2026-05-13</c:v>
                </c:pt>
                <c:pt idx="610">
                  <c:v>2026-05-14</c:v>
                </c:pt>
                <c:pt idx="611">
                  <c:v>2026-05-15</c:v>
                </c:pt>
                <c:pt idx="612">
                  <c:v>2026-05-18</c:v>
                </c:pt>
                <c:pt idx="613">
                  <c:v>2026-05-19</c:v>
                </c:pt>
                <c:pt idx="614">
                  <c:v>2026-05-20</c:v>
                </c:pt>
                <c:pt idx="615">
                  <c:v>2026-05-21</c:v>
                </c:pt>
                <c:pt idx="616">
                  <c:v>2026-05-22</c:v>
                </c:pt>
                <c:pt idx="617">
                  <c:v>2026-05-25</c:v>
                </c:pt>
                <c:pt idx="618">
                  <c:v>2026-05-26</c:v>
                </c:pt>
                <c:pt idx="619">
                  <c:v>2026-05-27</c:v>
                </c:pt>
                <c:pt idx="620">
                  <c:v>2026-05-28</c:v>
                </c:pt>
                <c:pt idx="621">
                  <c:v>2026-05-29</c:v>
                </c:pt>
                <c:pt idx="622">
                  <c:v>2026-06-01</c:v>
                </c:pt>
                <c:pt idx="623">
                  <c:v>2026-06-02</c:v>
                </c:pt>
                <c:pt idx="624">
                  <c:v>2026-06-03</c:v>
                </c:pt>
                <c:pt idx="625">
                  <c:v>2026-06-04</c:v>
                </c:pt>
                <c:pt idx="626">
                  <c:v>2026-06-05</c:v>
                </c:pt>
                <c:pt idx="627">
                  <c:v>2026-06-08</c:v>
                </c:pt>
                <c:pt idx="628">
                  <c:v>2026-06-09</c:v>
                </c:pt>
                <c:pt idx="629">
                  <c:v>2026-06-10</c:v>
                </c:pt>
                <c:pt idx="630">
                  <c:v>2026-06-11</c:v>
                </c:pt>
                <c:pt idx="631">
                  <c:v>2026-06-12</c:v>
                </c:pt>
                <c:pt idx="632">
                  <c:v>2026-06-15</c:v>
                </c:pt>
                <c:pt idx="633">
                  <c:v>2026-06-16</c:v>
                </c:pt>
                <c:pt idx="634">
                  <c:v>2026-06-17</c:v>
                </c:pt>
                <c:pt idx="635">
                  <c:v>2026-06-18</c:v>
                </c:pt>
                <c:pt idx="636">
                  <c:v>2026-06-19</c:v>
                </c:pt>
                <c:pt idx="637">
                  <c:v>2026-06-22</c:v>
                </c:pt>
                <c:pt idx="638">
                  <c:v>2026-06-23</c:v>
                </c:pt>
                <c:pt idx="639">
                  <c:v>2026-06-24</c:v>
                </c:pt>
                <c:pt idx="640">
                  <c:v>2026-06-25</c:v>
                </c:pt>
                <c:pt idx="641">
                  <c:v>2026-06-26</c:v>
                </c:pt>
                <c:pt idx="642">
                  <c:v>2026-06-29</c:v>
                </c:pt>
                <c:pt idx="643">
                  <c:v>2026-06-30</c:v>
                </c:pt>
                <c:pt idx="644">
                  <c:v>2026-07-01</c:v>
                </c:pt>
                <c:pt idx="645">
                  <c:v>2026-07-02</c:v>
                </c:pt>
                <c:pt idx="646">
                  <c:v>2026-07-03</c:v>
                </c:pt>
                <c:pt idx="647">
                  <c:v>2026-07-06</c:v>
                </c:pt>
                <c:pt idx="648">
                  <c:v>2026-07-07</c:v>
                </c:pt>
                <c:pt idx="649">
                  <c:v>2026-07-08</c:v>
                </c:pt>
                <c:pt idx="650">
                  <c:v>2026-07-09</c:v>
                </c:pt>
                <c:pt idx="651">
                  <c:v>2026-07-10</c:v>
                </c:pt>
                <c:pt idx="652">
                  <c:v>2026-07-13</c:v>
                </c:pt>
                <c:pt idx="653">
                  <c:v>2026-07-14</c:v>
                </c:pt>
                <c:pt idx="654">
                  <c:v>2026-07-15</c:v>
                </c:pt>
                <c:pt idx="655">
                  <c:v>2026-07-16</c:v>
                </c:pt>
                <c:pt idx="656">
                  <c:v>2026-07-17</c:v>
                </c:pt>
                <c:pt idx="657">
                  <c:v>2026-07-20</c:v>
                </c:pt>
                <c:pt idx="658">
                  <c:v>2026-07-21</c:v>
                </c:pt>
                <c:pt idx="659">
                  <c:v>2026-07-22</c:v>
                </c:pt>
                <c:pt idx="660">
                  <c:v>2026-07-23</c:v>
                </c:pt>
                <c:pt idx="661">
                  <c:v>2026-07-24</c:v>
                </c:pt>
                <c:pt idx="662">
                  <c:v>2026-07-27</c:v>
                </c:pt>
                <c:pt idx="663">
                  <c:v>2026-07-28</c:v>
                </c:pt>
                <c:pt idx="664">
                  <c:v>2026-07-29</c:v>
                </c:pt>
                <c:pt idx="665">
                  <c:v>2026-07-30</c:v>
                </c:pt>
                <c:pt idx="666">
                  <c:v>2026-07-31</c:v>
                </c:pt>
                <c:pt idx="667">
                  <c:v>2026-08-03</c:v>
                </c:pt>
                <c:pt idx="668">
                  <c:v>2026-08-04</c:v>
                </c:pt>
                <c:pt idx="669">
                  <c:v>2026-08-05</c:v>
                </c:pt>
                <c:pt idx="670">
                  <c:v>2026-08-06</c:v>
                </c:pt>
                <c:pt idx="671">
                  <c:v>2026-08-07</c:v>
                </c:pt>
                <c:pt idx="672">
                  <c:v>2026-08-10</c:v>
                </c:pt>
                <c:pt idx="673">
                  <c:v>2026-08-11</c:v>
                </c:pt>
                <c:pt idx="674">
                  <c:v>2026-08-12</c:v>
                </c:pt>
                <c:pt idx="675">
                  <c:v>2026-08-13</c:v>
                </c:pt>
                <c:pt idx="676">
                  <c:v>2026-08-14</c:v>
                </c:pt>
                <c:pt idx="677">
                  <c:v>2026-08-17</c:v>
                </c:pt>
                <c:pt idx="678">
                  <c:v>2026-08-18</c:v>
                </c:pt>
                <c:pt idx="679">
                  <c:v>2026-08-19</c:v>
                </c:pt>
                <c:pt idx="680">
                  <c:v>2026-08-20</c:v>
                </c:pt>
                <c:pt idx="681">
                  <c:v>2026-08-21</c:v>
                </c:pt>
                <c:pt idx="682">
                  <c:v>2026-08-24</c:v>
                </c:pt>
                <c:pt idx="683">
                  <c:v>2026-08-25</c:v>
                </c:pt>
                <c:pt idx="684">
                  <c:v>2026-08-26</c:v>
                </c:pt>
                <c:pt idx="685">
                  <c:v>2026-08-27</c:v>
                </c:pt>
                <c:pt idx="686">
                  <c:v>2026-08-28</c:v>
                </c:pt>
                <c:pt idx="687">
                  <c:v>2026-08-31</c:v>
                </c:pt>
                <c:pt idx="688">
                  <c:v>2026-09-01</c:v>
                </c:pt>
                <c:pt idx="689">
                  <c:v>2026-09-02</c:v>
                </c:pt>
                <c:pt idx="690">
                  <c:v>2026-09-03</c:v>
                </c:pt>
                <c:pt idx="691">
                  <c:v>2026-09-04</c:v>
                </c:pt>
                <c:pt idx="692">
                  <c:v>2026-09-07</c:v>
                </c:pt>
                <c:pt idx="693">
                  <c:v>2026-09-08</c:v>
                </c:pt>
                <c:pt idx="694">
                  <c:v>2026-09-09</c:v>
                </c:pt>
                <c:pt idx="695">
                  <c:v>2026-09-10</c:v>
                </c:pt>
                <c:pt idx="696">
                  <c:v>2026-09-11</c:v>
                </c:pt>
                <c:pt idx="697">
                  <c:v>2026-09-14</c:v>
                </c:pt>
                <c:pt idx="698">
                  <c:v>2026-09-15</c:v>
                </c:pt>
                <c:pt idx="699">
                  <c:v>2026-09-16</c:v>
                </c:pt>
                <c:pt idx="700">
                  <c:v>2026-09-17</c:v>
                </c:pt>
                <c:pt idx="701">
                  <c:v>2026-09-18</c:v>
                </c:pt>
              </c:strCache>
            </c:strRef>
          </c:cat>
          <c:val>
            <c:numRef>
              <c:f>'Chart Data'!$B$2:$B$703</c:f>
              <c:numCache>
                <c:formatCode>0.00</c:formatCode>
                <c:ptCount val="702"/>
                <c:pt idx="0">
                  <c:v>1</c:v>
                </c:pt>
                <c:pt idx="1">
                  <c:v>0.996954795005</c:v>
                </c:pt>
                <c:pt idx="2">
                  <c:v>0.999498828431</c:v>
                </c:pt>
                <c:pt idx="3">
                  <c:v>1.00040977251</c:v>
                </c:pt>
                <c:pt idx="4">
                  <c:v>0.992761994389</c:v>
                </c:pt>
                <c:pt idx="5">
                  <c:v>0.992362031554</c:v>
                </c:pt>
                <c:pt idx="6">
                  <c:v>0.991790469565</c:v>
                </c:pt>
                <c:pt idx="7">
                  <c:v>0.993643081864</c:v>
                </c:pt>
                <c:pt idx="8">
                  <c:v>1.00239466472</c:v>
                </c:pt>
                <c:pt idx="9">
                  <c:v>1.00421175802</c:v>
                </c:pt>
                <c:pt idx="10">
                  <c:v>0.996207127771</c:v>
                </c:pt>
                <c:pt idx="11">
                  <c:v>0.991496109081</c:v>
                </c:pt>
                <c:pt idx="12">
                  <c:v>1.00111109303</c:v>
                </c:pt>
                <c:pt idx="13">
                  <c:v>1.00361014652</c:v>
                </c:pt>
                <c:pt idx="14">
                  <c:v>0.997348261667</c:v>
                </c:pt>
                <c:pt idx="15">
                  <c:v>1.00261895451</c:v>
                </c:pt>
                <c:pt idx="16">
                  <c:v>0.993313338079</c:v>
                </c:pt>
                <c:pt idx="17">
                  <c:v>0.99637911493</c:v>
                </c:pt>
                <c:pt idx="18">
                  <c:v>0.996147747199</c:v>
                </c:pt>
                <c:pt idx="19">
                  <c:v>1.00445148877</c:v>
                </c:pt>
                <c:pt idx="20">
                  <c:v>1.00406932136</c:v>
                </c:pt>
                <c:pt idx="21">
                  <c:v>1.00307681859</c:v>
                </c:pt>
                <c:pt idx="22">
                  <c:v>1.01434944782</c:v>
                </c:pt>
                <c:pt idx="23">
                  <c:v>1.0018895932</c:v>
                </c:pt>
                <c:pt idx="24">
                  <c:v>1.00151628044</c:v>
                </c:pt>
                <c:pt idx="25">
                  <c:v>1.00938662879</c:v>
                </c:pt>
                <c:pt idx="26">
                  <c:v>1.00660925869</c:v>
                </c:pt>
                <c:pt idx="27">
                  <c:v>1.00540209899</c:v>
                </c:pt>
                <c:pt idx="28">
                  <c:v>1.00415175948</c:v>
                </c:pt>
                <c:pt idx="29">
                  <c:v>1.00031686625</c:v>
                </c:pt>
                <c:pt idx="30">
                  <c:v>0.986215720035</c:v>
                </c:pt>
                <c:pt idx="31">
                  <c:v>0.990245411444</c:v>
                </c:pt>
                <c:pt idx="32">
                  <c:v>0.994468620132</c:v>
                </c:pt>
                <c:pt idx="33">
                  <c:v>0.99648167056</c:v>
                </c:pt>
                <c:pt idx="34">
                  <c:v>0.996303957177</c:v>
                </c:pt>
                <c:pt idx="35">
                  <c:v>1.00309084971</c:v>
                </c:pt>
                <c:pt idx="36">
                  <c:v>1.00116979279</c:v>
                </c:pt>
                <c:pt idx="37">
                  <c:v>1.00177589083</c:v>
                </c:pt>
                <c:pt idx="38">
                  <c:v>1.00623059114</c:v>
                </c:pt>
                <c:pt idx="39">
                  <c:v>1.00476040559</c:v>
                </c:pt>
                <c:pt idx="40">
                  <c:v>1.00440245712</c:v>
                </c:pt>
                <c:pt idx="41">
                  <c:v>1.00594943429</c:v>
                </c:pt>
                <c:pt idx="42">
                  <c:v>1.01266520649</c:v>
                </c:pt>
                <c:pt idx="43">
                  <c:v>1.03178480102</c:v>
                </c:pt>
                <c:pt idx="44">
                  <c:v>1.04683021984</c:v>
                </c:pt>
                <c:pt idx="45">
                  <c:v>1.05279530825</c:v>
                </c:pt>
                <c:pt idx="46">
                  <c:v>1.06111261061</c:v>
                </c:pt>
                <c:pt idx="47">
                  <c:v>1.06352830006</c:v>
                </c:pt>
                <c:pt idx="48">
                  <c:v>1.06814250333</c:v>
                </c:pt>
                <c:pt idx="49">
                  <c:v>1.06876991403</c:v>
                </c:pt>
                <c:pt idx="50">
                  <c:v>1.05618761608</c:v>
                </c:pt>
                <c:pt idx="51">
                  <c:v>1.06530781625</c:v>
                </c:pt>
                <c:pt idx="52">
                  <c:v>1.06050168288</c:v>
                </c:pt>
                <c:pt idx="53">
                  <c:v>1.06063017375</c:v>
                </c:pt>
                <c:pt idx="54">
                  <c:v>1.06376847885</c:v>
                </c:pt>
                <c:pt idx="55">
                  <c:v>1.06340296944</c:v>
                </c:pt>
                <c:pt idx="56">
                  <c:v>1.0786573904</c:v>
                </c:pt>
                <c:pt idx="57">
                  <c:v>1.07479186687</c:v>
                </c:pt>
                <c:pt idx="58">
                  <c:v>1.06944356585</c:v>
                </c:pt>
                <c:pt idx="59">
                  <c:v>1.07795617224</c:v>
                </c:pt>
                <c:pt idx="60">
                  <c:v>1.07853320859</c:v>
                </c:pt>
                <c:pt idx="61">
                  <c:v>1.08588245748</c:v>
                </c:pt>
                <c:pt idx="62">
                  <c:v>1.1026946189</c:v>
                </c:pt>
                <c:pt idx="63">
                  <c:v>1.1131085936</c:v>
                </c:pt>
                <c:pt idx="64">
                  <c:v>1.13362522811</c:v>
                </c:pt>
                <c:pt idx="65">
                  <c:v>1.14255515583</c:v>
                </c:pt>
                <c:pt idx="66">
                  <c:v>1.13309437235</c:v>
                </c:pt>
                <c:pt idx="67">
                  <c:v>1.15297368863</c:v>
                </c:pt>
                <c:pt idx="68">
                  <c:v>1.16044747625</c:v>
                </c:pt>
                <c:pt idx="69">
                  <c:v>1.16555487115</c:v>
                </c:pt>
                <c:pt idx="70">
                  <c:v>1.15229633183</c:v>
                </c:pt>
                <c:pt idx="71">
                  <c:v>1.1827433278</c:v>
                </c:pt>
                <c:pt idx="72">
                  <c:v>1.16610194302</c:v>
                </c:pt>
                <c:pt idx="73">
                  <c:v>1.19406841071</c:v>
                </c:pt>
                <c:pt idx="74">
                  <c:v>1.19832344028</c:v>
                </c:pt>
                <c:pt idx="75">
                  <c:v>1.19091637184</c:v>
                </c:pt>
                <c:pt idx="76">
                  <c:v>1.19118343085</c:v>
                </c:pt>
                <c:pt idx="77">
                  <c:v>1.19643333179</c:v>
                </c:pt>
                <c:pt idx="78">
                  <c:v>1.16627873407</c:v>
                </c:pt>
                <c:pt idx="79">
                  <c:v>1.16397535781</c:v>
                </c:pt>
                <c:pt idx="80">
                  <c:v>1.16047943278</c:v>
                </c:pt>
                <c:pt idx="81">
                  <c:v>1.16808643036</c:v>
                </c:pt>
                <c:pt idx="82">
                  <c:v>1.17006537456</c:v>
                </c:pt>
                <c:pt idx="83">
                  <c:v>1.16969062262</c:v>
                </c:pt>
                <c:pt idx="84">
                  <c:v>1.14521676092</c:v>
                </c:pt>
                <c:pt idx="85">
                  <c:v>1.15997073036</c:v>
                </c:pt>
                <c:pt idx="86">
                  <c:v>1.15195123088</c:v>
                </c:pt>
                <c:pt idx="87">
                  <c:v>1.1457510711</c:v>
                </c:pt>
                <c:pt idx="88">
                  <c:v>1.15535646953</c:v>
                </c:pt>
                <c:pt idx="89">
                  <c:v>1.15071400638</c:v>
                </c:pt>
                <c:pt idx="90">
                  <c:v>1.14965550139</c:v>
                </c:pt>
                <c:pt idx="91">
                  <c:v>1.16872659455</c:v>
                </c:pt>
                <c:pt idx="92">
                  <c:v>1.17500918964</c:v>
                </c:pt>
                <c:pt idx="93">
                  <c:v>1.16390940441</c:v>
                </c:pt>
                <c:pt idx="94">
                  <c:v>1.17228493841</c:v>
                </c:pt>
                <c:pt idx="95">
                  <c:v>1.18691428447</c:v>
                </c:pt>
                <c:pt idx="96">
                  <c:v>1.17489521259</c:v>
                </c:pt>
                <c:pt idx="97">
                  <c:v>1.19626953734</c:v>
                </c:pt>
                <c:pt idx="98">
                  <c:v>1.20021755216</c:v>
                </c:pt>
                <c:pt idx="99">
                  <c:v>1.20069053333</c:v>
                </c:pt>
                <c:pt idx="100">
                  <c:v>1.17852406987</c:v>
                </c:pt>
                <c:pt idx="101">
                  <c:v>1.1573166259</c:v>
                </c:pt>
                <c:pt idx="102">
                  <c:v>1.16000291679</c:v>
                </c:pt>
                <c:pt idx="103">
                  <c:v>1.15813210819</c:v>
                </c:pt>
                <c:pt idx="104">
                  <c:v>1.16941461266</c:v>
                </c:pt>
                <c:pt idx="105">
                  <c:v>1.15838856112</c:v>
                </c:pt>
                <c:pt idx="106">
                  <c:v>1.16369293395</c:v>
                </c:pt>
                <c:pt idx="107">
                  <c:v>1.15489221538</c:v>
                </c:pt>
                <c:pt idx="108">
                  <c:v>1.16597692824</c:v>
                </c:pt>
                <c:pt idx="109">
                  <c:v>1.15071027611</c:v>
                </c:pt>
                <c:pt idx="110">
                  <c:v>1.16576948633</c:v>
                </c:pt>
                <c:pt idx="111">
                  <c:v>1.17542383304</c:v>
                </c:pt>
                <c:pt idx="112">
                  <c:v>1.1310925657</c:v>
                </c:pt>
                <c:pt idx="113">
                  <c:v>1.14740329887</c:v>
                </c:pt>
                <c:pt idx="114">
                  <c:v>1.15127674749</c:v>
                </c:pt>
                <c:pt idx="115">
                  <c:v>1.15456299378</c:v>
                </c:pt>
                <c:pt idx="116">
                  <c:v>1.14094653524</c:v>
                </c:pt>
                <c:pt idx="117">
                  <c:v>1.15837340754</c:v>
                </c:pt>
                <c:pt idx="118">
                  <c:v>1.1544235669</c:v>
                </c:pt>
                <c:pt idx="119">
                  <c:v>1.15683178196</c:v>
                </c:pt>
                <c:pt idx="120">
                  <c:v>1.15704585182</c:v>
                </c:pt>
                <c:pt idx="121">
                  <c:v>1.17102260153</c:v>
                </c:pt>
                <c:pt idx="122">
                  <c:v>1.15596972306</c:v>
                </c:pt>
                <c:pt idx="123">
                  <c:v>1.1613758232</c:v>
                </c:pt>
                <c:pt idx="124">
                  <c:v>1.15359184253</c:v>
                </c:pt>
                <c:pt idx="125">
                  <c:v>1.14451765317</c:v>
                </c:pt>
                <c:pt idx="126">
                  <c:v>1.16104744928</c:v>
                </c:pt>
                <c:pt idx="127">
                  <c:v>1.16042909535</c:v>
                </c:pt>
                <c:pt idx="128">
                  <c:v>1.16062423784</c:v>
                </c:pt>
                <c:pt idx="129">
                  <c:v>1.16316619685</c:v>
                </c:pt>
                <c:pt idx="130">
                  <c:v>1.17476245214</c:v>
                </c:pt>
                <c:pt idx="131">
                  <c:v>1.17238861255</c:v>
                </c:pt>
                <c:pt idx="132">
                  <c:v>1.18676042677</c:v>
                </c:pt>
                <c:pt idx="133">
                  <c:v>1.1695446553</c:v>
                </c:pt>
                <c:pt idx="134">
                  <c:v>1.17220542092</c:v>
                </c:pt>
                <c:pt idx="135">
                  <c:v>1.17748131318</c:v>
                </c:pt>
                <c:pt idx="136">
                  <c:v>1.19664076638</c:v>
                </c:pt>
                <c:pt idx="137">
                  <c:v>1.1901090101</c:v>
                </c:pt>
                <c:pt idx="138">
                  <c:v>1.19468801513</c:v>
                </c:pt>
                <c:pt idx="139">
                  <c:v>1.21895582581</c:v>
                </c:pt>
                <c:pt idx="140">
                  <c:v>1.21373842613</c:v>
                </c:pt>
                <c:pt idx="141">
                  <c:v>1.20177599653</c:v>
                </c:pt>
                <c:pt idx="142">
                  <c:v>1.18402553423</c:v>
                </c:pt>
                <c:pt idx="143">
                  <c:v>1.18482253796</c:v>
                </c:pt>
                <c:pt idx="144">
                  <c:v>1.19056379018</c:v>
                </c:pt>
                <c:pt idx="145">
                  <c:v>1.18632112443</c:v>
                </c:pt>
                <c:pt idx="146">
                  <c:v>1.1659392716</c:v>
                </c:pt>
                <c:pt idx="147">
                  <c:v>1.17752039803</c:v>
                </c:pt>
                <c:pt idx="148">
                  <c:v>1.17590088354</c:v>
                </c:pt>
                <c:pt idx="149">
                  <c:v>1.187713536</c:v>
                </c:pt>
                <c:pt idx="150">
                  <c:v>1.20820647813</c:v>
                </c:pt>
                <c:pt idx="151">
                  <c:v>1.19849260049</c:v>
                </c:pt>
                <c:pt idx="152">
                  <c:v>1.1971592275</c:v>
                </c:pt>
                <c:pt idx="153">
                  <c:v>1.17215913238</c:v>
                </c:pt>
                <c:pt idx="154">
                  <c:v>1.16243021811</c:v>
                </c:pt>
                <c:pt idx="155">
                  <c:v>1.1618329832</c:v>
                </c:pt>
                <c:pt idx="156">
                  <c:v>1.18109258475</c:v>
                </c:pt>
                <c:pt idx="157">
                  <c:v>1.1835373372</c:v>
                </c:pt>
                <c:pt idx="158">
                  <c:v>1.20215839869</c:v>
                </c:pt>
                <c:pt idx="159">
                  <c:v>1.19987207251</c:v>
                </c:pt>
                <c:pt idx="160">
                  <c:v>1.18405408043</c:v>
                </c:pt>
                <c:pt idx="161">
                  <c:v>1.1874369507</c:v>
                </c:pt>
                <c:pt idx="162">
                  <c:v>1.21910115621</c:v>
                </c:pt>
                <c:pt idx="163">
                  <c:v>1.21113950726</c:v>
                </c:pt>
                <c:pt idx="164">
                  <c:v>1.20830434642</c:v>
                </c:pt>
                <c:pt idx="165">
                  <c:v>1.20360209258</c:v>
                </c:pt>
                <c:pt idx="166">
                  <c:v>1.18989996728</c:v>
                </c:pt>
                <c:pt idx="167">
                  <c:v>1.20807351024</c:v>
                </c:pt>
                <c:pt idx="168">
                  <c:v>1.20362868283</c:v>
                </c:pt>
                <c:pt idx="169">
                  <c:v>1.20930752544</c:v>
                </c:pt>
                <c:pt idx="170">
                  <c:v>1.19861779314</c:v>
                </c:pt>
                <c:pt idx="171">
                  <c:v>1.20681465274</c:v>
                </c:pt>
                <c:pt idx="172">
                  <c:v>1.19738766977</c:v>
                </c:pt>
                <c:pt idx="173">
                  <c:v>1.20054967986</c:v>
                </c:pt>
                <c:pt idx="174">
                  <c:v>1.19567017932</c:v>
                </c:pt>
                <c:pt idx="175">
                  <c:v>1.19685503336</c:v>
                </c:pt>
                <c:pt idx="176">
                  <c:v>1.2032261819</c:v>
                </c:pt>
                <c:pt idx="177">
                  <c:v>1.1913585738</c:v>
                </c:pt>
                <c:pt idx="178">
                  <c:v>1.19959083048</c:v>
                </c:pt>
                <c:pt idx="179">
                  <c:v>1.20731463544</c:v>
                </c:pt>
                <c:pt idx="180">
                  <c:v>1.20376055252</c:v>
                </c:pt>
                <c:pt idx="181">
                  <c:v>1.22530181557</c:v>
                </c:pt>
                <c:pt idx="182">
                  <c:v>1.23380541061</c:v>
                </c:pt>
                <c:pt idx="183">
                  <c:v>1.2306194363</c:v>
                </c:pt>
                <c:pt idx="184">
                  <c:v>1.22214340185</c:v>
                </c:pt>
                <c:pt idx="185">
                  <c:v>1.21291659676</c:v>
                </c:pt>
                <c:pt idx="186">
                  <c:v>1.23196589544</c:v>
                </c:pt>
                <c:pt idx="187">
                  <c:v>1.24411150145</c:v>
                </c:pt>
                <c:pt idx="188">
                  <c:v>1.24437474251</c:v>
                </c:pt>
                <c:pt idx="189">
                  <c:v>1.26245186304</c:v>
                </c:pt>
                <c:pt idx="190">
                  <c:v>1.25235743968</c:v>
                </c:pt>
                <c:pt idx="191">
                  <c:v>1.26601135945</c:v>
                </c:pt>
                <c:pt idx="192">
                  <c:v>1.2502191693</c:v>
                </c:pt>
                <c:pt idx="193">
                  <c:v>1.23714631664</c:v>
                </c:pt>
                <c:pt idx="194">
                  <c:v>1.25439117592</c:v>
                </c:pt>
                <c:pt idx="195">
                  <c:v>1.25780017794</c:v>
                </c:pt>
                <c:pt idx="196">
                  <c:v>1.26057865754</c:v>
                </c:pt>
                <c:pt idx="197">
                  <c:v>1.26201576546</c:v>
                </c:pt>
                <c:pt idx="198">
                  <c:v>1.2660663904</c:v>
                </c:pt>
                <c:pt idx="199">
                  <c:v>1.25600101246</c:v>
                </c:pt>
                <c:pt idx="200">
                  <c:v>1.24950549037</c:v>
                </c:pt>
                <c:pt idx="201">
                  <c:v>1.26158515917</c:v>
                </c:pt>
                <c:pt idx="202">
                  <c:v>1.27403640539</c:v>
                </c:pt>
                <c:pt idx="203">
                  <c:v>1.27342134155</c:v>
                </c:pt>
                <c:pt idx="204">
                  <c:v>1.27832666831</c:v>
                </c:pt>
                <c:pt idx="205">
                  <c:v>1.28636071438</c:v>
                </c:pt>
                <c:pt idx="206">
                  <c:v>1.29775939886</c:v>
                </c:pt>
                <c:pt idx="207">
                  <c:v>1.31235815836</c:v>
                </c:pt>
                <c:pt idx="208">
                  <c:v>1.30791363867</c:v>
                </c:pt>
                <c:pt idx="209">
                  <c:v>1.32875384104</c:v>
                </c:pt>
                <c:pt idx="210">
                  <c:v>1.31222317132</c:v>
                </c:pt>
                <c:pt idx="211">
                  <c:v>1.32923071941</c:v>
                </c:pt>
                <c:pt idx="212">
                  <c:v>1.32765597834</c:v>
                </c:pt>
                <c:pt idx="213">
                  <c:v>1.33231956303</c:v>
                </c:pt>
                <c:pt idx="214">
                  <c:v>1.34599018558</c:v>
                </c:pt>
                <c:pt idx="215">
                  <c:v>1.35447560664</c:v>
                </c:pt>
                <c:pt idx="216">
                  <c:v>1.33188580471</c:v>
                </c:pt>
                <c:pt idx="217">
                  <c:v>1.3241542765</c:v>
                </c:pt>
                <c:pt idx="218">
                  <c:v>1.32834345819</c:v>
                </c:pt>
                <c:pt idx="219">
                  <c:v>1.32905206975</c:v>
                </c:pt>
                <c:pt idx="220">
                  <c:v>1.28247558704</c:v>
                </c:pt>
                <c:pt idx="221">
                  <c:v>1.32272866332</c:v>
                </c:pt>
                <c:pt idx="222">
                  <c:v>1.3014759086</c:v>
                </c:pt>
                <c:pt idx="223">
                  <c:v>1.27766456556</c:v>
                </c:pt>
                <c:pt idx="224">
                  <c:v>1.27167388273</c:v>
                </c:pt>
                <c:pt idx="225">
                  <c:v>1.26446362121</c:v>
                </c:pt>
                <c:pt idx="226">
                  <c:v>1.26498879267</c:v>
                </c:pt>
                <c:pt idx="227">
                  <c:v>1.26533294762</c:v>
                </c:pt>
                <c:pt idx="228">
                  <c:v>1.28622829178</c:v>
                </c:pt>
                <c:pt idx="229">
                  <c:v>1.29391413109</c:v>
                </c:pt>
                <c:pt idx="230">
                  <c:v>1.29959742104</c:v>
                </c:pt>
                <c:pt idx="231">
                  <c:v>1.31619957529</c:v>
                </c:pt>
                <c:pt idx="232">
                  <c:v>1.33710022672</c:v>
                </c:pt>
                <c:pt idx="233">
                  <c:v>1.29432824247</c:v>
                </c:pt>
                <c:pt idx="234">
                  <c:v>1.30263042219</c:v>
                </c:pt>
                <c:pt idx="235">
                  <c:v>1.30240983658</c:v>
                </c:pt>
                <c:pt idx="236">
                  <c:v>1.29763905049</c:v>
                </c:pt>
                <c:pt idx="237">
                  <c:v>1.30919176117</c:v>
                </c:pt>
                <c:pt idx="238">
                  <c:v>1.29759504941</c:v>
                </c:pt>
                <c:pt idx="239">
                  <c:v>1.30379379991</c:v>
                </c:pt>
                <c:pt idx="240">
                  <c:v>1.30773935571</c:v>
                </c:pt>
                <c:pt idx="241">
                  <c:v>1.29688755072</c:v>
                </c:pt>
                <c:pt idx="242">
                  <c:v>1.29244379419</c:v>
                </c:pt>
                <c:pt idx="243">
                  <c:v>1.30782911158</c:v>
                </c:pt>
                <c:pt idx="244">
                  <c:v>1.32425539321</c:v>
                </c:pt>
                <c:pt idx="245">
                  <c:v>1.33769849544</c:v>
                </c:pt>
                <c:pt idx="246">
                  <c:v>1.31979284395</c:v>
                </c:pt>
                <c:pt idx="247">
                  <c:v>1.30699955226</c:v>
                </c:pt>
                <c:pt idx="248">
                  <c:v>1.31206379062</c:v>
                </c:pt>
                <c:pt idx="249">
                  <c:v>1.30800639761</c:v>
                </c:pt>
                <c:pt idx="250">
                  <c:v>1.28313096806</c:v>
                </c:pt>
                <c:pt idx="251">
                  <c:v>1.29752393513</c:v>
                </c:pt>
                <c:pt idx="252">
                  <c:v>1.31000403223</c:v>
                </c:pt>
                <c:pt idx="253">
                  <c:v>1.29796513841</c:v>
                </c:pt>
                <c:pt idx="254">
                  <c:v>1.30222991537</c:v>
                </c:pt>
                <c:pt idx="255">
                  <c:v>1.31281823005</c:v>
                </c:pt>
                <c:pt idx="256">
                  <c:v>1.30360671085</c:v>
                </c:pt>
                <c:pt idx="257">
                  <c:v>1.29860704362</c:v>
                </c:pt>
                <c:pt idx="258">
                  <c:v>1.30802038876</c:v>
                </c:pt>
                <c:pt idx="259">
                  <c:v>1.33183100641</c:v>
                </c:pt>
                <c:pt idx="260">
                  <c:v>1.32529590516</c:v>
                </c:pt>
                <c:pt idx="261">
                  <c:v>1.32474559095</c:v>
                </c:pt>
                <c:pt idx="262">
                  <c:v>1.32545336061</c:v>
                </c:pt>
                <c:pt idx="263">
                  <c:v>1.33341750767</c:v>
                </c:pt>
                <c:pt idx="264">
                  <c:v>1.33673968572</c:v>
                </c:pt>
                <c:pt idx="265">
                  <c:v>1.34937860128</c:v>
                </c:pt>
                <c:pt idx="266">
                  <c:v>1.33922236447</c:v>
                </c:pt>
                <c:pt idx="267">
                  <c:v>1.3431794916</c:v>
                </c:pt>
                <c:pt idx="268">
                  <c:v>1.3521802886</c:v>
                </c:pt>
                <c:pt idx="269">
                  <c:v>1.36075818072</c:v>
                </c:pt>
                <c:pt idx="270">
                  <c:v>1.35413077225</c:v>
                </c:pt>
                <c:pt idx="271">
                  <c:v>1.35460623234</c:v>
                </c:pt>
                <c:pt idx="272">
                  <c:v>1.36308798027</c:v>
                </c:pt>
                <c:pt idx="273">
                  <c:v>1.36991631322</c:v>
                </c:pt>
                <c:pt idx="274">
                  <c:v>1.36833147052</c:v>
                </c:pt>
                <c:pt idx="275">
                  <c:v>1.37777552567</c:v>
                </c:pt>
                <c:pt idx="276">
                  <c:v>1.35569805374</c:v>
                </c:pt>
                <c:pt idx="277">
                  <c:v>1.3681536073</c:v>
                </c:pt>
                <c:pt idx="278">
                  <c:v>1.3650713476</c:v>
                </c:pt>
                <c:pt idx="279">
                  <c:v>1.38307963388</c:v>
                </c:pt>
                <c:pt idx="280">
                  <c:v>1.38909109495</c:v>
                </c:pt>
                <c:pt idx="281">
                  <c:v>1.41349924051</c:v>
                </c:pt>
                <c:pt idx="282">
                  <c:v>1.41851055736</c:v>
                </c:pt>
                <c:pt idx="283">
                  <c:v>1.41979232934</c:v>
                </c:pt>
                <c:pt idx="284">
                  <c:v>1.41186261754</c:v>
                </c:pt>
                <c:pt idx="285">
                  <c:v>1.41607024356</c:v>
                </c:pt>
                <c:pt idx="286">
                  <c:v>1.44737274963</c:v>
                </c:pt>
                <c:pt idx="287">
                  <c:v>1.4408866999</c:v>
                </c:pt>
                <c:pt idx="288">
                  <c:v>1.43900196705</c:v>
                </c:pt>
                <c:pt idx="289">
                  <c:v>1.45324825986</c:v>
                </c:pt>
                <c:pt idx="290">
                  <c:v>1.42208990849</c:v>
                </c:pt>
                <c:pt idx="291">
                  <c:v>1.41765560138</c:v>
                </c:pt>
                <c:pt idx="292">
                  <c:v>1.44259634178</c:v>
                </c:pt>
                <c:pt idx="293">
                  <c:v>1.44448294651</c:v>
                </c:pt>
                <c:pt idx="294">
                  <c:v>1.44624183974</c:v>
                </c:pt>
                <c:pt idx="295">
                  <c:v>1.43441660215</c:v>
                </c:pt>
                <c:pt idx="296">
                  <c:v>1.44493120046</c:v>
                </c:pt>
                <c:pt idx="297">
                  <c:v>1.42973949064</c:v>
                </c:pt>
                <c:pt idx="298">
                  <c:v>1.42804061888</c:v>
                </c:pt>
                <c:pt idx="299">
                  <c:v>1.40835150161</c:v>
                </c:pt>
                <c:pt idx="300">
                  <c:v>1.41032504304</c:v>
                </c:pt>
                <c:pt idx="301">
                  <c:v>1.43050384413</c:v>
                </c:pt>
                <c:pt idx="302">
                  <c:v>1.43962019344</c:v>
                </c:pt>
                <c:pt idx="303">
                  <c:v>1.4337119563</c:v>
                </c:pt>
                <c:pt idx="304">
                  <c:v>1.41866573376</c:v>
                </c:pt>
                <c:pt idx="305">
                  <c:v>1.42165687463</c:v>
                </c:pt>
                <c:pt idx="306">
                  <c:v>1.40581486219</c:v>
                </c:pt>
                <c:pt idx="307">
                  <c:v>1.42668743428</c:v>
                </c:pt>
                <c:pt idx="308">
                  <c:v>1.42996666152</c:v>
                </c:pt>
                <c:pt idx="309">
                  <c:v>1.45685545911</c:v>
                </c:pt>
                <c:pt idx="310">
                  <c:v>1.46077416478</c:v>
                </c:pt>
                <c:pt idx="311">
                  <c:v>1.46661455332</c:v>
                </c:pt>
                <c:pt idx="312">
                  <c:v>1.47999429371</c:v>
                </c:pt>
                <c:pt idx="313">
                  <c:v>1.48690034073</c:v>
                </c:pt>
                <c:pt idx="314">
                  <c:v>1.48335606979</c:v>
                </c:pt>
                <c:pt idx="315">
                  <c:v>1.47711518437</c:v>
                </c:pt>
                <c:pt idx="316">
                  <c:v>1.47089094143</c:v>
                </c:pt>
                <c:pt idx="317">
                  <c:v>1.48176806561</c:v>
                </c:pt>
                <c:pt idx="318">
                  <c:v>1.47745897723</c:v>
                </c:pt>
                <c:pt idx="319">
                  <c:v>1.5030255211</c:v>
                </c:pt>
                <c:pt idx="320">
                  <c:v>1.5120436708</c:v>
                </c:pt>
                <c:pt idx="321">
                  <c:v>1.5376436465</c:v>
                </c:pt>
                <c:pt idx="322">
                  <c:v>1.53517323587</c:v>
                </c:pt>
                <c:pt idx="323">
                  <c:v>1.53910161572</c:v>
                </c:pt>
                <c:pt idx="324">
                  <c:v>1.53205063831</c:v>
                </c:pt>
                <c:pt idx="325">
                  <c:v>1.48439522968</c:v>
                </c:pt>
                <c:pt idx="326">
                  <c:v>1.46488096933</c:v>
                </c:pt>
                <c:pt idx="327">
                  <c:v>1.4788382027</c:v>
                </c:pt>
                <c:pt idx="328">
                  <c:v>1.53367829413</c:v>
                </c:pt>
                <c:pt idx="329">
                  <c:v>1.559552269</c:v>
                </c:pt>
                <c:pt idx="330">
                  <c:v>1.57325125846</c:v>
                </c:pt>
                <c:pt idx="331">
                  <c:v>1.55434963135</c:v>
                </c:pt>
                <c:pt idx="332">
                  <c:v>1.55734627457</c:v>
                </c:pt>
                <c:pt idx="333">
                  <c:v>1.61101741409</c:v>
                </c:pt>
                <c:pt idx="334">
                  <c:v>1.59412588844</c:v>
                </c:pt>
                <c:pt idx="335">
                  <c:v>1.64344110584</c:v>
                </c:pt>
                <c:pt idx="336">
                  <c:v>1.61360768152</c:v>
                </c:pt>
                <c:pt idx="337">
                  <c:v>1.58559568737</c:v>
                </c:pt>
                <c:pt idx="338">
                  <c:v>1.61129624593</c:v>
                </c:pt>
                <c:pt idx="339">
                  <c:v>1.58929753462</c:v>
                </c:pt>
                <c:pt idx="340">
                  <c:v>1.61550695319</c:v>
                </c:pt>
                <c:pt idx="341">
                  <c:v>1.59243896699</c:v>
                </c:pt>
                <c:pt idx="342">
                  <c:v>1.57944949482</c:v>
                </c:pt>
                <c:pt idx="343">
                  <c:v>1.54351971312</c:v>
                </c:pt>
                <c:pt idx="344">
                  <c:v>1.55228155501</c:v>
                </c:pt>
                <c:pt idx="345">
                  <c:v>1.58113072027</c:v>
                </c:pt>
                <c:pt idx="346">
                  <c:v>1.61771698041</c:v>
                </c:pt>
                <c:pt idx="347">
                  <c:v>1.59154808534</c:v>
                </c:pt>
                <c:pt idx="348">
                  <c:v>1.56710462593</c:v>
                </c:pt>
                <c:pt idx="349">
                  <c:v>1.58593673809</c:v>
                </c:pt>
                <c:pt idx="350">
                  <c:v>1.53788629371</c:v>
                </c:pt>
                <c:pt idx="351">
                  <c:v>1.5533740474</c:v>
                </c:pt>
                <c:pt idx="352">
                  <c:v>1.51568448382</c:v>
                </c:pt>
                <c:pt idx="353">
                  <c:v>1.53964402036</c:v>
                </c:pt>
                <c:pt idx="354">
                  <c:v>1.51626320428</c:v>
                </c:pt>
                <c:pt idx="355">
                  <c:v>1.53768885897</c:v>
                </c:pt>
                <c:pt idx="356">
                  <c:v>1.56248732286</c:v>
                </c:pt>
                <c:pt idx="357">
                  <c:v>1.57350597804</c:v>
                </c:pt>
                <c:pt idx="358">
                  <c:v>1.55339451683</c:v>
                </c:pt>
                <c:pt idx="359">
                  <c:v>1.5905504519</c:v>
                </c:pt>
                <c:pt idx="360">
                  <c:v>1.58152701552</c:v>
                </c:pt>
                <c:pt idx="361">
                  <c:v>1.55325705035</c:v>
                </c:pt>
                <c:pt idx="362">
                  <c:v>1.55546056369</c:v>
                </c:pt>
                <c:pt idx="363">
                  <c:v>1.57128356041</c:v>
                </c:pt>
                <c:pt idx="364">
                  <c:v>1.55198436068</c:v>
                </c:pt>
                <c:pt idx="365">
                  <c:v>1.59751118853</c:v>
                </c:pt>
                <c:pt idx="366">
                  <c:v>1.57739767239</c:v>
                </c:pt>
                <c:pt idx="367">
                  <c:v>1.59272401469</c:v>
                </c:pt>
                <c:pt idx="368">
                  <c:v>1.58035370488</c:v>
                </c:pt>
                <c:pt idx="369">
                  <c:v>1.56002471815</c:v>
                </c:pt>
                <c:pt idx="370">
                  <c:v>1.56992053516</c:v>
                </c:pt>
                <c:pt idx="371">
                  <c:v>1.56711444438</c:v>
                </c:pt>
                <c:pt idx="372">
                  <c:v>1.57608642621</c:v>
                </c:pt>
                <c:pt idx="373">
                  <c:v>1.59279549792</c:v>
                </c:pt>
                <c:pt idx="374">
                  <c:v>1.60668546734</c:v>
                </c:pt>
                <c:pt idx="375">
                  <c:v>1.58779027402</c:v>
                </c:pt>
                <c:pt idx="376">
                  <c:v>1.58834486268</c:v>
                </c:pt>
                <c:pt idx="377">
                  <c:v>1.58606692763</c:v>
                </c:pt>
                <c:pt idx="378">
                  <c:v>1.58480911019</c:v>
                </c:pt>
                <c:pt idx="379">
                  <c:v>1.58370131258</c:v>
                </c:pt>
                <c:pt idx="380">
                  <c:v>1.59491962925</c:v>
                </c:pt>
                <c:pt idx="381">
                  <c:v>1.56107468962</c:v>
                </c:pt>
                <c:pt idx="382">
                  <c:v>1.56248393738</c:v>
                </c:pt>
                <c:pt idx="383">
                  <c:v>1.5566331081</c:v>
                </c:pt>
                <c:pt idx="384">
                  <c:v>1.52669731869</c:v>
                </c:pt>
                <c:pt idx="385">
                  <c:v>1.54567258105</c:v>
                </c:pt>
                <c:pt idx="386">
                  <c:v>1.55320643798</c:v>
                </c:pt>
                <c:pt idx="387">
                  <c:v>1.56402876997</c:v>
                </c:pt>
                <c:pt idx="388">
                  <c:v>1.55363823798</c:v>
                </c:pt>
                <c:pt idx="389">
                  <c:v>1.55495660058</c:v>
                </c:pt>
                <c:pt idx="390">
                  <c:v>1.55649968881</c:v>
                </c:pt>
                <c:pt idx="391">
                  <c:v>1.54595012726</c:v>
                </c:pt>
                <c:pt idx="392">
                  <c:v>1.55416175736</c:v>
                </c:pt>
                <c:pt idx="393">
                  <c:v>1.55724366911</c:v>
                </c:pt>
                <c:pt idx="394">
                  <c:v>1.57185162161</c:v>
                </c:pt>
                <c:pt idx="395">
                  <c:v>1.56735470077</c:v>
                </c:pt>
                <c:pt idx="396">
                  <c:v>1.56319397386</c:v>
                </c:pt>
                <c:pt idx="397">
                  <c:v>1.57378459731</c:v>
                </c:pt>
                <c:pt idx="398">
                  <c:v>1.56875027971</c:v>
                </c:pt>
                <c:pt idx="399">
                  <c:v>1.5753185341</c:v>
                </c:pt>
                <c:pt idx="400">
                  <c:v>1.59882194057</c:v>
                </c:pt>
                <c:pt idx="401">
                  <c:v>1.60869766701</c:v>
                </c:pt>
                <c:pt idx="402">
                  <c:v>1.58634095153</c:v>
                </c:pt>
                <c:pt idx="403">
                  <c:v>1.57391009093</c:v>
                </c:pt>
                <c:pt idx="404">
                  <c:v>1.56023108652</c:v>
                </c:pt>
                <c:pt idx="405">
                  <c:v>1.55425773687</c:v>
                </c:pt>
                <c:pt idx="406">
                  <c:v>1.56567707339</c:v>
                </c:pt>
                <c:pt idx="407">
                  <c:v>1.54010356437</c:v>
                </c:pt>
                <c:pt idx="408">
                  <c:v>1.56011500675</c:v>
                </c:pt>
                <c:pt idx="409">
                  <c:v>1.59421735823</c:v>
                </c:pt>
                <c:pt idx="410">
                  <c:v>1.59199695701</c:v>
                </c:pt>
                <c:pt idx="411">
                  <c:v>1.59129840727</c:v>
                </c:pt>
                <c:pt idx="412">
                  <c:v>1.58851534387</c:v>
                </c:pt>
                <c:pt idx="413">
                  <c:v>1.59928114774</c:v>
                </c:pt>
                <c:pt idx="414">
                  <c:v>1.59563900507</c:v>
                </c:pt>
                <c:pt idx="415">
                  <c:v>1.57581688491</c:v>
                </c:pt>
                <c:pt idx="416">
                  <c:v>1.57623689907</c:v>
                </c:pt>
                <c:pt idx="417">
                  <c:v>1.57652083397</c:v>
                </c:pt>
                <c:pt idx="418">
                  <c:v>1.5625835998</c:v>
                </c:pt>
                <c:pt idx="419">
                  <c:v>1.56920490777</c:v>
                </c:pt>
                <c:pt idx="420">
                  <c:v>1.56482750119</c:v>
                </c:pt>
                <c:pt idx="421">
                  <c:v>1.55830101483</c:v>
                </c:pt>
                <c:pt idx="422">
                  <c:v>1.57512832304</c:v>
                </c:pt>
                <c:pt idx="423">
                  <c:v>1.56956510497</c:v>
                </c:pt>
                <c:pt idx="424">
                  <c:v>1.59049223095</c:v>
                </c:pt>
                <c:pt idx="425">
                  <c:v>1.57899243825</c:v>
                </c:pt>
                <c:pt idx="426">
                  <c:v>1.59501102187</c:v>
                </c:pt>
                <c:pt idx="427">
                  <c:v>1.59749770482</c:v>
                </c:pt>
                <c:pt idx="428">
                  <c:v>1.60897393203</c:v>
                </c:pt>
                <c:pt idx="429">
                  <c:v>1.62098621233</c:v>
                </c:pt>
                <c:pt idx="430">
                  <c:v>1.62259154455</c:v>
                </c:pt>
                <c:pt idx="431">
                  <c:v>1.66100559132</c:v>
                </c:pt>
                <c:pt idx="432">
                  <c:v>1.68104371751</c:v>
                </c:pt>
                <c:pt idx="433">
                  <c:v>1.67220025752</c:v>
                </c:pt>
                <c:pt idx="434">
                  <c:v>1.69581992001</c:v>
                </c:pt>
                <c:pt idx="435">
                  <c:v>1.7107008981</c:v>
                </c:pt>
                <c:pt idx="436">
                  <c:v>1.70284807583</c:v>
                </c:pt>
                <c:pt idx="437">
                  <c:v>1.70965790387</c:v>
                </c:pt>
                <c:pt idx="438">
                  <c:v>1.70567123642</c:v>
                </c:pt>
                <c:pt idx="439">
                  <c:v>1.70846089213</c:v>
                </c:pt>
                <c:pt idx="440">
                  <c:v>1.72766490397</c:v>
                </c:pt>
                <c:pt idx="441">
                  <c:v>1.72798658159</c:v>
                </c:pt>
                <c:pt idx="442">
                  <c:v>1.70817318901</c:v>
                </c:pt>
                <c:pt idx="443">
                  <c:v>1.70346376069</c:v>
                </c:pt>
                <c:pt idx="444">
                  <c:v>1.72781448927</c:v>
                </c:pt>
                <c:pt idx="445">
                  <c:v>1.76274954374</c:v>
                </c:pt>
                <c:pt idx="446">
                  <c:v>1.76500962164</c:v>
                </c:pt>
                <c:pt idx="447">
                  <c:v>1.75104628576</c:v>
                </c:pt>
                <c:pt idx="448">
                  <c:v>1.76516313332</c:v>
                </c:pt>
                <c:pt idx="449">
                  <c:v>1.78368930534</c:v>
                </c:pt>
                <c:pt idx="450">
                  <c:v>1.80882759747</c:v>
                </c:pt>
                <c:pt idx="451">
                  <c:v>1.82200041902</c:v>
                </c:pt>
                <c:pt idx="452">
                  <c:v>1.82560651861</c:v>
                </c:pt>
                <c:pt idx="453">
                  <c:v>1.81565263893</c:v>
                </c:pt>
                <c:pt idx="454">
                  <c:v>1.83151693709</c:v>
                </c:pt>
                <c:pt idx="455">
                  <c:v>1.87062389385</c:v>
                </c:pt>
                <c:pt idx="456">
                  <c:v>1.87938738446</c:v>
                </c:pt>
                <c:pt idx="457">
                  <c:v>1.91397572628</c:v>
                </c:pt>
                <c:pt idx="458">
                  <c:v>1.8815184103</c:v>
                </c:pt>
                <c:pt idx="459">
                  <c:v>1.90587204118</c:v>
                </c:pt>
                <c:pt idx="460">
                  <c:v>1.94907614945</c:v>
                </c:pt>
                <c:pt idx="461">
                  <c:v>1.96627901851</c:v>
                </c:pt>
                <c:pt idx="462">
                  <c:v>1.99898908829</c:v>
                </c:pt>
                <c:pt idx="463">
                  <c:v>2.04113917001</c:v>
                </c:pt>
                <c:pt idx="464">
                  <c:v>1.9986341084</c:v>
                </c:pt>
                <c:pt idx="465">
                  <c:v>2.07560221264</c:v>
                </c:pt>
                <c:pt idx="466">
                  <c:v>1.93950697142</c:v>
                </c:pt>
                <c:pt idx="467">
                  <c:v>1.94683494353</c:v>
                </c:pt>
                <c:pt idx="468">
                  <c:v>1.95376869473</c:v>
                </c:pt>
                <c:pt idx="469">
                  <c:v>1.94838830805</c:v>
                </c:pt>
                <c:pt idx="470">
                  <c:v>1.89334398656</c:v>
                </c:pt>
                <c:pt idx="471">
                  <c:v>1.87696679011</c:v>
                </c:pt>
                <c:pt idx="472">
                  <c:v>1.86574652509</c:v>
                </c:pt>
                <c:pt idx="473">
                  <c:v>1.90823324086</c:v>
                </c:pt>
                <c:pt idx="474">
                  <c:v>1.90075270549</c:v>
                </c:pt>
                <c:pt idx="475">
                  <c:v>1.90798584763</c:v>
                </c:pt>
                <c:pt idx="476">
                  <c:v>1.87907032327</c:v>
                </c:pt>
                <c:pt idx="477">
                  <c:v>1.9046898323</c:v>
                </c:pt>
                <c:pt idx="478">
                  <c:v>1.90020632545</c:v>
                </c:pt>
                <c:pt idx="479">
                  <c:v>1.90895001909</c:v>
                </c:pt>
                <c:pt idx="480">
                  <c:v>1.95887226204</c:v>
                </c:pt>
                <c:pt idx="481">
                  <c:v>1.96646499618</c:v>
                </c:pt>
                <c:pt idx="482">
                  <c:v>1.99575318783</c:v>
                </c:pt>
                <c:pt idx="483">
                  <c:v>1.98080817557</c:v>
                </c:pt>
                <c:pt idx="484">
                  <c:v>1.94419217331</c:v>
                </c:pt>
                <c:pt idx="485">
                  <c:v>1.91862489909</c:v>
                </c:pt>
                <c:pt idx="486">
                  <c:v>1.93844030127</c:v>
                </c:pt>
                <c:pt idx="487">
                  <c:v>1.93875265388</c:v>
                </c:pt>
                <c:pt idx="488">
                  <c:v>1.94560294917</c:v>
                </c:pt>
                <c:pt idx="489">
                  <c:v>1.94461548963</c:v>
                </c:pt>
                <c:pt idx="490">
                  <c:v>1.97513931759</c:v>
                </c:pt>
                <c:pt idx="491">
                  <c:v>1.97096603243</c:v>
                </c:pt>
                <c:pt idx="492">
                  <c:v>1.9822995998</c:v>
                </c:pt>
                <c:pt idx="493">
                  <c:v>1.9738489504</c:v>
                </c:pt>
                <c:pt idx="494">
                  <c:v>1.99895855317</c:v>
                </c:pt>
                <c:pt idx="495">
                  <c:v>2.00692270805</c:v>
                </c:pt>
                <c:pt idx="496">
                  <c:v>1.99529071024</c:v>
                </c:pt>
                <c:pt idx="497">
                  <c:v>1.99268251623</c:v>
                </c:pt>
                <c:pt idx="498">
                  <c:v>1.99050846507</c:v>
                </c:pt>
                <c:pt idx="499">
                  <c:v>1.99110736399</c:v>
                </c:pt>
                <c:pt idx="500">
                  <c:v>1.98513193787</c:v>
                </c:pt>
                <c:pt idx="501">
                  <c:v>1.99774717879</c:v>
                </c:pt>
                <c:pt idx="502">
                  <c:v>2.00532819018</c:v>
                </c:pt>
                <c:pt idx="503">
                  <c:v>2.01942360466</c:v>
                </c:pt>
                <c:pt idx="504">
                  <c:v>2.0301084244</c:v>
                </c:pt>
                <c:pt idx="505">
                  <c:v>2.03192520014</c:v>
                </c:pt>
                <c:pt idx="506">
                  <c:v>2.02876855157</c:v>
                </c:pt>
                <c:pt idx="507">
                  <c:v>2.04555721545</c:v>
                </c:pt>
                <c:pt idx="508">
                  <c:v>2.04524270386</c:v>
                </c:pt>
                <c:pt idx="509">
                  <c:v>2.04523653042</c:v>
                </c:pt>
                <c:pt idx="510">
                  <c:v>2.09765177965</c:v>
                </c:pt>
                <c:pt idx="511">
                  <c:v>2.11718156247</c:v>
                </c:pt>
                <c:pt idx="512">
                  <c:v>2.1027809912</c:v>
                </c:pt>
                <c:pt idx="513">
                  <c:v>2.12680448182</c:v>
                </c:pt>
                <c:pt idx="514">
                  <c:v>2.03457690367</c:v>
                </c:pt>
                <c:pt idx="515">
                  <c:v>2.03696072559</c:v>
                </c:pt>
                <c:pt idx="516">
                  <c:v>2.02221074265</c:v>
                </c:pt>
                <c:pt idx="517">
                  <c:v>2.03352919507</c:v>
                </c:pt>
                <c:pt idx="518">
                  <c:v>2.09215506015</c:v>
                </c:pt>
                <c:pt idx="519">
                  <c:v>2.10658379838</c:v>
                </c:pt>
                <c:pt idx="520">
                  <c:v>2.08268790668</c:v>
                </c:pt>
                <c:pt idx="521">
                  <c:v>2.09746030749</c:v>
                </c:pt>
                <c:pt idx="522">
                  <c:v>2.11685055441</c:v>
                </c:pt>
                <c:pt idx="523">
                  <c:v>2.16007491397</c:v>
                </c:pt>
                <c:pt idx="524">
                  <c:v>2.15424052399</c:v>
                </c:pt>
                <c:pt idx="525">
                  <c:v>2.18181395315</c:v>
                </c:pt>
                <c:pt idx="526">
                  <c:v>2.16619001637</c:v>
                </c:pt>
                <c:pt idx="527">
                  <c:v>2.15635417771</c:v>
                </c:pt>
                <c:pt idx="528">
                  <c:v>2.1544454429</c:v>
                </c:pt>
                <c:pt idx="529">
                  <c:v>2.2333028831</c:v>
                </c:pt>
                <c:pt idx="530">
                  <c:v>2.26331867964</c:v>
                </c:pt>
                <c:pt idx="531">
                  <c:v>2.3077987307</c:v>
                </c:pt>
                <c:pt idx="532">
                  <c:v>2.33007312068</c:v>
                </c:pt>
                <c:pt idx="533">
                  <c:v>2.34757457891</c:v>
                </c:pt>
                <c:pt idx="534">
                  <c:v>2.40323522337</c:v>
                </c:pt>
                <c:pt idx="535">
                  <c:v>2.47794072015</c:v>
                </c:pt>
                <c:pt idx="536">
                  <c:v>2.48587657432</c:v>
                </c:pt>
                <c:pt idx="537">
                  <c:v>2.23498085377</c:v>
                </c:pt>
                <c:pt idx="538">
                  <c:v>2.15959457588</c:v>
                </c:pt>
                <c:pt idx="539">
                  <c:v>2.29587006579</c:v>
                </c:pt>
                <c:pt idx="540">
                  <c:v>2.29132990769</c:v>
                </c:pt>
                <c:pt idx="541">
                  <c:v>2.2352075257</c:v>
                </c:pt>
                <c:pt idx="542">
                  <c:v>2.30896914752</c:v>
                </c:pt>
                <c:pt idx="543">
                  <c:v>2.35936380676</c:v>
                </c:pt>
                <c:pt idx="544">
                  <c:v>2.32634417739</c:v>
                </c:pt>
                <c:pt idx="545">
                  <c:v>2.35169007051</c:v>
                </c:pt>
                <c:pt idx="546">
                  <c:v>2.26386660686</c:v>
                </c:pt>
                <c:pt idx="547">
                  <c:v>2.32094233251</c:v>
                </c:pt>
                <c:pt idx="548">
                  <c:v>2.32129170041</c:v>
                </c:pt>
                <c:pt idx="549">
                  <c:v>2.24872282859</c:v>
                </c:pt>
                <c:pt idx="550">
                  <c:v>2.29976998613</c:v>
                </c:pt>
                <c:pt idx="551">
                  <c:v>2.31444869872</c:v>
                </c:pt>
                <c:pt idx="552">
                  <c:v>2.36236770465</c:v>
                </c:pt>
                <c:pt idx="553">
                  <c:v>2.4179825862</c:v>
                </c:pt>
                <c:pt idx="554">
                  <c:v>2.38833886942</c:v>
                </c:pt>
                <c:pt idx="555">
                  <c:v>2.38255747512</c:v>
                </c:pt>
                <c:pt idx="556">
                  <c:v>2.39625350423</c:v>
                </c:pt>
                <c:pt idx="557">
                  <c:v>2.4285848911</c:v>
                </c:pt>
                <c:pt idx="558">
                  <c:v>2.4723278246</c:v>
                </c:pt>
                <c:pt idx="559">
                  <c:v>2.3672971482</c:v>
                </c:pt>
                <c:pt idx="560">
                  <c:v>2.39448648242</c:v>
                </c:pt>
                <c:pt idx="561">
                  <c:v>2.36148631687</c:v>
                </c:pt>
                <c:pt idx="562">
                  <c:v>2.40822758364</c:v>
                </c:pt>
                <c:pt idx="563">
                  <c:v>2.41182569419</c:v>
                </c:pt>
                <c:pt idx="564">
                  <c:v>2.42157690454</c:v>
                </c:pt>
                <c:pt idx="565">
                  <c:v>2.40943072079</c:v>
                </c:pt>
                <c:pt idx="566">
                  <c:v>2.36777238666</c:v>
                </c:pt>
                <c:pt idx="567">
                  <c:v>2.34155465602</c:v>
                </c:pt>
                <c:pt idx="568">
                  <c:v>2.34658950671</c:v>
                </c:pt>
                <c:pt idx="569">
                  <c:v>2.33312085486</c:v>
                </c:pt>
                <c:pt idx="570">
                  <c:v>2.25571963565</c:v>
                </c:pt>
                <c:pt idx="571">
                  <c:v>2.17481594757</c:v>
                </c:pt>
                <c:pt idx="572">
                  <c:v>2.0987976278</c:v>
                </c:pt>
                <c:pt idx="573">
                  <c:v>2.05855474185</c:v>
                </c:pt>
                <c:pt idx="574">
                  <c:v>2.04812364524</c:v>
                </c:pt>
                <c:pt idx="575">
                  <c:v>2.1134232841</c:v>
                </c:pt>
                <c:pt idx="576">
                  <c:v>2.03975110141</c:v>
                </c:pt>
                <c:pt idx="577">
                  <c:v>2.11921200588</c:v>
                </c:pt>
                <c:pt idx="578">
                  <c:v>2.12518921643</c:v>
                </c:pt>
                <c:pt idx="579">
                  <c:v>2.20944895486</c:v>
                </c:pt>
                <c:pt idx="580">
                  <c:v>2.2347852644</c:v>
                </c:pt>
                <c:pt idx="581">
                  <c:v>2.18888823512</c:v>
                </c:pt>
                <c:pt idx="582">
                  <c:v>2.1882787842</c:v>
                </c:pt>
                <c:pt idx="583">
                  <c:v>2.20513773943</c:v>
                </c:pt>
                <c:pt idx="584">
                  <c:v>2.20317473471</c:v>
                </c:pt>
                <c:pt idx="585">
                  <c:v>2.21820616957</c:v>
                </c:pt>
                <c:pt idx="586">
                  <c:v>2.21206628985</c:v>
                </c:pt>
                <c:pt idx="587">
                  <c:v>2.21068769869</c:v>
                </c:pt>
                <c:pt idx="588">
                  <c:v>2.24918083043</c:v>
                </c:pt>
                <c:pt idx="589">
                  <c:v>2.2245410618</c:v>
                </c:pt>
                <c:pt idx="590">
                  <c:v>2.22237707231</c:v>
                </c:pt>
                <c:pt idx="591">
                  <c:v>2.25629675171</c:v>
                </c:pt>
                <c:pt idx="592">
                  <c:v>2.23762279616</c:v>
                </c:pt>
                <c:pt idx="593">
                  <c:v>2.16826091361</c:v>
                </c:pt>
                <c:pt idx="594">
                  <c:v>2.20260330833</c:v>
                </c:pt>
                <c:pt idx="595">
                  <c:v>2.18541100342</c:v>
                </c:pt>
                <c:pt idx="596">
                  <c:v>2.20019726954</c:v>
                </c:pt>
                <c:pt idx="597">
                  <c:v>2.18193811957</c:v>
                </c:pt>
                <c:pt idx="598">
                  <c:v>2.13618669171</c:v>
                </c:pt>
                <c:pt idx="599">
                  <c:v>2.11677020454</c:v>
                </c:pt>
                <c:pt idx="600">
                  <c:v>2.15568847576</c:v>
                </c:pt>
                <c:pt idx="601">
                  <c:v>2.14064899415</c:v>
                </c:pt>
                <c:pt idx="602">
                  <c:v>2.09775431699</c:v>
                </c:pt>
                <c:pt idx="603">
                  <c:v>2.12252763416</c:v>
                </c:pt>
                <c:pt idx="604">
                  <c:v>2.18216214225</c:v>
                </c:pt>
                <c:pt idx="605">
                  <c:v>2.17489640116</c:v>
                </c:pt>
                <c:pt idx="606">
                  <c:v>2.18790879365</c:v>
                </c:pt>
                <c:pt idx="607">
                  <c:v>2.19041281415</c:v>
                </c:pt>
                <c:pt idx="608">
                  <c:v>2.18339664615</c:v>
                </c:pt>
                <c:pt idx="609">
                  <c:v>2.17594918726</c:v>
                </c:pt>
                <c:pt idx="610">
                  <c:v>2.1601348035</c:v>
                </c:pt>
                <c:pt idx="611">
                  <c:v>2.11694102139</c:v>
                </c:pt>
                <c:pt idx="612">
                  <c:v>2.13065664775</c:v>
                </c:pt>
                <c:pt idx="613">
                  <c:v>2.09062620782</c:v>
                </c:pt>
                <c:pt idx="614">
                  <c:v>2.12668915213</c:v>
                </c:pt>
                <c:pt idx="615">
                  <c:v>2.11763976384</c:v>
                </c:pt>
                <c:pt idx="616">
                  <c:v>2.10140978532</c:v>
                </c:pt>
                <c:pt idx="617">
                  <c:v>2.1000119008</c:v>
                </c:pt>
                <c:pt idx="618">
                  <c:v>2.10186306437</c:v>
                </c:pt>
                <c:pt idx="619">
                  <c:v>2.07283380975</c:v>
                </c:pt>
                <c:pt idx="620">
                  <c:v>2.09638943315</c:v>
                </c:pt>
                <c:pt idx="621">
                  <c:v>2.11447069377</c:v>
                </c:pt>
                <c:pt idx="622">
                  <c:v>2.08700431734</c:v>
                </c:pt>
                <c:pt idx="623">
                  <c:v>2.09286331231</c:v>
                </c:pt>
                <c:pt idx="624">
                  <c:v>2.07455074029</c:v>
                </c:pt>
                <c:pt idx="625">
                  <c:v>2.09700918924</c:v>
                </c:pt>
                <c:pt idx="626">
                  <c:v>2.0230975955</c:v>
                </c:pt>
                <c:pt idx="627">
                  <c:v>2.03752976024</c:v>
                </c:pt>
                <c:pt idx="628">
                  <c:v>2.00157231193</c:v>
                </c:pt>
                <c:pt idx="629">
                  <c:v>1.91652671515</c:v>
                </c:pt>
                <c:pt idx="630">
                  <c:v>1.97768427656</c:v>
                </c:pt>
                <c:pt idx="631">
                  <c:v>1.97263494238</c:v>
                </c:pt>
                <c:pt idx="632">
                  <c:v>2.01919573674</c:v>
                </c:pt>
                <c:pt idx="633">
                  <c:v>2.02641768829</c:v>
                </c:pt>
                <c:pt idx="634">
                  <c:v>1.98032151161</c:v>
                </c:pt>
                <c:pt idx="635">
                  <c:v>1.98156432652</c:v>
                </c:pt>
                <c:pt idx="636">
                  <c:v>1.98537974212</c:v>
                </c:pt>
                <c:pt idx="637">
                  <c:v>1.97543089624</c:v>
                </c:pt>
                <c:pt idx="638">
                  <c:v>1.93973834854</c:v>
                </c:pt>
                <c:pt idx="639">
                  <c:v>1.88581578945</c:v>
                </c:pt>
                <c:pt idx="640">
                  <c:v>1.90499913647</c:v>
                </c:pt>
                <c:pt idx="641">
                  <c:v>1.925654129</c:v>
                </c:pt>
                <c:pt idx="642">
                  <c:v>1.89625762586</c:v>
                </c:pt>
                <c:pt idx="643">
                  <c:v>1.8917003245</c:v>
                </c:pt>
                <c:pt idx="644">
                  <c:v>1.90611990041</c:v>
                </c:pt>
                <c:pt idx="645">
                  <c:v>1.9469681649</c:v>
                </c:pt>
                <c:pt idx="646">
                  <c:v>1.94265518221</c:v>
                </c:pt>
                <c:pt idx="647">
                  <c:v>1.96170175113</c:v>
                </c:pt>
                <c:pt idx="648">
                  <c:v>1.93785173626</c:v>
                </c:pt>
                <c:pt idx="649">
                  <c:v>1.92513303121</c:v>
                </c:pt>
                <c:pt idx="650">
                  <c:v>1.94402411336</c:v>
                </c:pt>
                <c:pt idx="651">
                  <c:v>1.93586733484</c:v>
                </c:pt>
                <c:pt idx="652">
                  <c:v>1.88587968114</c:v>
                </c:pt>
                <c:pt idx="653">
                  <c:v>1.91400332028</c:v>
                </c:pt>
                <c:pt idx="654">
                  <c:v>1.90998581239</c:v>
                </c:pt>
                <c:pt idx="655">
                  <c:v>1.86871326668</c:v>
                </c:pt>
                <c:pt idx="656">
                  <c:v>1.88888226074</c:v>
                </c:pt>
                <c:pt idx="657">
                  <c:v>1.88772414338</c:v>
                </c:pt>
                <c:pt idx="658">
                  <c:v>1.9228725853</c:v>
                </c:pt>
                <c:pt idx="659">
                  <c:v>1.94655096863</c:v>
                </c:pt>
                <c:pt idx="660">
                  <c:v>1.90621541568</c:v>
                </c:pt>
                <c:pt idx="661">
                  <c:v>1.91075172555</c:v>
                </c:pt>
                <c:pt idx="662">
                  <c:v>1.91953709289</c:v>
                </c:pt>
                <c:pt idx="663">
                  <c:v>1.8953162306</c:v>
                </c:pt>
                <c:pt idx="664">
                  <c:v>1.90600774409</c:v>
                </c:pt>
                <c:pt idx="665">
                  <c:v>1.93167588639</c:v>
                </c:pt>
                <c:pt idx="666">
                  <c:v>1.89307290975</c:v>
                </c:pt>
                <c:pt idx="667">
                  <c:v>1.89257982048</c:v>
                </c:pt>
                <c:pt idx="668">
                  <c:v>1.90651149004</c:v>
                </c:pt>
                <c:pt idx="669">
                  <c:v>1.98494007571</c:v>
                </c:pt>
                <c:pt idx="670">
                  <c:v>1.98334274694</c:v>
                </c:pt>
                <c:pt idx="671">
                  <c:v>2.03248799723</c:v>
                </c:pt>
                <c:pt idx="672">
                  <c:v>2.0455529451</c:v>
                </c:pt>
                <c:pt idx="673">
                  <c:v>2.04023298481</c:v>
                </c:pt>
                <c:pt idx="674">
                  <c:v>2.05936916851</c:v>
                </c:pt>
                <c:pt idx="675">
                  <c:v>2.0293585841</c:v>
                </c:pt>
                <c:pt idx="676">
                  <c:v>2.04279914849</c:v>
                </c:pt>
                <c:pt idx="677">
                  <c:v>2.06115606068</c:v>
                </c:pt>
                <c:pt idx="678">
                  <c:v>2.02326548793</c:v>
                </c:pt>
                <c:pt idx="679">
                  <c:v>2.10243241009</c:v>
                </c:pt>
                <c:pt idx="680">
                  <c:v>2.09812685123</c:v>
                </c:pt>
                <c:pt idx="681">
                  <c:v>2.13927130721</c:v>
                </c:pt>
                <c:pt idx="682">
                  <c:v>2.15233342803</c:v>
                </c:pt>
                <c:pt idx="683">
                  <c:v>2.16041747327</c:v>
                </c:pt>
                <c:pt idx="684">
                  <c:v>2.12464297789</c:v>
                </c:pt>
                <c:pt idx="685">
                  <c:v>2.13538061775</c:v>
                </c:pt>
                <c:pt idx="686">
                  <c:v>2.06511331881</c:v>
                </c:pt>
                <c:pt idx="687">
                  <c:v>2.06892396236</c:v>
                </c:pt>
                <c:pt idx="688">
                  <c:v>2.00375238197</c:v>
                </c:pt>
                <c:pt idx="689">
                  <c:v>2.03787215452</c:v>
                </c:pt>
                <c:pt idx="690">
                  <c:v>2.07199352312</c:v>
                </c:pt>
                <c:pt idx="691">
                  <c:v>2.0477941405</c:v>
                </c:pt>
                <c:pt idx="692">
                  <c:v>2.04823064366</c:v>
                </c:pt>
                <c:pt idx="693">
                  <c:v>2.01030081593</c:v>
                </c:pt>
                <c:pt idx="694">
                  <c:v>2.02690602744</c:v>
                </c:pt>
                <c:pt idx="695">
                  <c:v>1.99144904458</c:v>
                </c:pt>
                <c:pt idx="696">
                  <c:v>2.00964343135</c:v>
                </c:pt>
                <c:pt idx="697">
                  <c:v>1.97832234295</c:v>
                </c:pt>
                <c:pt idx="698">
                  <c:v>1.98983809309</c:v>
                </c:pt>
                <c:pt idx="699">
                  <c:v>1.98212417659</c:v>
                </c:pt>
                <c:pt idx="700">
                  <c:v>2.02302924546</c:v>
                </c:pt>
                <c:pt idx="701">
                  <c:v>2.034270445</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4cc5fc81-6185-463b-8277-e9cb67a530e0}"/>
      </c:ext>
    </c:extLst>
  </c:chart>
  <c:spPr>
    <a:solidFill>
      <a:srgbClr val="F5F7F9"/>
    </a:solidFill>
  </c:spPr>
  <c:txPr>
    <a:bodyPr/>
    <a:lstStyle/>
    <a:p>
      <a:pPr>
        <a:defRPr lang="zh-CN"/>
      </a:pPr>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A net CAGR</c:f>
              <c:strCache>
                <c:ptCount val="1"/>
                <c:pt idx="0">
                  <c:v>Historical A net CAGR</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0.0568169421296</c:v>
                </c:pt>
                <c:pt idx="1">
                  <c:v>0.0464087740737</c:v>
                </c:pt>
                <c:pt idx="2">
                  <c:v>0.112375058463</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12afa188-93b0-4370-8d24-88ec08175654}"/>
      </c:ext>
    </c:extLst>
  </c:chart>
  <c:spPr>
    <a:solidFill>
      <a:srgbClr val="F5F7F9"/>
    </a:solidFill>
  </c:spPr>
  <c:txPr>
    <a:bodyPr/>
    <a:lstStyle/>
    <a:p>
      <a:pPr>
        <a:defRPr lang="zh-CN"/>
      </a:pPr>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A Sharpe</c:f>
              <c:strCache>
                <c:ptCount val="1"/>
                <c:pt idx="0">
                  <c:v>Historical A Sharpe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0.000</c:formatCode>
                <c:ptCount val="3"/>
                <c:pt idx="0">
                  <c:v>0.478845064402</c:v>
                </c:pt>
                <c:pt idx="1">
                  <c:v>0.412338545972</c:v>
                </c:pt>
                <c:pt idx="2">
                  <c:v>0.796027780143</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c06f237c-d282-4156-bcde-6e0629eb4f08}"/>
      </c:ext>
    </c:extLst>
  </c:chart>
  <c:spPr>
    <a:solidFill>
      <a:srgbClr val="F5F7F9"/>
    </a:solidFill>
  </c:spPr>
  <c:txPr>
    <a:bodyPr/>
    <a:lstStyle/>
    <a:p>
      <a:pPr>
        <a:defRPr lang="zh-CN"/>
      </a:pPr>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B net CAGR</c:f>
              <c:strCache>
                <c:ptCount val="1"/>
                <c:pt idx="0">
                  <c:v>Historical B net CAGR</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0.237527694128</c:v>
                </c:pt>
                <c:pt idx="1">
                  <c:v>0.21253578609</c:v>
                </c:pt>
                <c:pt idx="2">
                  <c:v>0.272558939611</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3c268a5c-f752-4f3c-a267-e158c299cafd}"/>
      </c:ext>
    </c:extLst>
  </c:chart>
  <c:spPr>
    <a:solidFill>
      <a:srgbClr val="F5F7F9"/>
    </a:solidFill>
  </c:spPr>
  <c:txPr>
    <a:bodyPr/>
    <a:lstStyle/>
    <a:p>
      <a:pPr>
        <a:defRPr lang="zh-CN"/>
      </a:pPr>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B Sharpe</c:f>
              <c:strCache>
                <c:ptCount val="1"/>
                <c:pt idx="0">
                  <c:v>Historical B Sharpe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0.000</c:formatCode>
                <c:ptCount val="3"/>
                <c:pt idx="0">
                  <c:v>2.08205130036</c:v>
                </c:pt>
                <c:pt idx="1">
                  <c:v>1.97804415543</c:v>
                </c:pt>
                <c:pt idx="2">
                  <c:v>1.66695582275</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de1892f0-931c-4dff-a67c-efceed1da07b}"/>
      </c:ext>
    </c:extLst>
  </c:chart>
  <c:spPr>
    <a:solidFill>
      <a:srgbClr val="F5F7F9"/>
    </a:solidFill>
  </c:spPr>
  <c:txPr>
    <a:bodyPr/>
    <a:lstStyle/>
    <a:p>
      <a:pPr>
        <a:defRPr lang="zh-CN"/>
      </a:pPr>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A volatility</c:f>
              <c:strCache>
                <c:ptCount val="1"/>
                <c:pt idx="0">
                  <c:v>Historical A volatility</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0.130477157532</c:v>
                </c:pt>
                <c:pt idx="1">
                  <c:v>0.126993436136</c:v>
                </c:pt>
                <c:pt idx="2">
                  <c:v>0.143646657939</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589fefda-98a6-4678-aaaa-b68d17a62f5a}"/>
      </c:ext>
    </c:extLst>
  </c:chart>
  <c:spPr>
    <a:solidFill>
      <a:srgbClr val="F5F7F9"/>
    </a:solidFill>
  </c:spPr>
  <c:txPr>
    <a:bodyPr/>
    <a:lstStyle/>
    <a:p>
      <a:pPr>
        <a:defRPr lang="zh-CN"/>
      </a:pPr>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A drawdown</c:f>
              <c:strCache>
                <c:ptCount val="1"/>
                <c:pt idx="0">
                  <c:v>Historical A drawdown</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-0.148167265244</c:v>
                </c:pt>
                <c:pt idx="1">
                  <c:v>-0.151417211386</c:v>
                </c:pt>
                <c:pt idx="2">
                  <c:v>-0.155486827916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1e-10"/>
          <c:min val="-0.2"/>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4c08af38-8cdc-42bd-b9c2-f83c0cedeac6}"/>
      </c:ext>
    </c:extLst>
  </c:chart>
  <c:spPr>
    <a:solidFill>
      <a:srgbClr val="F5F7F9"/>
    </a:solidFill>
  </c:spPr>
  <c:txPr>
    <a:bodyPr/>
    <a:lstStyle/>
    <a:p>
      <a:pPr>
        <a:defRPr lang="zh-CN"/>
      </a:pPr>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B volatility</c:f>
              <c:strCache>
                <c:ptCount val="1"/>
                <c:pt idx="0">
                  <c:v>Historical B volatility</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0.10235747441</c:v>
                </c:pt>
                <c:pt idx="1">
                  <c:v>0.0974280946839</c:v>
                </c:pt>
                <c:pt idx="2">
                  <c:v>0.147590535016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833f9c0e-ce1f-4fb7-aad9-d06e799e8172}"/>
      </c:ext>
    </c:extLst>
  </c:chart>
  <c:spPr>
    <a:solidFill>
      <a:srgbClr val="F5F7F9"/>
    </a:solidFill>
  </c:spPr>
  <c:txPr>
    <a:bodyPr/>
    <a:lstStyle/>
    <a:p>
      <a:pPr>
        <a:defRPr lang="zh-CN"/>
      </a:pPr>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B drawdown</c:f>
              <c:strCache>
                <c:ptCount val="1"/>
                <c:pt idx="0">
                  <c:v>Historical B drawdown</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-0.0915136664456</c:v>
                </c:pt>
                <c:pt idx="1">
                  <c:v>-0.0965625082773</c:v>
                </c:pt>
                <c:pt idx="2">
                  <c:v>-0.124738415746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1e-10"/>
          <c:min val="-0.15"/>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20f44237-d797-42fd-ba9e-0cfed68e0e81}"/>
      </c:ext>
    </c:extLst>
  </c:chart>
  <c:spPr>
    <a:solidFill>
      <a:srgbClr val="F5F7F9"/>
    </a:solidFill>
  </c:spPr>
  <c:txPr>
    <a:bodyPr/>
    <a:lstStyle/>
    <a:p>
      <a:pPr>
        <a:defRPr lang="zh-CN"/>
      </a:pPr>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5 bps per traded side</c:f>
              <c:strCache>
                <c:ptCount val="1"/>
                <c:pt idx="0">
                  <c:v>5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0.240675688922</c:v>
                </c:pt>
                <c:pt idx="1">
                  <c:v>0.215981754219</c:v>
                </c:pt>
                <c:pt idx="2">
                  <c:v>0.223000604205</c:v>
                </c:pt>
                <c:pt idx="3">
                  <c:v>0.275955235172</c:v>
                </c:pt>
                <c:pt idx="4">
                  <c:v>0.167106550174</c:v>
                </c:pt>
                <c:pt idx="5">
                  <c:v>0.187311272696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3"/>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1"/>
      </c:valAx>
      <c:spPr>
        <a:solidFill>
          <a:srgbClr val="FFFFFF"/>
        </a:solidFill>
      </c:spPr>
    </c:plotArea>
    <c:plotVisOnly val="1"/>
    <c:dispBlanksAs val="gap"/>
    <c:showDLblsOverMax val="0"/>
    <c:extLst>
      <c:ext uri="{0b15fc19-7d7d-44ad-8c2d-2c3a37ce22c3}">
        <chartProps xmlns="https://web.wps.cn/et/2018/main" chartId="{58977cee-f475-4da3-8475-256f93858d85}"/>
      </c:ext>
    </c:extLst>
  </c:chart>
  <c:spPr>
    <a:solidFill>
      <a:srgbClr val="F5F7F9"/>
    </a:solidFill>
  </c:spPr>
  <c:txPr>
    <a:bodyPr/>
    <a:lstStyle/>
    <a:p>
      <a:pPr>
        <a:defRPr lang="zh-CN"/>
      </a:pPr>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10 bps per traded side</c:f>
              <c:strCache>
                <c:ptCount val="1"/>
                <c:pt idx="0">
                  <c:v>10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0.237527694128</c:v>
                </c:pt>
                <c:pt idx="1">
                  <c:v>0.21253578609</c:v>
                </c:pt>
                <c:pt idx="2">
                  <c:v>0.220262318201</c:v>
                </c:pt>
                <c:pt idx="3">
                  <c:v>0.272558939611</c:v>
                </c:pt>
                <c:pt idx="4">
                  <c:v>0.165879525364</c:v>
                </c:pt>
                <c:pt idx="5">
                  <c:v>0.187121651739</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3"/>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1"/>
      </c:valAx>
      <c:spPr>
        <a:solidFill>
          <a:srgbClr val="FFFFFF"/>
        </a:solidFill>
      </c:spPr>
    </c:plotArea>
    <c:plotVisOnly val="1"/>
    <c:dispBlanksAs val="gap"/>
    <c:showDLblsOverMax val="0"/>
    <c:extLst>
      <c:ext uri="{0b15fc19-7d7d-44ad-8c2d-2c3a37ce22c3}">
        <chartProps xmlns="https://web.wps.cn/et/2018/main" chartId="{5dca579c-d8bb-4a2b-b947-42a8e600fc88}"/>
      </c:ext>
    </c:extLst>
  </c:chart>
  <c:spPr>
    <a:solidFill>
      <a:srgbClr val="F5F7F9"/>
    </a:solidFill>
  </c:spPr>
  <c:txPr>
    <a:bodyPr/>
    <a:lstStyle/>
    <a:p>
      <a:pPr>
        <a:defRPr lang="zh-CN"/>
      </a:pPr>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25 bps per traded side</c:f>
              <c:strCache>
                <c:ptCount val="1"/>
                <c:pt idx="0">
                  <c:v>25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0.228131767349</c:v>
                </c:pt>
                <c:pt idx="1">
                  <c:v>0.202254541629</c:v>
                </c:pt>
                <c:pt idx="2">
                  <c:v>0.212083511669</c:v>
                </c:pt>
                <c:pt idx="3">
                  <c:v>0.262421051388</c:v>
                </c:pt>
                <c:pt idx="4">
                  <c:v>0.162206331813</c:v>
                </c:pt>
                <c:pt idx="5">
                  <c:v>0.186552981239</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3"/>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1"/>
      </c:valAx>
      <c:spPr>
        <a:solidFill>
          <a:srgbClr val="FFFFFF"/>
        </a:solidFill>
      </c:spPr>
    </c:plotArea>
    <c:plotVisOnly val="1"/>
    <c:dispBlanksAs val="gap"/>
    <c:showDLblsOverMax val="0"/>
    <c:extLst>
      <c:ext uri="{0b15fc19-7d7d-44ad-8c2d-2c3a37ce22c3}">
        <chartProps xmlns="https://web.wps.cn/et/2018/main" chartId="{e9169776-fbec-4a48-b491-75a5fd2f3488}"/>
      </c:ext>
    </c:extLst>
  </c:chart>
  <c:spPr>
    <a:solidFill>
      <a:srgbClr val="F5F7F9"/>
    </a:solidFill>
  </c:spPr>
  <c:txPr>
    <a:bodyPr/>
    <a:lstStyle/>
    <a:p>
      <a:pPr>
        <a:defRPr lang="zh-CN"/>
      </a:pPr>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5 bps per traded side</c:f>
              <c:strCache>
                <c:ptCount val="1"/>
                <c:pt idx="0">
                  <c:v>5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0.0609345700105</c:v>
                </c:pt>
                <c:pt idx="1">
                  <c:v>0.0505948249641</c:v>
                </c:pt>
                <c:pt idx="2">
                  <c:v>0.0551266432569</c:v>
                </c:pt>
                <c:pt idx="3">
                  <c:v>0.116776474738</c:v>
                </c:pt>
                <c:pt idx="4">
                  <c:v>0.041190151093</c:v>
                </c:pt>
                <c:pt idx="5">
                  <c:v>0.0492613078424</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15"/>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0efd507d-0cf8-4926-9c66-ea6f1a3c44ed}"/>
      </c:ext>
    </c:extLst>
  </c:chart>
  <c:spPr>
    <a:solidFill>
      <a:srgbClr val="F5F7F9"/>
    </a:solidFill>
  </c:spPr>
  <c:txPr>
    <a:bodyPr/>
    <a:lstStyle/>
    <a:p>
      <a:pPr>
        <a:defRPr lang="zh-CN"/>
      </a:pPr>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10 bps per traded side</c:f>
              <c:strCache>
                <c:ptCount val="1"/>
                <c:pt idx="0">
                  <c:v>10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0.0568169421296</c:v>
                </c:pt>
                <c:pt idx="1">
                  <c:v>0.0464087740737</c:v>
                </c:pt>
                <c:pt idx="2">
                  <c:v>0.0511604579508</c:v>
                </c:pt>
                <c:pt idx="3">
                  <c:v>0.112375058463</c:v>
                </c:pt>
                <c:pt idx="4">
                  <c:v>0.0399860145411</c:v>
                </c:pt>
                <c:pt idx="5">
                  <c:v>0.0489398543398</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15"/>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1b956081-961d-4d7a-896e-f61dccd9bd6e}"/>
      </c:ext>
    </c:extLst>
  </c:chart>
  <c:spPr>
    <a:solidFill>
      <a:srgbClr val="F5F7F9"/>
    </a:solidFill>
  </c:spPr>
  <c:txPr>
    <a:bodyPr/>
    <a:lstStyle/>
    <a:p>
      <a:pPr>
        <a:defRPr lang="zh-CN"/>
      </a:pPr>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25 bps per traded side</c:f>
              <c:strCache>
                <c:ptCount val="1"/>
                <c:pt idx="0">
                  <c:v>25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0.0445597207299</c:v>
                </c:pt>
                <c:pt idx="1">
                  <c:v>0.0339513202031</c:v>
                </c:pt>
                <c:pt idx="2">
                  <c:v>0.0393520034387</c:v>
                </c:pt>
                <c:pt idx="3">
                  <c:v>0.0992700867409</c:v>
                </c:pt>
                <c:pt idx="4">
                  <c:v>0.0363830028399</c:v>
                </c:pt>
                <c:pt idx="5">
                  <c:v>0.0479765103613</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15"/>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aa0c0fd4-c38c-4359-b207-caed72dd7a1a}"/>
      </c:ext>
    </c:extLst>
  </c:chart>
  <c:spPr>
    <a:solidFill>
      <a:srgbClr val="F5F7F9"/>
    </a:solidFill>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Quick Slide.</a:t>
            </a:r>
          </a:p>
          <a:p/>
          <a:p>
            <a:r>
              <a:t>Technical reference or opening.</a:t>
            </a:r>
          </a:p>
          <a:p/>
          <a:p>
            <a:r>
              <a:t>Core message: Momentum-Weighted Risk Parity for Dynamic Cross-Asset Allocation</a:t>
            </a:r>
          </a:p>
          <a:p/>
          <a:p>
            <a:r>
              <a:t>Read-aloud script:</a:t>
            </a:r>
          </a:p>
          <a:p>
            <a:r>
              <a:t>Good morning. Our project asks how to allocate across asset classes when both trends and risks change. We study Momentum-Weighted Risk Parity, or MWRP. The objective is a balanced portfolio construction process, rather than the highest possible backtested return. We will explain the economic motivation, show how the econometric model determines capital weights, and compare performance with strong, simple benchmarks. The results are exploratory historical evidence, not live investment performance.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Quick Slide.</a:t>
            </a:r>
          </a:p>
          <a:p/>
          <a:p>
            <a:r>
              <a:t>Section question: Why combine momentum with risk allocation?</a:t>
            </a:r>
          </a:p>
          <a:p/>
          <a:p>
            <a:r>
              <a:t>Core message: Capture trends while controlling portfolio concentration</a:t>
            </a:r>
          </a:p>
          <a:p/>
          <a:p>
            <a:r>
              <a:t>Read-aloud script:</a:t>
            </a:r>
          </a:p>
          <a:p>
            <a:r>
              <a:t>This section asks: Why combine momentum with risk allocation? Capture trends while controlling portfolio concentration.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Why combine momentum with risk allocation?</a:t>
            </a:r>
          </a:p>
          <a:p/>
          <a:p>
            <a:r>
              <a:t>Core message: Diversification spans different economic exposures, with all returns measured in SGD.</a:t>
            </a:r>
          </a:p>
          <a:p/>
          <a:p>
            <a:r>
              <a:t>Read-aloud script:</a:t>
            </a:r>
          </a:p>
          <a:p>
            <a:r>
              <a:t>We use six risk exchange-traded funds, or ETFs. They provide US equities, Singapore equities, long-term US Treasuries, gold, emerging markets equities and broad commodities. BIL, a US Treasury-bill ETF, is the defensive destination. SGD means Singapore dollar and USD means United States dollar. We convert USD assets to SGD total returns so that the portfolio is evaluated from one investor currency. These are distinct exposures, but several still share equity, interest-rate and currency risks. In particular, BIL retains USD against SGD currency risk and should not be described as risk-free SGD cash.</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Why combine momentum with risk allocation?</a:t>
            </a:r>
          </a:p>
          <a:p/>
          <a:p>
            <a:r>
              <a:t>Core message: Momentum emphasizes winners. Equal-risk allocation emphasizes forecast diversification.</a:t>
            </a:r>
          </a:p>
          <a:p/>
          <a:p>
            <a:r>
              <a:t>Read-aloud script:</a:t>
            </a:r>
          </a:p>
          <a:p>
            <a:r>
              <a:t>Dual Momentum ranks the six risk assets by their six-month SGD total return and assigns two equal capital slots. A selected asset must beat BIL over the same lookback, otherwise that slot moves to BIL. This can capture strong trends, but two slots create concentration. Equal Risk Contribution, or ERC, instead sets equal shares of forecast portfolio risk across all six risk assets. It uses covariance information but does not distinguish stronger from weaker momentum. These are useful starting points because their different objectives create a clear investment trade-off.</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Why combine momentum with risk allocation?</a:t>
            </a:r>
          </a:p>
          <a:p/>
          <a:p>
            <a:r>
              <a:t>Core message: Use momentum to express risk preferences, then use covariance to determine capital.</a:t>
            </a:r>
          </a:p>
          <a:p/>
          <a:p>
            <a:r>
              <a:t>Read-aloud script:</a:t>
            </a:r>
          </a:p>
          <a:p>
            <a:r>
              <a:t>Our research question is whether momentum strength can improve risk budgeting without sacrificing too much return. We separate three decisions: which assets qualify, how much forecast risk each should receive, and how much capital implements those preferences. We compare MWRP with Dual Momentum as a strong investment benchmark. We also compare it with Momentum-Gated Risk Parity, or MGRP, which holds the same eligible set but assigns equal risk budgets. That second comparison helps isolate what momentum weighting changes. Speaker 2 will now explain the rules.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Quick Slide.</a:t>
            </a:r>
          </a:p>
          <a:p/>
          <a:p>
            <a:r>
              <a:t>Section question: How does a momentum signal become a portfolio weight?</a:t>
            </a:r>
          </a:p>
          <a:p/>
          <a:p>
            <a:r>
              <a:t>Core message: Eligibility, risk preferences and covariance-based capital allocation</a:t>
            </a:r>
          </a:p>
          <a:p/>
          <a:p>
            <a:r>
              <a:t>Read-aloud script:</a:t>
            </a:r>
          </a:p>
          <a:p>
            <a:r>
              <a:t>This section asks: How does a momentum signal become a portfolio weight? Eligibility, risk preferences and covariance-based capital allocation.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The same covariance estimator maps different risk budgets into capital weights.</a:t>
            </a:r>
          </a:p>
          <a:p/>
          <a:p>
            <a:r>
              <a:t>Read-aloud script:</a:t>
            </a:r>
          </a:p>
          <a:p>
            <a:r>
              <a:t>The pipeline starts with month-end information already available at the signal time. Six-month returns relative to BIL determine eligibility. Eligible assets are ranked by momentum. Their ranks determine target risk budgets. The exponentially weighted moving average, or EWMA, covariance estimate then maps those budgets into capital weights. We hold all eligible assets, stay long only, use no leverage, and rebalance monthly. If no risk asset qualifies, we hold BIL. MWRP changes the risk budgets used by MGRP, while keeping the eligibility rule, covariance estimator and execution engine fixed.</a:t>
            </a:r>
          </a:p>
          <a:p/>
          <a:p>
            <a:r>
              <a:t>Figure explanation: The same covariance estimator maps different risk budgets into capital weights.</a:t>
            </a:r>
          </a:p>
          <a:p/>
          <a:p>
            <a:r>
              <a:t>Sources:</a:t>
            </a:r>
          </a:p>
          <a:p>
            <a:r>
              <a:t>/Users/wangyujing/Desktop/MFE_Macro_Rotation_6Assets/presentation_assets/final_figures_v2/figures/main/FIG02_Pipeline_full.svg</a:t>
            </a:r>
          </a:p>
          <a:p>
            <a:r>
              <a:t>/Users/wangyujing/Desktop/MFE_Macro_Rotation_6Assets/reports/phase4_research_report.md</a:t>
            </a:r>
          </a:p>
          <a:p>
            <a:r>
              <a:t>/Users/wangyujing/Desktop/MFE_Macro_Rotation_6Assets/reports/research_report.md</a:t>
            </a:r>
          </a:p>
          <a:p>
            <a:r>
              <a:t>/Users/wangyujing/Desktop/MFE_Macro_Rotation_6Assets/src/strategies.py</a:t>
            </a:r>
          </a:p>
          <a:p>
            <a:r>
              <a:t>/Users/wangyujing/Desktop/MFE_Macro_Rotation_6Assets/src/phase4/models.py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Eligibility uses a strictly positive six-month SGD total-return spread.</a:t>
            </a:r>
          </a:p>
          <a:p/>
          <a:p>
            <a:r>
              <a:t>Read-aloud script:</a:t>
            </a:r>
          </a:p>
          <a:p>
            <a:r>
              <a:t>The first equation defines excess momentum as the asset's six-month simple total return less BIL's return over the same months. The second equation defines the eligibility indicator and counts eligible assets. A zero spread does not qualify because the inequality is strict. The prices are month-end SGD total-return indices, with dividends already reflected in adjusted prices. Subtracting the same BIL return does not change the relative ordering of risk assets. When no asset qualifies, MWRP holds one hundred percent BIL. When only one qualifies, that asset receives all risk and capital.</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/Users/wangyujing/Desktop/MFE_Macro_Rotation_6Assets/presentation_assets/final_figures_v2/formulas/svg/F01_six-month_excess_momentum.svg</a:t>
            </a:r>
          </a:p>
          <a:p>
            <a:r>
              <a:t>/Users/wangyujing/Desktop/MFE_Macro_Rotation_6Assets/presentation_assets/final_figures_v2/formulas/svg/F02_momentum_eligibility.svg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Four eligible assets receive risk budgets of 40%, 30%, 20% and 10%.</a:t>
            </a:r>
          </a:p>
          <a:p/>
          <a:p>
            <a:r>
              <a:t>Read-aloud script:</a:t>
            </a:r>
          </a:p>
          <a:p>
            <a:r>
              <a:t>Here k is the number of eligible risk assets and r is the rank within that set, with one denoting the strongest momentum. The linear rule gives the strongest asset the largest share of forecast risk. With four eligible assets, the budgets are forty, thirty, twenty and ten percent. The denominator makes them sum to one. This is a fixed rule, not a fitted return forecast or a parameter chosen to maximize recent Sharpe. The key distinction is that these are risk budgets. They are not capital weights, because volatility and covariance also affect the capital required.</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/Users/wangyujing/Desktop/MFE_Macro_Rotation_6Assets/presentation_assets/final_figures_v2/formulas/svg/F03_momentum-weighted_risk_budget.svg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EWMA uses fixed lambda 0.94 and a fixed stabilization method.</a:t>
            </a:r>
          </a:p>
          <a:p/>
          <a:p>
            <a:r>
              <a:t>Read-aloud script:</a:t>
            </a:r>
          </a:p>
          <a:p>
            <a:r>
              <a:t>EWMA stands for exponentially weighted moving average. The covariance update assigns ninety-four percent weight to the previous raw covariance and six percent to the current innovation outer product. The innovation uses the prior expanding mean, so the centering information was already known. We initialize with two hundred fifty-two valuation returns, then apply fixed one percent diagonal shrinkage and a tiny variance floor. These choices are shared with MGRP and are not optimized for this evaluation period. They provide an adaptive estimate of risk and co-movement, without guaranteeing accurate future volatility.</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/Users/wangyujing/Desktop/MFE_Macro_Rotation_6Assets/presentation_assets/final_figures_v2/formulas/svg/F04_ewma_covariance_update.svg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Capital weights implement forecast risk shares while remaining long only and fully invested.</a:t>
            </a:r>
          </a:p>
          <a:p/>
          <a:p>
            <a:r>
              <a:t>Read-aloud script:</a:t>
            </a:r>
          </a:p>
          <a:p>
            <a:r>
              <a:t>We solve the convex risk-budget objective shown here over eligible assets and normalize the positive solution into capital weights. The first-order conditions imply that each asset's normalized forecast risk contribution equals its assigned budget. The covariance matrix contains both individual volatility and co-movement, so the largest risk budget need not produce the largest capital position. Multiplying the covariance matrix by a common annualization factor does not change normalized weights. These are ex ante targets. The optimizer cannot force future realized risk contributions to equal them.</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/Users/wangyujing/Desktop/MFE_Macro_Rotation_6Assets/presentation_assets/final_figures_v2/formulas/svg/F05_risk_budget_optimization.svg</a:t>
            </a:r>
          </a:p>
          <a:p>
            <a:r>
              <a:t>/Users/wangyujing/Desktop/MFE_Macro_Rotation_6Assets/presentation_assets/final_figures_v2/formulas/svg/F13_estimated_risk_contribution.svg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SPY has 40.00% of risk and 34.33% of capital. ES3 has 20.00% of risk and 36.09% of capital.</a:t>
            </a:r>
          </a:p>
          <a:p/>
          <a:p>
            <a:r>
              <a:t>Read-aloud script:</a:t>
            </a:r>
          </a:p>
          <a:p>
            <a:r>
              <a:t>This is the first evaluation execution with at least three eligible assets and complete records, selected without looking at subsequent returns. The information is through 29 December 2023, and execution is 3 January 2024. Four assets qualify. SPY ranks first and receives a forty percent risk budget, but only 34.33 percent of capital. ES3 ranks third and receives twenty percent of risk, yet 36.09 percent of capital. Gold and emerging markets complete the portfolio. This example shows why momentum preferences and covariance-based capital allocation are separate decisions. Speaker 3 will now assess the econometric framework.</a:t>
            </a:r>
          </a:p>
          <a:p/>
          <a:p>
            <a:r>
              <a:t>Figure explanation: SPY has 40.00% of risk and 34.33% of capital. ES3 has 20.00% of risk and 36.09% of capital.</a:t>
            </a:r>
          </a:p>
          <a:p/>
          <a:p>
            <a:r>
              <a:t>Sources:</a:t>
            </a:r>
          </a:p>
          <a:p>
            <a:r>
              <a:t>/Users/wangyujing/Desktop/MFE_Macro_Rotation_6Assets/presentation_assets/final_figures_v2/figures/main/FIG03_Rank_Budget_Capital_full.svg</a:t>
            </a:r>
          </a:p>
          <a:p>
            <a:r>
              <a:t>/Users/wangyujing/Desktop/MFE_Macro_Rotation_6Assets/reports/phase4_research_report.md</a:t>
            </a:r>
          </a:p>
          <a:p>
            <a:r>
              <a:t>/Users/wangyujing/Desktop/MFE_Macro_Rotation_6Assets/reports/research_report.md</a:t>
            </a:r>
          </a:p>
          <a:p>
            <a:r>
              <a:t>/Users/wangyujing/Desktop/MFE_Macro_Rotation_6Assets/outputs/phase4/tables/table07_monthly_allocation_decisions.csv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Quick Slide.</a:t>
            </a:r>
          </a:p>
          <a:p/>
          <a:p>
            <a:r>
              <a:t>Section question: Does the model work as intended, and what remains uncertain?</a:t>
            </a:r>
          </a:p>
          <a:p/>
          <a:p>
            <a:r>
              <a:t>Core message: Test information timing, covariance forecasts and risk contributions</a:t>
            </a:r>
          </a:p>
          <a:p/>
          <a:p>
            <a:r>
              <a:t>Read-aloud script:</a:t>
            </a:r>
          </a:p>
          <a:p>
            <a:r>
              <a:t>This section asks: Does the model work as intended, and what remains uncertain? Test information timing, covariance forecasts and risk contributions.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MGRP versus MWRP is the closest comparison of risk-budget rules.</a:t>
            </a:r>
          </a:p>
          <a:p/>
          <a:p>
            <a:r>
              <a:t>Read-aloud script:</a:t>
            </a:r>
          </a:p>
          <a:p>
            <a:r>
              <a:t>This table separates each strategy's selection rule from its allocation rule. Equal Weight is our passive benchmark. EWMA Risk Parity tests covariance-based equal risk allocation across all six risk assets. Dual Momentum tests concentrated winner selection. Gated Equal Weight applies momentum eligibility but uses equal capital. MGRP applies the same gate with equal risk budgets, and MWRP changes those budgets according to momentum rank. Comparing MGRP with MWRP holds the asset set and covariance estimate fixed. These component comparisons are descriptive historical contrasts, not independent causal estimates.</a:t>
            </a:r>
          </a:p>
          <a:p/>
          <a:p>
            <a:r>
              <a:t>Figure explanation: MGRP versus MWRP is the closest comparison of risk-budget rules.</a:t>
            </a:r>
          </a:p>
          <a:p/>
          <a:p>
            <a:r>
              <a:t>Sources:</a:t>
            </a:r>
          </a:p>
          <a:p>
            <a:r>
              <a:t>/Users/wangyujing/Desktop/MFE_Macro_Rotation_6Assets/presentation_assets/final_figures_v2/figures/main/DES01_Benchmark_Definitions_full.svg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Retain dividends, currency exposure and the original cross-market valuation grid.</a:t>
            </a:r>
          </a:p>
          <a:p/>
          <a:p>
            <a:r>
              <a:t>Read-aloud script:</a:t>
            </a:r>
          </a:p>
          <a:p>
            <a:r>
              <a:t>The source data are archived daily adjusted ETF prices and the USD to SGD exchange rate. USD fund indices are translated using SGD per USD, while ES3 stays in SGD. Adjusted prices already reflect distributions and splits, so dividends and annual fund expenses are not deducted a second time. The valuation grid combines US and Singapore trading days. On holidays we retain the most recent information available, rather than interpolate from the future. Executions require fresh quotes across the basket and foreign exchange. Historical vendor revisions and asynchronous closes remain limitations of the data.</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The signal and execution delay retain the frozen backtest convention.</a:t>
            </a:r>
          </a:p>
          <a:p/>
          <a:p>
            <a:r>
              <a:t>Read-aloud script:</a:t>
            </a:r>
          </a:p>
          <a:p>
            <a:r>
              <a:t>This timeline makes the information boundary explicit. The December signal uses information through 29 December. It is treated as available at 06:00 UTC on the next day. Execution occurs at the close basket on the second common fresh-quote trading day of January, which is 3 January in this example. Old holdings earn returns until that replacement close. New holdings earn only subsequent returns. This guards against crediting new positions with the execution day's move. However, US and Singapore closes are not simultaneous. The engine is a daily close-basket approximation, not an exact broker execution schedule.</a:t>
            </a:r>
          </a:p>
          <a:p/>
          <a:p>
            <a:r>
              <a:t>Figure explanation: The signal and execution delay retain the frozen backtest convention.</a:t>
            </a:r>
          </a:p>
          <a:p/>
          <a:p>
            <a:r>
              <a:t>Sources:</a:t>
            </a:r>
          </a:p>
          <a:p>
            <a:r>
              <a:t>/Users/wangyujing/Desktop/MFE_Macro_Rotation_6Assets/presentation_assets/final_figures_v2/figures/main/DES02_Execution_Clock_full.svg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Numerical implementation is accurate. Future risk shares can still differ.</a:t>
            </a:r>
          </a:p>
          <a:p/>
          <a:p>
            <a:r>
              <a:t>Read-aloud script:</a:t>
            </a:r>
          </a:p>
          <a:p>
            <a:r>
              <a:t>The three bars for each asset distinguish assigned risk budget, estimated risk contribution and future realized risk contribution. The first two agree to numerical precision. Across all months, the maximum assigned-versus-estimated share error is about 3.72 times ten to the minus thirteen. That verifies the optimizer implements the intended ex ante problem. Future realized shares, however, can differ materially because returns and co-movements change after execution, and capital weights drift. Correct optimization and accurate forecasting are separate claims. The data support the first much more strongly than the second.</a:t>
            </a:r>
          </a:p>
          <a:p/>
          <a:p>
            <a:r>
              <a:t>Figure explanation: Numerical implementation is accurate. Future risk shares can still differ.</a:t>
            </a:r>
          </a:p>
          <a:p/>
          <a:p>
            <a:r>
              <a:t>Sources:</a:t>
            </a:r>
          </a:p>
          <a:p>
            <a:r>
              <a:t>/Users/wangyujing/Desktop/MFE_Macro_Rotation_6Assets/presentation_assets/final_figures_v2/figures/appendix/APP04_First_Eligible_full.svg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Section question: Does the model work as intended, and what remains uncertain?</a:t>
            </a:r>
          </a:p>
          <a:p/>
          <a:p>
            <a:r>
              <a:t>Core message: A negative covariance contribution can offset portfolio fluctuations.</a:t>
            </a:r>
          </a:p>
          <a:p/>
          <a:p>
            <a:r>
              <a:t>Read-aloud script:</a:t>
            </a:r>
          </a:p>
          <a:p>
            <a:r>
              <a:t>This example is selected by an objective rule: the first main-evaluation holding interval with a negative realized contribution. It runs from 3 February to 3 March 2026. TLT's realized share is about minus 2.4 percent. A negative share is possible because we define the contribution through covariance of each asset's gross return contribution with the total portfolio return. It can therefore offset other fluctuations. Signed shares sum to one, but individual values need not lie between zero and one. We retain that sign rather than clip it to make the budget appear to work better.</a:t>
            </a:r>
          </a:p>
          <a:p/>
          <a:p>
            <a:r>
              <a:t>Figure explanation: A negative covariance contribution can offset portfolio fluctuations.</a:t>
            </a:r>
          </a:p>
          <a:p/>
          <a:p>
            <a:r>
              <a:t>Sources:</a:t>
            </a:r>
          </a:p>
          <a:p>
            <a:r>
              <a:t>/Users/wangyujing/Desktop/MFE_Macro_Rotation_6Assets/presentation_assets/final_figures_v2/figures/appendix/APP04_First_Negative_Realized_full.svg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Quick Slide.</a:t>
            </a:r>
          </a:p>
          <a:p/>
          <a:p>
            <a:r>
              <a:t>Section question: What does MWRP deliver relative to credible benchmarks?</a:t>
            </a:r>
          </a:p>
          <a:p/>
          <a:p>
            <a:r>
              <a:t>Core message: Compare wealth, risk, trading and capital diversification</a:t>
            </a:r>
          </a:p>
          <a:p/>
          <a:p>
            <a:r>
              <a:t>Read-aloud script:</a:t>
            </a:r>
          </a:p>
          <a:p>
            <a:r>
              <a:t>This section asks: What does MWRP deliver relative to credible benchmarks? Compare wealth, risk, trading and capital diversification.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Quick Slide.</a:t>
            </a:r>
          </a:p>
          <a:p/>
          <a:p>
            <a:r>
              <a:t>Section question: Which portfolio decisions explain the historical improvement?</a:t>
            </a:r>
          </a:p>
          <a:p/>
          <a:p>
            <a:r>
              <a:t>Core message: Separate eligibility, allocation and momentum-weighted risk preferences</a:t>
            </a:r>
          </a:p>
          <a:p/>
          <a:p>
            <a:r>
              <a:t>Read-aloud script:</a:t>
            </a:r>
          </a:p>
          <a:p>
            <a:r>
              <a:t>This section asks: Which portfolio decisions explain the historical improvement? Separate eligibility, allocation and momentum-weighted risk preferences.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Core Slide.</a:t>
            </a:r>
          </a:p>
          <a:p/>
          <a:p>
            <a:r>
              <a:t>Section question: Which portfolio decisions explain the historical improvement?</a:t>
            </a:r>
          </a:p>
          <a:p/>
          <a:p>
            <a:r>
              <a:t>Core message: The leading momentum asset is not always the largest capital position.</a:t>
            </a:r>
          </a:p>
          <a:p/>
          <a:p>
            <a:r>
              <a:t>Read-aloud script:</a:t>
            </a:r>
          </a:p>
          <a:p>
            <a:r>
              <a:t>MWRP and MGRP have the same eligible assets and BIL timing. In all thirty-three recent months, momentum weighting changes target capital weights. Their average allocation distance is 13.18 percent, measured as half the absolute difference between the two target weight vectors. That is a distance between strategies, not trading turnover. The strongest momentum asset is the largest MWRP capital position in only ten of thirty-three months, or 30.30 percent. Covariance therefore has a material role in capital allocation. In validation, only forty-one of forty-eight months differ because zero-asset and single-asset cases naturally coincide.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Core Slide.</a:t>
            </a:r>
          </a:p>
          <a:p/>
          <a:p>
            <a:r>
              <a:t>Section question: Which portfolio decisions explain the historical improvement?</a:t>
            </a:r>
          </a:p>
          <a:p/>
          <a:p>
            <a:r>
              <a:t>Core message: PDBC validation contribution increases from 9.73 pp to 12.43 pp.</a:t>
            </a:r>
          </a:p>
          <a:p/>
          <a:p>
            <a:r>
              <a:t>Read-aloud script:</a:t>
            </a:r>
          </a:p>
          <a:p>
            <a:r>
              <a:t>The commodity example covers 2020 through 2023. PDBC's average actual capital weight rises from 19.52 percent for MGRP to 20.45 percent for MWRP. Its cumulative profit-and-loss contribution rises from 9.73 to 12.43 percentage points of common opening wealth. Both methods select PDBC in thirty of forty-eight months. The improvement therefore comes from participation strength and timing rather than a higher selection frequency. Dual's PDBC contribution is larger at 26.29 percentage points, despite selecting it in fewer months. We retain the full exposure scale, including episodes at one hundred percent.</a:t>
            </a:r>
          </a:p>
          <a:p/>
          <a:p>
            <a:r>
              <a:t>Figure explanation: PDBC validation contribution increases from 9.73 pp to 12.43 pp.</a:t>
            </a:r>
          </a:p>
          <a:p/>
          <a:p>
            <a:r>
              <a:t>Sources:</a:t>
            </a:r>
          </a:p>
          <a:p>
            <a:r>
              <a:t>/Users/wangyujing/Desktop/MFE_Macro_Rotation_6Assets/presentation_assets/final_figures_v2/figures/main/FIG10_A_PDBC_Participation_full.svg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Quick Slide.</a:t>
            </a:r>
          </a:p>
          <a:p/>
          <a:p>
            <a:r>
              <a:t>Section question: How far should the historical findings be trusted?</a:t>
            </a:r>
          </a:p>
          <a:p/>
          <a:p>
            <a:r>
              <a:t>Core message: Show less favorable periods and define the limits of the evidence</a:t>
            </a:r>
          </a:p>
          <a:p/>
          <a:p>
            <a:r>
              <a:t>Read-aloud script:</a:t>
            </a:r>
          </a:p>
          <a:p>
            <a:r>
              <a:t>This section asks: How far should the historical findings be trusted? Show less favorable periods and define the limits of the evidence.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How far should the historical findings be trusted?</a:t>
            </a:r>
          </a:p>
          <a:p/>
          <a:p>
            <a:r>
              <a:t>Core message: Treat the strategy as a research result, with prospective performance still untested.</a:t>
            </a:r>
          </a:p>
          <a:p/>
          <a:p>
            <a:r>
              <a:t>Read-aloud script:</a:t>
            </a:r>
          </a:p>
          <a:p>
            <a:r>
              <a:t>There are six central limitations. The design was selected after historical research. The asset universe is limited. US, Singapore and currency closing marks are asynchronous. A simple basis-point fee does not cover every investor's taxes, spreads or market impact. Covariance forecasts are imperfect. And BIL retains USD against SGD risk. We do not report statistical significance that was never established. The combined period also reuses the two subperiods rather than providing new independent evidence. The clearest next step is to freeze the rule and compare MWRP with Dual on future, previously unobserved months, rather than continue tuning historical performance.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How far should the historical findings be trusted?</a:t>
            </a:r>
          </a:p>
          <a:p/>
          <a:p>
            <a:r>
              <a:t>Core message: Econometrics determines capital allocation.</a:t>
            </a:r>
          </a:p>
          <a:p/>
          <a:p>
            <a:r>
              <a:t>Read-aloud script:</a:t>
            </a:r>
          </a:p>
          <a:p>
            <a:r>
              <a:t>Momentum informs risk preferences. Econometrics determines capital allocation. MWRP offers a more balanced approach to cross-asset momentum investing, with competitive recent returns and improved recent risk-adjusted performance. It improves on equal-risk MGRP in both historical subperiods, while taking slightly more volatility and concentration. It does not outperform Dual's return over the full history, and its recent Sharpe leadership is not universal. Our contribution is a transparent portfolio construction process and a fair account of its trade-offs. Thank you. We are happy to discuss the assumptions, risk diagnostics and detailed results in the technical reference.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Optional Detail.</a:t>
            </a:r>
          </a:p>
          <a:p/>
          <a:p>
            <a:r>
              <a:t>Technical reference or opening.</a:t>
            </a:r>
          </a:p>
          <a:p/>
          <a:p>
            <a:r>
              <a:t>Core message: Definitions, implementation details and complete results</a:t>
            </a:r>
          </a:p>
          <a:p/>
          <a:p>
            <a:r>
              <a:t>Read-aloud script:</a:t>
            </a:r>
          </a:p>
          <a:p>
            <a:r>
              <a:t>The following pages are for reference and questions. They define the fund universe, strategy rules, mathematical notation, metric conventions and trading assumptions. They do not introduce additional strategies or alter any frozen results.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Optional Detail.</a:t>
            </a:r>
          </a:p>
          <a:p/>
          <a:p>
            <a:r>
              <a:t>Technical reference or opening.</a:t>
            </a:r>
          </a:p>
          <a:p/>
          <a:p>
            <a:r>
              <a:t>Core message: Official fund names and quotation currencies</a:t>
            </a:r>
          </a:p>
          <a:p/>
          <a:p>
            <a:r>
              <a:t>Read-aloud script:</a:t>
            </a:r>
          </a:p>
          <a:p>
            <a:r>
              <a:t>ETF means exchange-traded fund. The fund names and currencies are listed here so the portfolio exposures can be identified precisely. ES3.SI is the vendor symbol for the SGX fund with exchange code ES3. Six funds are risk assets and BIL is the defensive asset. PDBC provides broad commodity exposure through a futures-based strategy. All strategy results are translated to SGD total returns, including the currency exposure of BIL.</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Optional Detail.</a:t>
            </a:r>
          </a:p>
          <a:p/>
          <a:p>
            <a:r>
              <a:t>Technical reference or opening.</a:t>
            </a:r>
          </a:p>
          <a:p/>
          <a:p>
            <a:r>
              <a:t>Core message: Selection and allocation rules distinguish the six comparisons.</a:t>
            </a:r>
          </a:p>
          <a:p/>
          <a:p>
            <a:r>
              <a:t>Read-aloud script:</a:t>
            </a:r>
          </a:p>
          <a:p>
            <a:r>
              <a:t>Equal Weight allocates one sixth of capital to each of the six risk assets. EWMA Risk Parity allocates equal forecast risk across all six. Dual Momentum selects two return-ranked assets and redirects each failed half-capital slot to BIL. Gated Equal Weight gives equal capital to all eligible assets. MGRP gives those assets equal risk budgets. MWRP gives them linear momentum-rank budgets. For the last three, BIL receives all capital only when no risk asset qualifies. MGRP refers to the frozen MGRP-Base version, without a volatility target.</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CAGR uses actual calendar time. Drawdown includes opening wealth.</a:t>
            </a:r>
          </a:p>
          <a:p/>
          <a:p>
            <a:r>
              <a:t>Read-aloud script:</a:t>
            </a:r>
          </a:p>
          <a:p>
            <a:r>
              <a:t>CAGR is compound annual growth rate. It annualizes the ratio of ending to opening wealth using actual elapsed calendar years. Total return is the same wealth ratio minus one without annualization. Opening wealth is the previous point on the continuous strategy NAV path, or one at inception. Maximum drawdown, or MDD, is the smallest signed ratio of wealth to its prior peak minus one. The peak includes opening wealth one. A drawdown closer to zero is shallower. These conventions are identical for all strategies.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/Users/wangyujing/Desktop/MFE_Macro_Rotation_6Assets/presentation_assets/final_figures_v2/formulas/svg/F08_calendar-time_cagr.svg</a:t>
            </a:r>
          </a:p>
          <a:p>
            <a:r>
              <a:t>/Users/wangyujing/Desktop/MFE_Macro_Rotation_6Assets/presentation_assets/final_figures_v2/formulas/svg/F10_maximum_drawdown.svg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Both use sample daily standard deviation and square-root-of-252 annualization.</a:t>
            </a:r>
          </a:p>
          <a:p/>
          <a:p>
            <a:r>
              <a:t>Read-aloud script:</a:t>
            </a:r>
          </a:p>
          <a:p>
            <a:r>
              <a:t>Annualized volatility uses the sample standard deviation of net daily portfolio returns with one degree of freedom adjustment. The Sharpe ratio uses arithmetic mean daily net returns divided by the same sample standard deviation, multiplied by the square root of 252. The reference rate is zero, not BIL. It follows that Sharpe is not CAGR divided by annualized volatility. The fixed 252 convention is retained even though the common valuation grid includes both US and Singapore trading days.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/Users/wangyujing/Desktop/MFE_Macro_Rotation_6Assets/presentation_assets/final_figures_v2/formulas/svg/F09_annualized_volatility.svg</a:t>
            </a:r>
          </a:p>
          <a:p>
            <a:r>
              <a:t>/Users/wangyujing/Desktop/MFE_Macro_Rotation_6Assets/presentation_assets/final_figures_v2/formulas/svg/F07_sharpe_ratio.svg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Use actual trades and daily capital weights, rather than target-weight shortcuts.</a:t>
            </a:r>
          </a:p>
          <a:p/>
          <a:p>
            <a:r>
              <a:t>Read-aloud script:</a:t>
            </a:r>
          </a:p>
          <a:p>
            <a:r>
              <a:t>Monthly average one-way turnover is the mean across monthly rebalances of the absolute currency trades, divided by twice the pre-fee portfolio value. Initial purchases count, and we do not force terminal liquidation. Effective holdings is the inverse sum of squared actual daily close weights, including BIL, averaged across the period. It is not the number of tickers held and is not calculated from period-average weights. The average effective holdings of MWRP in the main window is 3.44.</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/Users/wangyujing/Desktop/MFE_Macro_Rotation_6Assets/presentation_assets/final_figures_v2/formulas/svg/F12_monthly_one-way_turnover.svg</a:t>
            </a:r>
          </a:p>
          <a:p>
            <a:r>
              <a:t>/Users/wangyujing/Desktop/MFE_Macro_Rotation_6Assets/presentation_assets/final_figures_v2/formulas/svg/F11_effective_holdings.svg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Optional Detail.</a:t>
            </a:r>
          </a:p>
          <a:p/>
          <a:p>
            <a:r>
              <a:t>Technical reference or opening.</a:t>
            </a:r>
          </a:p>
          <a:p/>
          <a:p>
            <a:r>
              <a:t>Core message: A fixed six-month gate and linear rank rule define risk preferences.</a:t>
            </a:r>
          </a:p>
          <a:p/>
          <a:p>
            <a:r>
              <a:t>Read-aloud script:</a:t>
            </a:r>
          </a:p>
          <a:p>
            <a:r>
              <a:t>This reference brings the three signal formulas together. The six-month SGD return spread relative to BIL determines eligibility. Rank one is strongest among eligible risk assets. The linear budget sums to one over that set. Ties use the fixed source order SPY, ES3, TLT, GLD, IEMG and PDBC. The strategy has no fitted forecast coefficient, budget-power search, top-N adjustment or leverage overlay. The same rule is applied to both historical subperiods.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/Users/wangyujing/Desktop/MFE_Macro_Rotation_6Assets/presentation_assets/final_figures_v2/formulas/svg/F01_six-month_excess_momentum.svg</a:t>
            </a:r>
          </a:p>
          <a:p>
            <a:r>
              <a:t>/Users/wangyujing/Desktop/MFE_Macro_Rotation_6Assets/presentation_assets/final_figures_v2/formulas/svg/F02_momentum_eligibility.svg</a:t>
            </a:r>
          </a:p>
          <a:p>
            <a:r>
              <a:t>/Users/wangyujing/Desktop/MFE_Macro_Rotation_6Assets/presentation_assets/final_figures_v2/formulas/svg/F03_momentum-weighted_risk_budget.svg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Technical reference or opening.</a:t>
            </a:r>
          </a:p>
          <a:p/>
          <a:p>
            <a:r>
              <a:t>Core message: Initialization, centering and stabilization are fixed before comparison.</a:t>
            </a:r>
          </a:p>
          <a:p/>
          <a:p>
            <a:r>
              <a:t>Read-aloud script:</a:t>
            </a:r>
          </a:p>
          <a:p>
            <a:r>
              <a:t>The raw covariance and mean initialize with 252 valuation returns. Each new innovation subtracts the expanding mean available through the previous valuation day. The raw covariance recurses with lambda 0.94, then the mean is updated. The forecast matrix uses fixed one percent shrinkage toward the diagonal and only a diagonal correction required to keep each variance at or above ten to the minus twelve. Annual scaling leaves normalized risk-budget capital weights unchanged. The risk-asset submatrix is used for allocation, with no automatic parameter search.</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/Users/wangyujing/Desktop/MFE_Macro_Rotation_6Assets/presentation_assets/final_figures_v2/formulas/svg/F04_ewma_covariance_update.svg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Technical reference or opening.</a:t>
            </a:r>
          </a:p>
          <a:p/>
          <a:p>
            <a:r>
              <a:t>Core message: Assigned shares are ex ante targets for the eligible risk sleeve.</a:t>
            </a:r>
          </a:p>
          <a:p/>
          <a:p>
            <a:r>
              <a:t>Read-aloud script:</a:t>
            </a:r>
          </a:p>
          <a:p>
            <a:r>
              <a:t>The optimizer operates only on the eligible assets. Normalizing its positive solution yields long-only capital weights that sum to one. Estimated volatility contributions, divided by portfolio volatility, equal the assigned risk-budget shares. With no eligible risk asset, all capital is BIL. With one eligible asset, all risk and capital go to it. These fallback rules apply to MWRP, MGRP and Gated Equal Weight. Dual instead redirects each failed fifty-percent slot individually. Ex ante risk shares are not future realized guarantees.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/Users/wangyujing/Desktop/MFE_Macro_Rotation_6Assets/presentation_assets/final_figures_v2/formulas/svg/F05_risk_budget_optimization.svg</a:t>
            </a:r>
          </a:p>
          <a:p>
            <a:r>
              <a:t>/Users/wangyujing/Desktop/MFE_Macro_Rotation_6Assets/presentation_assets/final_figures_v2/formulas/svg/F06_capital_constraints_and_fallback.svg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Optional Detail.</a:t>
            </a:r>
          </a:p>
          <a:p/>
          <a:p>
            <a:r>
              <a:t>Technical reference or opening.</a:t>
            </a:r>
          </a:p>
          <a:p/>
          <a:p>
            <a:r>
              <a:t>Core message: Risk shares use covariance. P&amp;L contributions reconcile total return.</a:t>
            </a:r>
          </a:p>
          <a:p/>
          <a:p>
            <a:r>
              <a:t>Read-aloud script:</a:t>
            </a:r>
          </a:p>
          <a:p>
            <a:r>
              <a:t>Realized risk contributions use each asset's lagged actual capital weight times its return. Covariance with the total gross portfolio return is divided by total return variance over the exact execution-to-execution interval. The signed shares sum to one and can be negative or greater than one. P&amp;L attribution instead adds daily currency asset gains and divides by common period opening wealth. Negative transaction costs are a separate contribution. The sum equals net total return, not CAGR. These are different accounting and risk questions, so the quantities should not be interchanged.</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/Users/wangyujing/Desktop/MFE_Macro_Rotation_6Assets/presentation_assets/final_figures_v2/formulas/svg/F14_realized_risk_contribution.svg</a:t>
            </a:r>
          </a:p>
          <a:p>
            <a:r>
              <a:t>/Users/wangyujing/Desktop/MFE_Macro_Rotation_6Assets/presentation_assets/final_figures_v2/formulas/svg/F15_additive_pandl_attribution.svg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Technical reference or opening.</a:t>
            </a:r>
          </a:p>
          <a:p/>
          <a:p>
            <a:r>
              <a:t>Core message: The close-basket approximation and simplified costs remain material limitations.</a:t>
            </a:r>
          </a:p>
          <a:p/>
          <a:p>
            <a:r>
              <a:t>Read-aloud script:</a:t>
            </a:r>
          </a:p>
          <a:p>
            <a:r>
              <a:t>Signals become available after the month-end information cutoff. Orders are represented at the second common fresh-quote trading-day close basket, with old holdings retained through replacement. The engine charges ten basis points per traded side to actual currency trades and solves self-financing post-fee holdings. Fund expenses are already reflected in prices. Investor taxes, separate FX charges and time-varying market impact are not explicitly modeled. Historical quote revisions and asynchronous closes remain data limitations. These are retrospective simulations and should not be presented as deployed returns.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Optional Detail.</a:t>
            </a:r>
          </a:p>
          <a:p/>
          <a:p>
            <a:r>
              <a:t>Technical reference or opening.</a:t>
            </a:r>
          </a:p>
          <a:p/>
          <a:p>
            <a:r>
              <a:t>Core message: Names and actual contributions remain to be confirmed.</a:t>
            </a:r>
          </a:p>
          <a:p/>
          <a:p>
            <a:r>
              <a:t>Read-aloud script:</a:t>
            </a:r>
          </a:p>
          <a:p>
            <a:r>
              <a:t>This page is a placeholder for the team's confirmed names and actual contributions. Presentation assignments are not statements about who performed the research. Speaker 1 presents the investment motivation and returns for robustness and the conclusion. Speaker 2 explains the strategy. Speaker 3 covers the econometric framework. Speaker 4 presents portfolio performance. Speaker 5 explains attribution and components. Please replace each placeholder with the agreed factual contribution before submission.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image" Target="../media/image2.sv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6.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8.sv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image" Target="../media/image10.sv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6.xml"/><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image" Target="../media/image16.sv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image" Target="../media/image18.sv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20.sv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6.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chart" Target="../charts/chart4.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6.xml"/><Relationship Id="rId2" Type="http://schemas.openxmlformats.org/officeDocument/2006/relationships/image" Target="../media/image22.svg"/><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6.xml"/><Relationship Id="rId2" Type="http://schemas.openxmlformats.org/officeDocument/2006/relationships/image" Target="../media/image24.svg"/><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chart" Target="../charts/chart5.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6.xml"/><Relationship Id="rId2" Type="http://schemas.openxmlformats.org/officeDocument/2006/relationships/chart" Target="../charts/chart7.xml"/><Relationship Id="rId1" Type="http://schemas.openxmlformats.org/officeDocument/2006/relationships/chart" Target="../charts/chart6.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6.xml"/><Relationship Id="rId2" Type="http://schemas.openxmlformats.org/officeDocument/2006/relationships/chart" Target="../charts/chart9.xml"/><Relationship Id="rId1" Type="http://schemas.openxmlformats.org/officeDocument/2006/relationships/chart" Target="../charts/chart8.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6.xml"/><Relationship Id="rId2" Type="http://schemas.openxmlformats.org/officeDocument/2006/relationships/chart" Target="../charts/chart11.xml"/><Relationship Id="rId1" Type="http://schemas.openxmlformats.org/officeDocument/2006/relationships/chart" Target="../charts/chart10.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6.xml"/><Relationship Id="rId2" Type="http://schemas.openxmlformats.org/officeDocument/2006/relationships/chart" Target="../charts/chart13.xml"/><Relationship Id="rId1" Type="http://schemas.openxmlformats.org/officeDocument/2006/relationships/chart" Target="../charts/chart1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chart" Target="../charts/char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6.xml"/><Relationship Id="rId2" Type="http://schemas.openxmlformats.org/officeDocument/2006/relationships/chart" Target="../charts/chart16.xml"/><Relationship Id="rId1" Type="http://schemas.openxmlformats.org/officeDocument/2006/relationships/chart" Target="../charts/chart15.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6.xml"/><Relationship Id="rId2" Type="http://schemas.openxmlformats.org/officeDocument/2006/relationships/chart" Target="../charts/chart18.xml"/><Relationship Id="rId1" Type="http://schemas.openxmlformats.org/officeDocument/2006/relationships/chart" Target="../charts/chart1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chart" Target="../charts/char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6.xml"/><Relationship Id="rId2" Type="http://schemas.openxmlformats.org/officeDocument/2006/relationships/chart" Target="../charts/chart21.xml"/><Relationship Id="rId1" Type="http://schemas.openxmlformats.org/officeDocument/2006/relationships/chart" Target="../charts/chart2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6.xml"/><Relationship Id="rId2" Type="http://schemas.openxmlformats.org/officeDocument/2006/relationships/image" Target="../media/image26.svg"/><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6.xml"/><Relationship Id="rId2" Type="http://schemas.openxmlformats.org/officeDocument/2006/relationships/chart" Target="../charts/chart23.xml"/><Relationship Id="rId1" Type="http://schemas.openxmlformats.org/officeDocument/2006/relationships/chart" Target="../charts/chart2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6.xml"/><Relationship Id="rId4" Type="http://schemas.openxmlformats.org/officeDocument/2006/relationships/chart" Target="../charts/chart27.xml"/><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chart" Target="../charts/chart24.xml"/></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6.xml"/><Relationship Id="rId4" Type="http://schemas.openxmlformats.org/officeDocument/2006/relationships/chart" Target="../charts/chart31.xml"/><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chart" Target="../charts/chart28.xml"/></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6.xml"/><Relationship Id="rId3" Type="http://schemas.openxmlformats.org/officeDocument/2006/relationships/chart" Target="../charts/chart34.xml"/><Relationship Id="rId2" Type="http://schemas.openxmlformats.org/officeDocument/2006/relationships/chart" Target="../charts/chart33.xml"/><Relationship Id="rId1" Type="http://schemas.openxmlformats.org/officeDocument/2006/relationships/chart" Target="../charts/chart32.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6.xml"/><Relationship Id="rId3" Type="http://schemas.openxmlformats.org/officeDocument/2006/relationships/chart" Target="../charts/chart37.xml"/><Relationship Id="rId2" Type="http://schemas.openxmlformats.org/officeDocument/2006/relationships/chart" Target="../charts/chart36.xml"/><Relationship Id="rId1" Type="http://schemas.openxmlformats.org/officeDocument/2006/relationships/chart" Target="../charts/chart3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6.xml"/><Relationship Id="rId4" Type="http://schemas.openxmlformats.org/officeDocument/2006/relationships/image" Target="../media/image30.svg"/><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s>
</file>

<file path=ppt/slides/_rels/slide56.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slideLayout" Target="../slideLayouts/slideLayout6.xml"/><Relationship Id="rId4" Type="http://schemas.openxmlformats.org/officeDocument/2006/relationships/image" Target="../media/image34.svg"/><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s>
</file>

<file path=ppt/slides/_rels/slide57.xml.rels><?xml version="1.0" encoding="UTF-8" standalone="yes"?>
<Relationships xmlns="http://schemas.openxmlformats.org/package/2006/relationships"><Relationship Id="rId6" Type="http://schemas.openxmlformats.org/officeDocument/2006/relationships/notesSlide" Target="../notesSlides/notesSlide57.xml"/><Relationship Id="rId5" Type="http://schemas.openxmlformats.org/officeDocument/2006/relationships/slideLayout" Target="../slideLayouts/slideLayout6.xml"/><Relationship Id="rId4" Type="http://schemas.openxmlformats.org/officeDocument/2006/relationships/image" Target="../media/image38.svg"/><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s>
</file>

<file path=ppt/slides/_rels/slide58.xml.rels><?xml version="1.0" encoding="UTF-8" standalone="yes"?>
<Relationships xmlns="http://schemas.openxmlformats.org/package/2006/relationships"><Relationship Id="rId8" Type="http://schemas.openxmlformats.org/officeDocument/2006/relationships/notesSlide" Target="../notesSlides/notesSlide58.xml"/><Relationship Id="rId7" Type="http://schemas.openxmlformats.org/officeDocument/2006/relationships/slideLayout" Target="../slideLayouts/slideLayout6.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6.xml"/><Relationship Id="rId2" Type="http://schemas.openxmlformats.org/officeDocument/2006/relationships/image" Target="../media/image10.svg"/><Relationship Id="rId1" Type="http://schemas.openxmlformats.org/officeDocument/2006/relationships/image" Target="../media/image9.png"/></Relationships>
</file>

<file path=ppt/slides/_rels/slide60.xml.rels><?xml version="1.0" encoding="UTF-8" standalone="yes"?>
<Relationships xmlns="http://schemas.openxmlformats.org/package/2006/relationships"><Relationship Id="rId6" Type="http://schemas.openxmlformats.org/officeDocument/2006/relationships/notesSlide" Target="../notesSlides/notesSlide60.xml"/><Relationship Id="rId5" Type="http://schemas.openxmlformats.org/officeDocument/2006/relationships/slideLayout" Target="../slideLayouts/slideLayout6.xml"/><Relationship Id="rId4" Type="http://schemas.openxmlformats.org/officeDocument/2006/relationships/image" Target="../media/image40.svg"/><Relationship Id="rId3" Type="http://schemas.openxmlformats.org/officeDocument/2006/relationships/image" Target="../media/image39.png"/><Relationship Id="rId2" Type="http://schemas.openxmlformats.org/officeDocument/2006/relationships/image" Target="../media/image12.svg"/><Relationship Id="rId1" Type="http://schemas.openxmlformats.org/officeDocument/2006/relationships/image" Target="../media/image11.png"/></Relationships>
</file>

<file path=ppt/slides/_rels/slide61.xml.rels><?xml version="1.0" encoding="UTF-8" standalone="yes"?>
<Relationships xmlns="http://schemas.openxmlformats.org/package/2006/relationships"><Relationship Id="rId6" Type="http://schemas.openxmlformats.org/officeDocument/2006/relationships/notesSlide" Target="../notesSlides/notesSlide61.xml"/><Relationship Id="rId5" Type="http://schemas.openxmlformats.org/officeDocument/2006/relationships/slideLayout" Target="../slideLayouts/slideLayout6.xml"/><Relationship Id="rId4" Type="http://schemas.openxmlformats.org/officeDocument/2006/relationships/image" Target="../media/image44.svg"/><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8" name="slide-1-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01</a:t>
            </a:r>
            <a:endParaRPr sz="1050" b="0">
              <a:solidFill>
                <a:srgbClr val="72B5C0"/>
              </a:solidFill>
              <a:latin typeface="Arial" panose="020B0704020202020204"/>
              <a:ea typeface="Arial" panose="020B0704020202020204"/>
              <a:cs typeface="Arial" panose="020B0704020202020204"/>
            </a:endParaRPr>
          </a:p>
        </p:txBody>
      </p:sp>
      <p:sp>
        <p:nvSpPr>
          <p:cNvPr id="2" name="slide-1-text-1"/>
          <p:cNvSpPr>
            <a:spLocks noGrp="1"/>
          </p:cNvSpPr>
          <p:nvPr/>
        </p:nvSpPr>
        <p:spPr>
          <a:xfrm>
            <a:off x="571500" y="438150"/>
            <a:ext cx="10953750" cy="285750"/>
          </a:xfrm>
          <a:prstGeom prst="rect">
            <a:avLst/>
          </a:prstGeom>
          <a:noFill/>
          <a:ln w="0">
            <a:noFill/>
          </a:ln>
        </p:spPr>
        <p:txBody>
          <a:bodyPr wrap="square" lIns="0" tIns="0" rIns="0" bIns="0" anchor="t">
            <a:noAutofit/>
          </a:bodyPr>
          <a:lstStyle>
            <a:defPPr algn="l">
              <a:defRPr sz="1500" b="1">
                <a:solidFill>
                  <a:srgbClr val="72B5C0"/>
                </a:solidFill>
                <a:latin typeface="Arial" panose="020B0704020202020204"/>
                <a:ea typeface="Arial" panose="020B0704020202020204"/>
                <a:cs typeface="Arial" panose="020B0704020202020204"/>
              </a:defRPr>
            </a:defPPr>
            <a:lvl1pPr algn="l">
              <a:buNone/>
              <a:defRPr sz="1500" b="1">
                <a:solidFill>
                  <a:srgbClr val="72B5C0"/>
                </a:solidFill>
                <a:latin typeface="Arial" panose="020B0704020202020204"/>
                <a:ea typeface="Arial" panose="020B0704020202020204"/>
                <a:cs typeface="Arial" panose="020B0704020202020204"/>
              </a:defRPr>
            </a:lvl1pPr>
            <a:lvl2pPr algn="l">
              <a:buNone/>
              <a:defRPr sz="1500" b="1">
                <a:solidFill>
                  <a:srgbClr val="72B5C0"/>
                </a:solidFill>
                <a:latin typeface="Arial" panose="020B0704020202020204"/>
                <a:ea typeface="Arial" panose="020B0704020202020204"/>
                <a:cs typeface="Arial" panose="020B0704020202020204"/>
              </a:defRPr>
            </a:lvl2pPr>
            <a:lvl3pPr algn="l">
              <a:buNone/>
              <a:defRPr sz="1500" b="1">
                <a:solidFill>
                  <a:srgbClr val="72B5C0"/>
                </a:solidFill>
                <a:latin typeface="Arial" panose="020B0704020202020204"/>
                <a:ea typeface="Arial" panose="020B0704020202020204"/>
                <a:cs typeface="Arial" panose="020B0704020202020204"/>
              </a:defRPr>
            </a:lvl3pPr>
            <a:lvl4pPr algn="l">
              <a:buNone/>
              <a:defRPr sz="1500" b="1">
                <a:solidFill>
                  <a:srgbClr val="72B5C0"/>
                </a:solidFill>
                <a:latin typeface="Arial" panose="020B0704020202020204"/>
                <a:ea typeface="Arial" panose="020B0704020202020204"/>
                <a:cs typeface="Arial" panose="020B0704020202020204"/>
              </a:defRPr>
            </a:lvl4pPr>
            <a:lvl5pPr algn="l">
              <a:buNone/>
              <a:defRPr sz="1500" b="1">
                <a:solidFill>
                  <a:srgbClr val="72B5C0"/>
                </a:solidFill>
                <a:latin typeface="Arial" panose="020B0704020202020204"/>
                <a:ea typeface="Arial" panose="020B0704020202020204"/>
                <a:cs typeface="Arial" panose="020B0704020202020204"/>
              </a:defRPr>
            </a:lvl5pPr>
            <a:lvl6pPr algn="l">
              <a:buNone/>
              <a:defRPr sz="1500" b="1">
                <a:solidFill>
                  <a:srgbClr val="72B5C0"/>
                </a:solidFill>
                <a:latin typeface="Arial" panose="020B0704020202020204"/>
                <a:ea typeface="Arial" panose="020B0704020202020204"/>
                <a:cs typeface="Arial" panose="020B0704020202020204"/>
              </a:defRPr>
            </a:lvl6pPr>
            <a:lvl7pPr algn="l">
              <a:buNone/>
              <a:defRPr sz="1500" b="1">
                <a:solidFill>
                  <a:srgbClr val="72B5C0"/>
                </a:solidFill>
                <a:latin typeface="Arial" panose="020B0704020202020204"/>
                <a:ea typeface="Arial" panose="020B0704020202020204"/>
                <a:cs typeface="Arial" panose="020B0704020202020204"/>
              </a:defRPr>
            </a:lvl7pPr>
            <a:lvl8pPr algn="l">
              <a:buNone/>
              <a:defRPr sz="1500" b="1">
                <a:solidFill>
                  <a:srgbClr val="72B5C0"/>
                </a:solidFill>
                <a:latin typeface="Arial" panose="020B0704020202020204"/>
                <a:ea typeface="Arial" panose="020B0704020202020204"/>
                <a:cs typeface="Arial" panose="020B0704020202020204"/>
              </a:defRPr>
            </a:lvl8pPr>
            <a:lvl9pPr algn="l">
              <a:buNone/>
              <a:defRPr sz="1500" b="1">
                <a:solidFill>
                  <a:srgbClr val="72B5C0"/>
                </a:solidFill>
                <a:latin typeface="Arial" panose="020B0704020202020204"/>
                <a:ea typeface="Arial" panose="020B0704020202020204"/>
                <a:cs typeface="Arial" panose="020B0704020202020204"/>
              </a:defRPr>
            </a:lvl9pPr>
          </a:lstStyle>
          <a:p>
            <a:pPr algn="l">
              <a:buNone/>
              <a:defRPr sz="1500" b="1">
                <a:solidFill>
                  <a:srgbClr val="72B5C0"/>
                </a:solidFill>
                <a:latin typeface="Arial" panose="020B0704020202020204"/>
                <a:ea typeface="Arial" panose="020B0704020202020204"/>
                <a:cs typeface="Arial" panose="020B0704020202020204"/>
              </a:defRPr>
            </a:pPr>
            <a:r>
              <a:rPr sz="1500" b="1">
                <a:solidFill>
                  <a:srgbClr val="72B5C0"/>
                </a:solidFill>
                <a:latin typeface="Arial" panose="020B0704020202020204"/>
                <a:ea typeface="Arial" panose="020B0704020202020204"/>
                <a:cs typeface="Arial" panose="020B0704020202020204"/>
              </a:rPr>
              <a:t>NATIONAL UNIVERSITY OF SINGAPORE (NUS)</a:t>
            </a:r>
            <a:endParaRPr sz="1500" b="1">
              <a:solidFill>
                <a:srgbClr val="72B5C0"/>
              </a:solidFill>
              <a:latin typeface="Arial" panose="020B0704020202020204"/>
              <a:ea typeface="Arial" panose="020B0704020202020204"/>
              <a:cs typeface="Arial" panose="020B0704020202020204"/>
            </a:endParaRPr>
          </a:p>
        </p:txBody>
      </p:sp>
      <p:sp>
        <p:nvSpPr>
          <p:cNvPr id="3" name="slide-1-text-2"/>
          <p:cNvSpPr>
            <a:spLocks noGrp="1"/>
          </p:cNvSpPr>
          <p:nvPr/>
        </p:nvSpPr>
        <p:spPr>
          <a:xfrm>
            <a:off x="571500" y="1524000"/>
            <a:ext cx="10953750" cy="2000250"/>
          </a:xfrm>
          <a:prstGeom prst="rect">
            <a:avLst/>
          </a:prstGeom>
          <a:noFill/>
          <a:ln w="0">
            <a:noFill/>
          </a:ln>
        </p:spPr>
        <p:txBody>
          <a:bodyPr wrap="square" lIns="0" tIns="0" rIns="0" bIns="0" anchor="t">
            <a:noAutofit/>
          </a:bodyPr>
          <a:lstStyle>
            <a:defPPr algn="l">
              <a:defRPr sz="5850" b="1">
                <a:solidFill>
                  <a:srgbClr val="FFFFFF"/>
                </a:solidFill>
                <a:latin typeface="Arial" panose="020B0704020202020204"/>
                <a:ea typeface="Arial" panose="020B0704020202020204"/>
                <a:cs typeface="Arial" panose="020B0704020202020204"/>
              </a:defRPr>
            </a:defPPr>
            <a:lvl1pPr algn="l">
              <a:buNone/>
              <a:defRPr sz="5850" b="1">
                <a:solidFill>
                  <a:srgbClr val="FFFFFF"/>
                </a:solidFill>
                <a:latin typeface="Arial" panose="020B0704020202020204"/>
                <a:ea typeface="Arial" panose="020B0704020202020204"/>
                <a:cs typeface="Arial" panose="020B0704020202020204"/>
              </a:defRPr>
            </a:lvl1pPr>
            <a:lvl2pPr algn="l">
              <a:buNone/>
              <a:defRPr sz="5850" b="1">
                <a:solidFill>
                  <a:srgbClr val="FFFFFF"/>
                </a:solidFill>
                <a:latin typeface="Arial" panose="020B0704020202020204"/>
                <a:ea typeface="Arial" panose="020B0704020202020204"/>
                <a:cs typeface="Arial" panose="020B0704020202020204"/>
              </a:defRPr>
            </a:lvl2pPr>
            <a:lvl3pPr algn="l">
              <a:buNone/>
              <a:defRPr sz="5850" b="1">
                <a:solidFill>
                  <a:srgbClr val="FFFFFF"/>
                </a:solidFill>
                <a:latin typeface="Arial" panose="020B0704020202020204"/>
                <a:ea typeface="Arial" panose="020B0704020202020204"/>
                <a:cs typeface="Arial" panose="020B0704020202020204"/>
              </a:defRPr>
            </a:lvl3pPr>
            <a:lvl4pPr algn="l">
              <a:buNone/>
              <a:defRPr sz="5850" b="1">
                <a:solidFill>
                  <a:srgbClr val="FFFFFF"/>
                </a:solidFill>
                <a:latin typeface="Arial" panose="020B0704020202020204"/>
                <a:ea typeface="Arial" panose="020B0704020202020204"/>
                <a:cs typeface="Arial" panose="020B0704020202020204"/>
              </a:defRPr>
            </a:lvl4pPr>
            <a:lvl5pPr algn="l">
              <a:buNone/>
              <a:defRPr sz="5850" b="1">
                <a:solidFill>
                  <a:srgbClr val="FFFFFF"/>
                </a:solidFill>
                <a:latin typeface="Arial" panose="020B0704020202020204"/>
                <a:ea typeface="Arial" panose="020B0704020202020204"/>
                <a:cs typeface="Arial" panose="020B0704020202020204"/>
              </a:defRPr>
            </a:lvl5pPr>
            <a:lvl6pPr algn="l">
              <a:buNone/>
              <a:defRPr sz="5850" b="1">
                <a:solidFill>
                  <a:srgbClr val="FFFFFF"/>
                </a:solidFill>
                <a:latin typeface="Arial" panose="020B0704020202020204"/>
                <a:ea typeface="Arial" panose="020B0704020202020204"/>
                <a:cs typeface="Arial" panose="020B0704020202020204"/>
              </a:defRPr>
            </a:lvl6pPr>
            <a:lvl7pPr algn="l">
              <a:buNone/>
              <a:defRPr sz="5850" b="1">
                <a:solidFill>
                  <a:srgbClr val="FFFFFF"/>
                </a:solidFill>
                <a:latin typeface="Arial" panose="020B0704020202020204"/>
                <a:ea typeface="Arial" panose="020B0704020202020204"/>
                <a:cs typeface="Arial" panose="020B0704020202020204"/>
              </a:defRPr>
            </a:lvl7pPr>
            <a:lvl8pPr algn="l">
              <a:buNone/>
              <a:defRPr sz="5850" b="1">
                <a:solidFill>
                  <a:srgbClr val="FFFFFF"/>
                </a:solidFill>
                <a:latin typeface="Arial" panose="020B0704020202020204"/>
                <a:ea typeface="Arial" panose="020B0704020202020204"/>
                <a:cs typeface="Arial" panose="020B0704020202020204"/>
              </a:defRPr>
            </a:lvl8pPr>
            <a:lvl9pPr algn="l">
              <a:buNone/>
              <a:defRPr sz="5850" b="1">
                <a:solidFill>
                  <a:srgbClr val="FFFFFF"/>
                </a:solidFill>
                <a:latin typeface="Arial" panose="020B0704020202020204"/>
                <a:ea typeface="Arial" panose="020B0704020202020204"/>
                <a:cs typeface="Arial" panose="020B0704020202020204"/>
              </a:defRPr>
            </a:lvl9pPr>
          </a:lstStyle>
          <a:p>
            <a:pPr algn="l">
              <a:buNone/>
              <a:defRPr sz="5850" b="1">
                <a:solidFill>
                  <a:srgbClr val="FFFFFF"/>
                </a:solidFill>
                <a:latin typeface="Arial" panose="020B0704020202020204"/>
                <a:ea typeface="Arial" panose="020B0704020202020204"/>
                <a:cs typeface="Arial" panose="020B0704020202020204"/>
              </a:defRPr>
            </a:pPr>
            <a:r>
              <a:rPr sz="5850" b="1">
                <a:solidFill>
                  <a:srgbClr val="FFFFFF"/>
                </a:solidFill>
                <a:latin typeface="Arial" panose="020B0704020202020204"/>
                <a:ea typeface="Arial" panose="020B0704020202020204"/>
                <a:cs typeface="Arial" panose="020B0704020202020204"/>
              </a:rPr>
              <a:t>Which Asset Wins</a:t>
            </a:r>
            <a:endParaRPr sz="5850" b="1">
              <a:solidFill>
                <a:srgbClr val="FFFFFF"/>
              </a:solidFill>
              <a:latin typeface="Arial" panose="020B0704020202020204"/>
              <a:ea typeface="Arial" panose="020B0704020202020204"/>
              <a:cs typeface="Arial" panose="020B0704020202020204"/>
            </a:endParaRPr>
          </a:p>
          <a:p>
            <a:pPr algn="l">
              <a:buNone/>
              <a:defRPr sz="5850" b="1">
                <a:solidFill>
                  <a:srgbClr val="FFFFFF"/>
                </a:solidFill>
                <a:latin typeface="Arial" panose="020B0704020202020204"/>
                <a:ea typeface="Arial" panose="020B0704020202020204"/>
                <a:cs typeface="Arial" panose="020B0704020202020204"/>
              </a:defRPr>
            </a:pPr>
            <a:r>
              <a:rPr sz="5850" b="1">
                <a:solidFill>
                  <a:srgbClr val="FFFFFF"/>
                </a:solidFill>
                <a:latin typeface="Arial" panose="020B0704020202020204"/>
                <a:ea typeface="Arial" panose="020B0704020202020204"/>
                <a:cs typeface="Arial" panose="020B0704020202020204"/>
              </a:rPr>
              <a:t>Next Month?</a:t>
            </a:r>
            <a:endParaRPr sz="5850" b="1">
              <a:solidFill>
                <a:srgbClr val="FFFFFF"/>
              </a:solidFill>
              <a:latin typeface="Arial" panose="020B0704020202020204"/>
              <a:ea typeface="Arial" panose="020B0704020202020204"/>
              <a:cs typeface="Arial" panose="020B0704020202020204"/>
            </a:endParaRPr>
          </a:p>
        </p:txBody>
      </p:sp>
      <p:sp>
        <p:nvSpPr>
          <p:cNvPr id="4" name="slide-1-text-3"/>
          <p:cNvSpPr>
            <a:spLocks noGrp="1"/>
          </p:cNvSpPr>
          <p:nvPr/>
        </p:nvSpPr>
        <p:spPr>
          <a:xfrm>
            <a:off x="571500" y="3800475"/>
            <a:ext cx="10858500" cy="904875"/>
          </a:xfrm>
          <a:prstGeom prst="rect">
            <a:avLst/>
          </a:prstGeom>
          <a:noFill/>
          <a:ln w="0">
            <a:noFill/>
          </a:ln>
        </p:spPr>
        <p:txBody>
          <a:bodyPr wrap="square" lIns="0" tIns="0" rIns="0" bIns="0" anchor="t">
            <a:noAutofit/>
          </a:bodyPr>
          <a:lstStyle>
            <a:defPPr algn="l">
              <a:defRPr sz="2625" b="0">
                <a:solidFill>
                  <a:srgbClr val="D4E3EB"/>
                </a:solidFill>
                <a:latin typeface="Arial" panose="020B0704020202020204"/>
                <a:ea typeface="Arial" panose="020B0704020202020204"/>
                <a:cs typeface="Arial" panose="020B0704020202020204"/>
              </a:defRPr>
            </a:defPPr>
            <a:lvl1pPr algn="l">
              <a:buNone/>
              <a:defRPr sz="2625" b="0">
                <a:solidFill>
                  <a:srgbClr val="D4E3EB"/>
                </a:solidFill>
                <a:latin typeface="Arial" panose="020B0704020202020204"/>
                <a:ea typeface="Arial" panose="020B0704020202020204"/>
                <a:cs typeface="Arial" panose="020B0704020202020204"/>
              </a:defRPr>
            </a:lvl1pPr>
            <a:lvl2pPr algn="l">
              <a:buNone/>
              <a:defRPr sz="2625" b="0">
                <a:solidFill>
                  <a:srgbClr val="D4E3EB"/>
                </a:solidFill>
                <a:latin typeface="Arial" panose="020B0704020202020204"/>
                <a:ea typeface="Arial" panose="020B0704020202020204"/>
                <a:cs typeface="Arial" panose="020B0704020202020204"/>
              </a:defRPr>
            </a:lvl2pPr>
            <a:lvl3pPr algn="l">
              <a:buNone/>
              <a:defRPr sz="2625" b="0">
                <a:solidFill>
                  <a:srgbClr val="D4E3EB"/>
                </a:solidFill>
                <a:latin typeface="Arial" panose="020B0704020202020204"/>
                <a:ea typeface="Arial" panose="020B0704020202020204"/>
                <a:cs typeface="Arial" panose="020B0704020202020204"/>
              </a:defRPr>
            </a:lvl3pPr>
            <a:lvl4pPr algn="l">
              <a:buNone/>
              <a:defRPr sz="2625" b="0">
                <a:solidFill>
                  <a:srgbClr val="D4E3EB"/>
                </a:solidFill>
                <a:latin typeface="Arial" panose="020B0704020202020204"/>
                <a:ea typeface="Arial" panose="020B0704020202020204"/>
                <a:cs typeface="Arial" panose="020B0704020202020204"/>
              </a:defRPr>
            </a:lvl4pPr>
            <a:lvl5pPr algn="l">
              <a:buNone/>
              <a:defRPr sz="2625" b="0">
                <a:solidFill>
                  <a:srgbClr val="D4E3EB"/>
                </a:solidFill>
                <a:latin typeface="Arial" panose="020B0704020202020204"/>
                <a:ea typeface="Arial" panose="020B0704020202020204"/>
                <a:cs typeface="Arial" panose="020B0704020202020204"/>
              </a:defRPr>
            </a:lvl5pPr>
            <a:lvl6pPr algn="l">
              <a:buNone/>
              <a:defRPr sz="2625" b="0">
                <a:solidFill>
                  <a:srgbClr val="D4E3EB"/>
                </a:solidFill>
                <a:latin typeface="Arial" panose="020B0704020202020204"/>
                <a:ea typeface="Arial" panose="020B0704020202020204"/>
                <a:cs typeface="Arial" panose="020B0704020202020204"/>
              </a:defRPr>
            </a:lvl6pPr>
            <a:lvl7pPr algn="l">
              <a:buNone/>
              <a:defRPr sz="2625" b="0">
                <a:solidFill>
                  <a:srgbClr val="D4E3EB"/>
                </a:solidFill>
                <a:latin typeface="Arial" panose="020B0704020202020204"/>
                <a:ea typeface="Arial" panose="020B0704020202020204"/>
                <a:cs typeface="Arial" panose="020B0704020202020204"/>
              </a:defRPr>
            </a:lvl7pPr>
            <a:lvl8pPr algn="l">
              <a:buNone/>
              <a:defRPr sz="2625" b="0">
                <a:solidFill>
                  <a:srgbClr val="D4E3EB"/>
                </a:solidFill>
                <a:latin typeface="Arial" panose="020B0704020202020204"/>
                <a:ea typeface="Arial" panose="020B0704020202020204"/>
                <a:cs typeface="Arial" panose="020B0704020202020204"/>
              </a:defRPr>
            </a:lvl8pPr>
            <a:lvl9pPr algn="l">
              <a:buNone/>
              <a:defRPr sz="2625" b="0">
                <a:solidFill>
                  <a:srgbClr val="D4E3EB"/>
                </a:solidFill>
                <a:latin typeface="Arial" panose="020B0704020202020204"/>
                <a:ea typeface="Arial" panose="020B0704020202020204"/>
                <a:cs typeface="Arial" panose="020B0704020202020204"/>
              </a:defRPr>
            </a:lvl9pPr>
          </a:lstStyle>
          <a:p>
            <a:pPr algn="l">
              <a:buNone/>
              <a:defRPr sz="2625" b="0">
                <a:solidFill>
                  <a:srgbClr val="D4E3EB"/>
                </a:solidFill>
                <a:latin typeface="Arial" panose="020B0704020202020204"/>
                <a:ea typeface="Arial" panose="020B0704020202020204"/>
                <a:cs typeface="Arial" panose="020B0704020202020204"/>
              </a:defRPr>
            </a:pPr>
            <a:r>
              <a:rPr sz="2625" b="0">
                <a:solidFill>
                  <a:srgbClr val="D4E3EB"/>
                </a:solidFill>
                <a:latin typeface="Arial" panose="020B0704020202020204"/>
                <a:ea typeface="Arial" panose="020B0704020202020204"/>
                <a:cs typeface="Arial" panose="020B0704020202020204"/>
              </a:rPr>
              <a:t>Momentum-Weighted Risk Parity</a:t>
            </a:r>
            <a:endParaRPr sz="2625" b="0">
              <a:solidFill>
                <a:srgbClr val="D4E3EB"/>
              </a:solidFill>
              <a:latin typeface="Arial" panose="020B0704020202020204"/>
              <a:ea typeface="Arial" panose="020B0704020202020204"/>
              <a:cs typeface="Arial" panose="020B0704020202020204"/>
            </a:endParaRPr>
          </a:p>
          <a:p>
            <a:pPr algn="l">
              <a:buNone/>
              <a:defRPr sz="2625" b="0">
                <a:solidFill>
                  <a:srgbClr val="D4E3EB"/>
                </a:solidFill>
                <a:latin typeface="Arial" panose="020B0704020202020204"/>
                <a:ea typeface="Arial" panose="020B0704020202020204"/>
                <a:cs typeface="Arial" panose="020B0704020202020204"/>
              </a:defRPr>
            </a:pPr>
            <a:r>
              <a:rPr sz="2625" b="0">
                <a:solidFill>
                  <a:srgbClr val="D4E3EB"/>
                </a:solidFill>
                <a:latin typeface="Arial" panose="020B0704020202020204"/>
                <a:ea typeface="Arial" panose="020B0704020202020204"/>
                <a:cs typeface="Arial" panose="020B0704020202020204"/>
              </a:rPr>
              <a:t>for Dynamic Cross-Asset Allocation</a:t>
            </a:r>
            <a:endParaRPr sz="2625" b="0">
              <a:solidFill>
                <a:srgbClr val="D4E3EB"/>
              </a:solidFill>
              <a:latin typeface="Arial" panose="020B0704020202020204"/>
              <a:ea typeface="Arial" panose="020B0704020202020204"/>
              <a:cs typeface="Arial" panose="020B0704020202020204"/>
            </a:endParaRPr>
          </a:p>
        </p:txBody>
      </p:sp>
      <p:sp>
        <p:nvSpPr>
          <p:cNvPr id="5" name="slide-1-text-4"/>
          <p:cNvSpPr>
            <a:spLocks noGrp="1"/>
          </p:cNvSpPr>
          <p:nvPr/>
        </p:nvSpPr>
        <p:spPr>
          <a:xfrm>
            <a:off x="571500" y="5353050"/>
            <a:ext cx="6667500" cy="666750"/>
          </a:xfrm>
          <a:prstGeom prst="rect">
            <a:avLst/>
          </a:prstGeom>
          <a:noFill/>
          <a:ln w="0">
            <a:noFill/>
          </a:ln>
        </p:spPr>
        <p:txBody>
          <a:bodyPr wrap="square" lIns="0" tIns="0" rIns="0" bIns="0" anchor="t">
            <a:noAutofit/>
          </a:bodyPr>
          <a:lstStyle>
            <a:defPPr algn="l">
              <a:defRPr sz="1800" b="0">
                <a:solidFill>
                  <a:srgbClr val="FFFFFF"/>
                </a:solidFill>
                <a:latin typeface="Arial" panose="020B0704020202020204"/>
                <a:ea typeface="Arial" panose="020B0704020202020204"/>
                <a:cs typeface="Arial" panose="020B0704020202020204"/>
              </a:defRPr>
            </a:defPPr>
            <a:lvl1pPr algn="l">
              <a:buNone/>
              <a:defRPr sz="1800" b="0">
                <a:solidFill>
                  <a:srgbClr val="FFFFFF"/>
                </a:solidFill>
                <a:latin typeface="Arial" panose="020B0704020202020204"/>
                <a:ea typeface="Arial" panose="020B0704020202020204"/>
                <a:cs typeface="Arial" panose="020B0704020202020204"/>
              </a:defRPr>
            </a:lvl1pPr>
            <a:lvl2pPr algn="l">
              <a:buNone/>
              <a:defRPr sz="1800" b="0">
                <a:solidFill>
                  <a:srgbClr val="FFFFFF"/>
                </a:solidFill>
                <a:latin typeface="Arial" panose="020B0704020202020204"/>
                <a:ea typeface="Arial" panose="020B0704020202020204"/>
                <a:cs typeface="Arial" panose="020B0704020202020204"/>
              </a:defRPr>
            </a:lvl2pPr>
            <a:lvl3pPr algn="l">
              <a:buNone/>
              <a:defRPr sz="1800" b="0">
                <a:solidFill>
                  <a:srgbClr val="FFFFFF"/>
                </a:solidFill>
                <a:latin typeface="Arial" panose="020B0704020202020204"/>
                <a:ea typeface="Arial" panose="020B0704020202020204"/>
                <a:cs typeface="Arial" panose="020B0704020202020204"/>
              </a:defRPr>
            </a:lvl3pPr>
            <a:lvl4pPr algn="l">
              <a:buNone/>
              <a:defRPr sz="1800" b="0">
                <a:solidFill>
                  <a:srgbClr val="FFFFFF"/>
                </a:solidFill>
                <a:latin typeface="Arial" panose="020B0704020202020204"/>
                <a:ea typeface="Arial" panose="020B0704020202020204"/>
                <a:cs typeface="Arial" panose="020B0704020202020204"/>
              </a:defRPr>
            </a:lvl4pPr>
            <a:lvl5pPr algn="l">
              <a:buNone/>
              <a:defRPr sz="1800" b="0">
                <a:solidFill>
                  <a:srgbClr val="FFFFFF"/>
                </a:solidFill>
                <a:latin typeface="Arial" panose="020B0704020202020204"/>
                <a:ea typeface="Arial" panose="020B0704020202020204"/>
                <a:cs typeface="Arial" panose="020B0704020202020204"/>
              </a:defRPr>
            </a:lvl5pPr>
            <a:lvl6pPr algn="l">
              <a:buNone/>
              <a:defRPr sz="1800" b="0">
                <a:solidFill>
                  <a:srgbClr val="FFFFFF"/>
                </a:solidFill>
                <a:latin typeface="Arial" panose="020B0704020202020204"/>
                <a:ea typeface="Arial" panose="020B0704020202020204"/>
                <a:cs typeface="Arial" panose="020B0704020202020204"/>
              </a:defRPr>
            </a:lvl6pPr>
            <a:lvl7pPr algn="l">
              <a:buNone/>
              <a:defRPr sz="1800" b="0">
                <a:solidFill>
                  <a:srgbClr val="FFFFFF"/>
                </a:solidFill>
                <a:latin typeface="Arial" panose="020B0704020202020204"/>
                <a:ea typeface="Arial" panose="020B0704020202020204"/>
                <a:cs typeface="Arial" panose="020B0704020202020204"/>
              </a:defRPr>
            </a:lvl7pPr>
            <a:lvl8pPr algn="l">
              <a:buNone/>
              <a:defRPr sz="1800" b="0">
                <a:solidFill>
                  <a:srgbClr val="FFFFFF"/>
                </a:solidFill>
                <a:latin typeface="Arial" panose="020B0704020202020204"/>
                <a:ea typeface="Arial" panose="020B0704020202020204"/>
                <a:cs typeface="Arial" panose="020B0704020202020204"/>
              </a:defRPr>
            </a:lvl8pPr>
            <a:lvl9pPr algn="l">
              <a:buNone/>
              <a:defRPr sz="1800" b="0">
                <a:solidFill>
                  <a:srgbClr val="FFFFFF"/>
                </a:solidFill>
                <a:latin typeface="Arial" panose="020B0704020202020204"/>
                <a:ea typeface="Arial" panose="020B0704020202020204"/>
                <a:cs typeface="Arial" panose="020B0704020202020204"/>
              </a:defRPr>
            </a:lvl9pPr>
          </a:lstStyle>
          <a:p>
            <a:pPr algn="l">
              <a:buNone/>
              <a:defRPr sz="1800" b="0">
                <a:solidFill>
                  <a:srgbClr val="FFFFFF"/>
                </a:solidFill>
                <a:latin typeface="Arial" panose="020B0704020202020204"/>
                <a:ea typeface="Arial" panose="020B0704020202020204"/>
                <a:cs typeface="Arial" panose="020B0704020202020204"/>
              </a:defRPr>
            </a:pPr>
            <a:r>
              <a:rPr sz="1800" b="0">
                <a:solidFill>
                  <a:srgbClr val="FFFFFF"/>
                </a:solidFill>
                <a:latin typeface="Arial" panose="020B0704020202020204"/>
                <a:ea typeface="Arial" panose="020B0704020202020204"/>
                <a:cs typeface="Arial" panose="020B0704020202020204"/>
              </a:rPr>
              <a:t>FE5209 Financial Econometrics</a:t>
            </a:r>
            <a:endParaRPr sz="1800" b="0">
              <a:solidFill>
                <a:srgbClr val="FFFFFF"/>
              </a:solidFill>
              <a:latin typeface="Arial" panose="020B0704020202020204"/>
              <a:ea typeface="Arial" panose="020B0704020202020204"/>
              <a:cs typeface="Arial" panose="020B0704020202020204"/>
            </a:endParaRPr>
          </a:p>
          <a:p>
            <a:pPr algn="l">
              <a:buNone/>
              <a:defRPr sz="1800" b="0">
                <a:solidFill>
                  <a:srgbClr val="FFFFFF"/>
                </a:solidFill>
                <a:latin typeface="Arial" panose="020B0704020202020204"/>
                <a:ea typeface="Arial" panose="020B0704020202020204"/>
                <a:cs typeface="Arial" panose="020B0704020202020204"/>
              </a:defRPr>
            </a:pPr>
            <a:r>
              <a:rPr sz="1800" b="0">
                <a:solidFill>
                  <a:srgbClr val="FFFFFF"/>
                </a:solidFill>
                <a:latin typeface="Arial" panose="020B0704020202020204"/>
                <a:ea typeface="Arial" panose="020B0704020202020204"/>
                <a:cs typeface="Arial" panose="020B0704020202020204"/>
              </a:rPr>
              <a:t>Group Project</a:t>
            </a:r>
            <a:r>
              <a:rPr lang="en-US" sz="1800" b="0">
                <a:solidFill>
                  <a:srgbClr val="FFFFFF"/>
                </a:solidFill>
                <a:latin typeface="Arial" panose="020B0704020202020204"/>
                <a:ea typeface="Arial" panose="020B0704020202020204"/>
                <a:cs typeface="Arial" panose="020B0704020202020204"/>
              </a:rPr>
              <a:t> - </a:t>
            </a:r>
            <a:r>
              <a:rPr lang="en-US" sz="1800" b="0">
                <a:solidFill>
                  <a:srgbClr val="FFFFFF"/>
                </a:solidFill>
                <a:latin typeface="Arial" panose="020B0704020202020204"/>
                <a:ea typeface="Arial" panose="020B0704020202020204"/>
                <a:cs typeface="Arial" panose="020B0704020202020204"/>
              </a:rPr>
              <a:t>Weiming Alpha</a:t>
            </a:r>
            <a:endParaRPr lang="en-US" sz="1800" b="0">
              <a:solidFill>
                <a:srgbClr val="FFFFFF"/>
              </a:solidFill>
              <a:latin typeface="Arial" panose="020B0704020202020204"/>
              <a:ea typeface="Arial" panose="020B0704020202020204"/>
              <a:cs typeface="Arial" panose="020B0704020202020204"/>
            </a:endParaRPr>
          </a:p>
        </p:txBody>
      </p:sp>
      <p:sp>
        <p:nvSpPr>
          <p:cNvPr id="6" name="slide-1-text-5"/>
          <p:cNvSpPr>
            <a:spLocks noGrp="1"/>
          </p:cNvSpPr>
          <p:nvPr/>
        </p:nvSpPr>
        <p:spPr>
          <a:xfrm>
            <a:off x="7962900" y="5391150"/>
            <a:ext cx="3619500" cy="381000"/>
          </a:xfrm>
          <a:prstGeom prst="rect">
            <a:avLst/>
          </a:prstGeom>
          <a:noFill/>
          <a:ln w="0">
            <a:noFill/>
          </a:ln>
        </p:spPr>
        <p:txBody>
          <a:bodyPr wrap="square" lIns="0" tIns="0" rIns="0" bIns="0" anchor="t">
            <a:noAutofit/>
          </a:bodyPr>
          <a:lstStyle>
            <a:defPPr algn="r">
              <a:defRPr sz="1725" b="0">
                <a:solidFill>
                  <a:srgbClr val="FFFFFF"/>
                </a:solidFill>
                <a:latin typeface="Arial" panose="020B0704020202020204"/>
                <a:ea typeface="Arial" panose="020B0704020202020204"/>
                <a:cs typeface="Arial" panose="020B0704020202020204"/>
              </a:defRPr>
            </a:defPPr>
            <a:lvl1pPr algn="r">
              <a:buNone/>
              <a:defRPr sz="1725" b="0">
                <a:solidFill>
                  <a:srgbClr val="FFFFFF"/>
                </a:solidFill>
                <a:latin typeface="Arial" panose="020B0704020202020204"/>
                <a:ea typeface="Arial" panose="020B0704020202020204"/>
                <a:cs typeface="Arial" panose="020B0704020202020204"/>
              </a:defRPr>
            </a:lvl1pPr>
            <a:lvl2pPr algn="r">
              <a:buNone/>
              <a:defRPr sz="1725" b="0">
                <a:solidFill>
                  <a:srgbClr val="FFFFFF"/>
                </a:solidFill>
                <a:latin typeface="Arial" panose="020B0704020202020204"/>
                <a:ea typeface="Arial" panose="020B0704020202020204"/>
                <a:cs typeface="Arial" panose="020B0704020202020204"/>
              </a:defRPr>
            </a:lvl2pPr>
            <a:lvl3pPr algn="r">
              <a:buNone/>
              <a:defRPr sz="1725" b="0">
                <a:solidFill>
                  <a:srgbClr val="FFFFFF"/>
                </a:solidFill>
                <a:latin typeface="Arial" panose="020B0704020202020204"/>
                <a:ea typeface="Arial" panose="020B0704020202020204"/>
                <a:cs typeface="Arial" panose="020B0704020202020204"/>
              </a:defRPr>
            </a:lvl3pPr>
            <a:lvl4pPr algn="r">
              <a:buNone/>
              <a:defRPr sz="1725" b="0">
                <a:solidFill>
                  <a:srgbClr val="FFFFFF"/>
                </a:solidFill>
                <a:latin typeface="Arial" panose="020B0704020202020204"/>
                <a:ea typeface="Arial" panose="020B0704020202020204"/>
                <a:cs typeface="Arial" panose="020B0704020202020204"/>
              </a:defRPr>
            </a:lvl4pPr>
            <a:lvl5pPr algn="r">
              <a:buNone/>
              <a:defRPr sz="1725" b="0">
                <a:solidFill>
                  <a:srgbClr val="FFFFFF"/>
                </a:solidFill>
                <a:latin typeface="Arial" panose="020B0704020202020204"/>
                <a:ea typeface="Arial" panose="020B0704020202020204"/>
                <a:cs typeface="Arial" panose="020B0704020202020204"/>
              </a:defRPr>
            </a:lvl5pPr>
            <a:lvl6pPr algn="r">
              <a:buNone/>
              <a:defRPr sz="1725" b="0">
                <a:solidFill>
                  <a:srgbClr val="FFFFFF"/>
                </a:solidFill>
                <a:latin typeface="Arial" panose="020B0704020202020204"/>
                <a:ea typeface="Arial" panose="020B0704020202020204"/>
                <a:cs typeface="Arial" panose="020B0704020202020204"/>
              </a:defRPr>
            </a:lvl6pPr>
            <a:lvl7pPr algn="r">
              <a:buNone/>
              <a:defRPr sz="1725" b="0">
                <a:solidFill>
                  <a:srgbClr val="FFFFFF"/>
                </a:solidFill>
                <a:latin typeface="Arial" panose="020B0704020202020204"/>
                <a:ea typeface="Arial" panose="020B0704020202020204"/>
                <a:cs typeface="Arial" panose="020B0704020202020204"/>
              </a:defRPr>
            </a:lvl7pPr>
            <a:lvl8pPr algn="r">
              <a:buNone/>
              <a:defRPr sz="1725" b="0">
                <a:solidFill>
                  <a:srgbClr val="FFFFFF"/>
                </a:solidFill>
                <a:latin typeface="Arial" panose="020B0704020202020204"/>
                <a:ea typeface="Arial" panose="020B0704020202020204"/>
                <a:cs typeface="Arial" panose="020B0704020202020204"/>
              </a:defRPr>
            </a:lvl8pPr>
            <a:lvl9pPr algn="r">
              <a:buNone/>
              <a:defRPr sz="1725" b="0">
                <a:solidFill>
                  <a:srgbClr val="FFFFFF"/>
                </a:solidFill>
                <a:latin typeface="Arial" panose="020B0704020202020204"/>
                <a:ea typeface="Arial" panose="020B0704020202020204"/>
                <a:cs typeface="Arial" panose="020B0704020202020204"/>
              </a:defRPr>
            </a:lvl9pPr>
          </a:lstStyle>
          <a:p>
            <a:pPr algn="r">
              <a:buNone/>
              <a:defRPr sz="1725" b="0">
                <a:solidFill>
                  <a:srgbClr val="FFFFFF"/>
                </a:solidFill>
                <a:latin typeface="Arial" panose="020B0704020202020204"/>
                <a:ea typeface="Arial" panose="020B0704020202020204"/>
                <a:cs typeface="Arial" panose="020B0704020202020204"/>
              </a:defRPr>
            </a:pPr>
            <a:r>
              <a:rPr sz="1725" b="0">
                <a:solidFill>
                  <a:srgbClr val="FFFFFF"/>
                </a:solidFill>
                <a:latin typeface="Arial" panose="020B0704020202020204"/>
                <a:ea typeface="Arial" panose="020B0704020202020204"/>
                <a:cs typeface="Arial" panose="020B0704020202020204"/>
              </a:rPr>
              <a:t>Presentation date: 2 November</a:t>
            </a:r>
            <a:endParaRPr sz="1725" b="0">
              <a:solidFill>
                <a:srgbClr val="FFFFFF"/>
              </a:solidFill>
              <a:latin typeface="Arial" panose="020B0704020202020204"/>
              <a:ea typeface="Arial" panose="020B0704020202020204"/>
              <a:cs typeface="Arial" panose="020B07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2-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02</a:t>
            </a:r>
            <a:endParaRPr sz="1050" b="0">
              <a:solidFill>
                <a:srgbClr val="72B5C0"/>
              </a:solidFill>
              <a:latin typeface="Arial" panose="020B0704020202020204"/>
              <a:ea typeface="Arial" panose="020B0704020202020204"/>
              <a:cs typeface="Arial" panose="020B0704020202020204"/>
            </a:endParaRPr>
          </a:p>
        </p:txBody>
      </p:sp>
      <p:sp>
        <p:nvSpPr>
          <p:cNvPr id="2" name="slide-2-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01</a:t>
            </a:r>
            <a:endParaRPr sz="12900" b="1">
              <a:solidFill>
                <a:srgbClr val="72B5C0"/>
              </a:solidFill>
              <a:latin typeface="Arial" panose="020B0704020202020204"/>
              <a:ea typeface="Arial" panose="020B0704020202020204"/>
              <a:cs typeface="Arial" panose="020B0704020202020204"/>
            </a:endParaRPr>
          </a:p>
        </p:txBody>
      </p:sp>
      <p:sp>
        <p:nvSpPr>
          <p:cNvPr id="3" name="slide-2-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The Investment Problem</a:t>
            </a:r>
            <a:endParaRPr sz="3900" b="1">
              <a:solidFill>
                <a:srgbClr val="FFFFFF"/>
              </a:solidFill>
              <a:latin typeface="Arial" panose="020B0704020202020204"/>
              <a:ea typeface="Arial" panose="020B0704020202020204"/>
              <a:cs typeface="Arial" panose="020B0704020202020204"/>
            </a:endParaRPr>
          </a:p>
        </p:txBody>
      </p:sp>
      <p:sp>
        <p:nvSpPr>
          <p:cNvPr id="4" name="slide-2-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Capture trends while controlling portfolio concentration</a:t>
            </a:r>
            <a:endParaRPr sz="2175" b="0">
              <a:solidFill>
                <a:srgbClr val="D4E3EB"/>
              </a:solidFill>
              <a:latin typeface="Arial" panose="020B0704020202020204"/>
              <a:ea typeface="Arial" panose="020B0704020202020204"/>
              <a:cs typeface="Arial" panose="020B0704020202020204"/>
            </a:endParaRPr>
          </a:p>
        </p:txBody>
      </p:sp>
      <p:sp>
        <p:nvSpPr>
          <p:cNvPr id="5" name="slide-2-text-4"/>
          <p:cNvSpPr>
            <a:spLocks noGrp="1"/>
          </p:cNvSpPr>
          <p:nvPr/>
        </p:nvSpPr>
        <p:spPr>
          <a:xfrm>
            <a:off x="571500" y="6038850"/>
            <a:ext cx="6191250" cy="285750"/>
          </a:xfrm>
          <a:prstGeom prst="rect">
            <a:avLst/>
          </a:prstGeom>
          <a:noFill/>
          <a:ln w="0">
            <a:noFill/>
          </a:ln>
        </p:spPr>
        <p:txBody>
          <a:bodyPr wrap="square" lIns="0" tIns="0" rIns="0" bIns="0" anchor="t">
            <a:noAutofit/>
          </a:bodyPr>
          <a:lstStyle>
            <a:defPPr algn="l">
              <a:defRPr sz="1650" b="0">
                <a:solidFill>
                  <a:srgbClr val="72B5C0"/>
                </a:solidFill>
                <a:latin typeface="Arial" panose="020B0704020202020204"/>
                <a:ea typeface="Arial" panose="020B0704020202020204"/>
                <a:cs typeface="Arial" panose="020B0704020202020204"/>
              </a:defRPr>
            </a:defPPr>
            <a:lvl1pPr algn="l">
              <a:buNone/>
              <a:defRPr sz="1650" b="0">
                <a:solidFill>
                  <a:srgbClr val="72B5C0"/>
                </a:solidFill>
                <a:latin typeface="Arial" panose="020B0704020202020204"/>
                <a:ea typeface="Arial" panose="020B0704020202020204"/>
                <a:cs typeface="Arial" panose="020B0704020202020204"/>
              </a:defRPr>
            </a:lvl1pPr>
            <a:lvl2pPr algn="l">
              <a:buNone/>
              <a:defRPr sz="1650" b="0">
                <a:solidFill>
                  <a:srgbClr val="72B5C0"/>
                </a:solidFill>
                <a:latin typeface="Arial" panose="020B0704020202020204"/>
                <a:ea typeface="Arial" panose="020B0704020202020204"/>
                <a:cs typeface="Arial" panose="020B0704020202020204"/>
              </a:defRPr>
            </a:lvl2pPr>
            <a:lvl3pPr algn="l">
              <a:buNone/>
              <a:defRPr sz="1650" b="0">
                <a:solidFill>
                  <a:srgbClr val="72B5C0"/>
                </a:solidFill>
                <a:latin typeface="Arial" panose="020B0704020202020204"/>
                <a:ea typeface="Arial" panose="020B0704020202020204"/>
                <a:cs typeface="Arial" panose="020B0704020202020204"/>
              </a:defRPr>
            </a:lvl3pPr>
            <a:lvl4pPr algn="l">
              <a:buNone/>
              <a:defRPr sz="1650" b="0">
                <a:solidFill>
                  <a:srgbClr val="72B5C0"/>
                </a:solidFill>
                <a:latin typeface="Arial" panose="020B0704020202020204"/>
                <a:ea typeface="Arial" panose="020B0704020202020204"/>
                <a:cs typeface="Arial" panose="020B0704020202020204"/>
              </a:defRPr>
            </a:lvl4pPr>
            <a:lvl5pPr algn="l">
              <a:buNone/>
              <a:defRPr sz="1650" b="0">
                <a:solidFill>
                  <a:srgbClr val="72B5C0"/>
                </a:solidFill>
                <a:latin typeface="Arial" panose="020B0704020202020204"/>
                <a:ea typeface="Arial" panose="020B0704020202020204"/>
                <a:cs typeface="Arial" panose="020B0704020202020204"/>
              </a:defRPr>
            </a:lvl5pPr>
            <a:lvl6pPr algn="l">
              <a:buNone/>
              <a:defRPr sz="1650" b="0">
                <a:solidFill>
                  <a:srgbClr val="72B5C0"/>
                </a:solidFill>
                <a:latin typeface="Arial" panose="020B0704020202020204"/>
                <a:ea typeface="Arial" panose="020B0704020202020204"/>
                <a:cs typeface="Arial" panose="020B0704020202020204"/>
              </a:defRPr>
            </a:lvl6pPr>
            <a:lvl7pPr algn="l">
              <a:buNone/>
              <a:defRPr sz="1650" b="0">
                <a:solidFill>
                  <a:srgbClr val="72B5C0"/>
                </a:solidFill>
                <a:latin typeface="Arial" panose="020B0704020202020204"/>
                <a:ea typeface="Arial" panose="020B0704020202020204"/>
                <a:cs typeface="Arial" panose="020B0704020202020204"/>
              </a:defRPr>
            </a:lvl7pPr>
            <a:lvl8pPr algn="l">
              <a:buNone/>
              <a:defRPr sz="1650" b="0">
                <a:solidFill>
                  <a:srgbClr val="72B5C0"/>
                </a:solidFill>
                <a:latin typeface="Arial" panose="020B0704020202020204"/>
                <a:ea typeface="Arial" panose="020B0704020202020204"/>
                <a:cs typeface="Arial" panose="020B0704020202020204"/>
              </a:defRPr>
            </a:lvl8pPr>
            <a:lvl9pPr algn="l">
              <a:buNone/>
              <a:defRPr sz="1650" b="0">
                <a:solidFill>
                  <a:srgbClr val="72B5C0"/>
                </a:solidFill>
                <a:latin typeface="Arial" panose="020B0704020202020204"/>
                <a:ea typeface="Arial" panose="020B0704020202020204"/>
                <a:cs typeface="Arial" panose="020B0704020202020204"/>
              </a:defRPr>
            </a:lvl9pPr>
          </a:lstStyle>
          <a:p>
            <a:pPr algn="l">
              <a:buNone/>
              <a:defRPr sz="1650" b="0">
                <a:solidFill>
                  <a:srgbClr val="72B5C0"/>
                </a:solidFill>
                <a:latin typeface="Arial" panose="020B0704020202020204"/>
                <a:ea typeface="Arial" panose="020B0704020202020204"/>
                <a:cs typeface="Arial" panose="020B0704020202020204"/>
              </a:defRPr>
            </a:pPr>
            <a:r>
              <a:rPr sz="1650" b="0">
                <a:solidFill>
                  <a:srgbClr val="72B5C0"/>
                </a:solidFill>
                <a:latin typeface="Arial" panose="020B0704020202020204"/>
                <a:ea typeface="Arial" panose="020B0704020202020204"/>
                <a:cs typeface="Arial" panose="020B0704020202020204"/>
              </a:rPr>
              <a:t>Speaker 1</a:t>
            </a:r>
            <a:endParaRPr sz="1650" b="0">
              <a:solidFill>
                <a:srgbClr val="72B5C0"/>
              </a:solidFill>
              <a:latin typeface="Arial" panose="020B0704020202020204"/>
              <a:ea typeface="Arial" panose="020B0704020202020204"/>
              <a:cs typeface="Arial" panose="020B07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Six risk exposures and one defensive asset</a:t>
            </a:r>
            <a:endParaRPr sz="3150" b="1">
              <a:solidFill>
                <a:srgbClr val="132A43"/>
              </a:solidFill>
              <a:latin typeface="Arial" panose="020B0704020202020204"/>
              <a:ea typeface="Arial" panose="020B0704020202020204"/>
              <a:cs typeface="Arial" panose="020B0704020202020204"/>
            </a:endParaRPr>
          </a:p>
        </p:txBody>
      </p:sp>
      <p:sp>
        <p:nvSpPr>
          <p:cNvPr id="3" name="slide-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03</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76400"/>
          <a:ext cx="11049000" cy="3886200"/>
        </p:xfrm>
        <a:graphic>
          <a:graphicData uri="http://schemas.openxmlformats.org/drawingml/2006/table">
            <a:tbl>
              <a:tblPr/>
              <a:tblGrid>
                <a:gridCol w="4857750"/>
                <a:gridCol w="2286000"/>
                <a:gridCol w="3905250"/>
              </a:tblGrid>
              <a:tr h="485775">
                <a:tc>
                  <a:txBody>
                    <a:bodyPr>
                      <a:spAutoFit/>
                    </a:bodyPr>
                    <a:lstStyle/>
                    <a:p>
                      <a:r>
                        <a:rPr sz="1800" b="1">
                          <a:solidFill>
                            <a:srgbClr val="FFFFFF"/>
                          </a:solidFill>
                          <a:latin typeface="Arial" panose="020B0704020202020204"/>
                          <a:ea typeface="Arial" panose="020B0704020202020204"/>
                          <a:cs typeface="Arial" panose="020B0704020202020204"/>
                        </a:rPr>
                        <a:t>Risk exposure</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ETF ticker</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Portfolio role</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US equity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SPY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Singapore equity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ES3.SI</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Long-term US Treasuries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TLT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Gold</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GLD</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Emerging markets equity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IEMG</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Broad commodities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PDBC</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b="1">
                          <a:solidFill>
                            <a:srgbClr val="167F89"/>
                          </a:solidFill>
                          <a:latin typeface="Arial" panose="020B0704020202020204"/>
                          <a:ea typeface="Arial" panose="020B0704020202020204"/>
                          <a:cs typeface="Arial" panose="020B0704020202020204"/>
                        </a:rPr>
                        <a:t>Treasury bills</a:t>
                      </a:r>
                      <a:endParaRPr sz="1800" b="1">
                        <a:solidFill>
                          <a:srgbClr val="167F89"/>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E3F0EF"/>
                    </a:solidFill>
                  </a:tcPr>
                </a:tc>
                <a:tc>
                  <a:txBody>
                    <a:bodyPr>
                      <a:spAutoFit/>
                    </a:bodyPr>
                    <a:lstStyle/>
                    <a:p>
                      <a:r>
                        <a:rPr sz="1800" b="1">
                          <a:solidFill>
                            <a:srgbClr val="167F89"/>
                          </a:solidFill>
                          <a:latin typeface="Arial" panose="020B0704020202020204"/>
                          <a:ea typeface="Arial" panose="020B0704020202020204"/>
                          <a:cs typeface="Arial" panose="020B0704020202020204"/>
                        </a:rPr>
                        <a:t>BIL</a:t>
                      </a:r>
                      <a:endParaRPr sz="1800"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1800" b="1">
                          <a:solidFill>
                            <a:srgbClr val="167F89"/>
                          </a:solidFill>
                          <a:latin typeface="Arial" panose="020B0704020202020204"/>
                          <a:ea typeface="Arial" panose="020B0704020202020204"/>
                          <a:cs typeface="Arial" panose="020B0704020202020204"/>
                        </a:rPr>
                        <a:t>Defensive asset</a:t>
                      </a:r>
                      <a:endParaRPr sz="1800"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r>
            </a:tbl>
          </a:graphicData>
        </a:graphic>
      </p:graphicFrame>
      <p:sp>
        <p:nvSpPr>
          <p:cNvPr id="5" name="slide-3-text-3"/>
          <p:cNvSpPr>
            <a:spLocks noGrp="1"/>
          </p:cNvSpPr>
          <p:nvPr/>
        </p:nvSpPr>
        <p:spPr>
          <a:xfrm>
            <a:off x="571500" y="5819775"/>
            <a:ext cx="11049000" cy="314325"/>
          </a:xfrm>
          <a:prstGeom prst="rect">
            <a:avLst/>
          </a:prstGeom>
          <a:noFill/>
          <a:ln w="0">
            <a:noFill/>
          </a:ln>
        </p:spPr>
        <p:txBody>
          <a:bodyPr wrap="square" lIns="0" tIns="0" rIns="0" bIns="0" anchor="t">
            <a:noAutofit/>
          </a:bodyPr>
          <a:lstStyle>
            <a:defPPr algn="l">
              <a:defRPr sz="1575" b="0">
                <a:solidFill>
                  <a:srgbClr val="586B7C"/>
                </a:solidFill>
                <a:latin typeface="Arial" panose="020B0704020202020204"/>
                <a:ea typeface="Arial" panose="020B0704020202020204"/>
                <a:cs typeface="Arial" panose="020B0704020202020204"/>
              </a:defRPr>
            </a:defPPr>
            <a:lvl1pPr algn="l">
              <a:buNone/>
              <a:defRPr sz="1575" b="0">
                <a:solidFill>
                  <a:srgbClr val="586B7C"/>
                </a:solidFill>
                <a:latin typeface="Arial" panose="020B0704020202020204"/>
                <a:ea typeface="Arial" panose="020B0704020202020204"/>
                <a:cs typeface="Arial" panose="020B0704020202020204"/>
              </a:defRPr>
            </a:lvl1pPr>
            <a:lvl2pPr algn="l">
              <a:buNone/>
              <a:defRPr sz="1575" b="0">
                <a:solidFill>
                  <a:srgbClr val="586B7C"/>
                </a:solidFill>
                <a:latin typeface="Arial" panose="020B0704020202020204"/>
                <a:ea typeface="Arial" panose="020B0704020202020204"/>
                <a:cs typeface="Arial" panose="020B0704020202020204"/>
              </a:defRPr>
            </a:lvl2pPr>
            <a:lvl3pPr algn="l">
              <a:buNone/>
              <a:defRPr sz="1575" b="0">
                <a:solidFill>
                  <a:srgbClr val="586B7C"/>
                </a:solidFill>
                <a:latin typeface="Arial" panose="020B0704020202020204"/>
                <a:ea typeface="Arial" panose="020B0704020202020204"/>
                <a:cs typeface="Arial" panose="020B0704020202020204"/>
              </a:defRPr>
            </a:lvl3pPr>
            <a:lvl4pPr algn="l">
              <a:buNone/>
              <a:defRPr sz="1575" b="0">
                <a:solidFill>
                  <a:srgbClr val="586B7C"/>
                </a:solidFill>
                <a:latin typeface="Arial" panose="020B0704020202020204"/>
                <a:ea typeface="Arial" panose="020B0704020202020204"/>
                <a:cs typeface="Arial" panose="020B0704020202020204"/>
              </a:defRPr>
            </a:lvl4pPr>
            <a:lvl5pPr algn="l">
              <a:buNone/>
              <a:defRPr sz="1575" b="0">
                <a:solidFill>
                  <a:srgbClr val="586B7C"/>
                </a:solidFill>
                <a:latin typeface="Arial" panose="020B0704020202020204"/>
                <a:ea typeface="Arial" panose="020B0704020202020204"/>
                <a:cs typeface="Arial" panose="020B0704020202020204"/>
              </a:defRPr>
            </a:lvl5pPr>
            <a:lvl6pPr algn="l">
              <a:buNone/>
              <a:defRPr sz="1575" b="0">
                <a:solidFill>
                  <a:srgbClr val="586B7C"/>
                </a:solidFill>
                <a:latin typeface="Arial" panose="020B0704020202020204"/>
                <a:ea typeface="Arial" panose="020B0704020202020204"/>
                <a:cs typeface="Arial" panose="020B0704020202020204"/>
              </a:defRPr>
            </a:lvl6pPr>
            <a:lvl7pPr algn="l">
              <a:buNone/>
              <a:defRPr sz="1575" b="0">
                <a:solidFill>
                  <a:srgbClr val="586B7C"/>
                </a:solidFill>
                <a:latin typeface="Arial" panose="020B0704020202020204"/>
                <a:ea typeface="Arial" panose="020B0704020202020204"/>
                <a:cs typeface="Arial" panose="020B0704020202020204"/>
              </a:defRPr>
            </a:lvl7pPr>
            <a:lvl8pPr algn="l">
              <a:buNone/>
              <a:defRPr sz="1575" b="0">
                <a:solidFill>
                  <a:srgbClr val="586B7C"/>
                </a:solidFill>
                <a:latin typeface="Arial" panose="020B0704020202020204"/>
                <a:ea typeface="Arial" panose="020B0704020202020204"/>
                <a:cs typeface="Arial" panose="020B0704020202020204"/>
              </a:defRPr>
            </a:lvl8pPr>
            <a:lvl9pPr algn="l">
              <a:buNone/>
              <a:defRPr sz="1575" b="0">
                <a:solidFill>
                  <a:srgbClr val="586B7C"/>
                </a:solidFill>
                <a:latin typeface="Arial" panose="020B0704020202020204"/>
                <a:ea typeface="Arial" panose="020B0704020202020204"/>
                <a:cs typeface="Arial" panose="020B0704020202020204"/>
              </a:defRPr>
            </a:lvl9pPr>
          </a:lstStyle>
          <a:p>
            <a:pPr algn="l">
              <a:buNone/>
              <a:defRPr sz="1575" b="0">
                <a:solidFill>
                  <a:srgbClr val="586B7C"/>
                </a:solidFill>
                <a:latin typeface="Arial" panose="020B0704020202020204"/>
                <a:ea typeface="Arial" panose="020B0704020202020204"/>
                <a:cs typeface="Arial" panose="020B0704020202020204"/>
              </a:defRPr>
            </a:pPr>
            <a:r>
              <a:rPr sz="1575" b="0">
                <a:solidFill>
                  <a:srgbClr val="586B7C"/>
                </a:solidFill>
                <a:latin typeface="Arial" panose="020B0704020202020204"/>
                <a:ea typeface="Arial" panose="020B0704020202020204"/>
                <a:cs typeface="Arial" panose="020B0704020202020204"/>
              </a:rPr>
              <a:t>ETF = exchange-traded fund. SGD = Singapore dollar. USD = United States dollar.</a:t>
            </a:r>
            <a:endParaRPr sz="1575" b="0">
              <a:solidFill>
                <a:srgbClr val="586B7C"/>
              </a:solidFill>
              <a:latin typeface="Arial" panose="020B0704020202020204"/>
              <a:ea typeface="Arial" panose="020B0704020202020204"/>
              <a:cs typeface="Arial" panose="020B0704020202020204"/>
            </a:endParaRPr>
          </a:p>
        </p:txBody>
      </p:sp>
      <p:sp>
        <p:nvSpPr>
          <p:cNvPr id="6" name="slide-3-text-4"/>
          <p:cNvSpPr>
            <a:spLocks noGrp="1"/>
          </p:cNvSpPr>
          <p:nvPr/>
        </p:nvSpPr>
        <p:spPr>
          <a:xfrm>
            <a:off x="571500" y="6191250"/>
            <a:ext cx="10858500" cy="304800"/>
          </a:xfrm>
          <a:prstGeom prst="rect">
            <a:avLst/>
          </a:prstGeom>
          <a:noFill/>
          <a:ln w="0">
            <a:noFill/>
          </a:ln>
        </p:spPr>
        <p:txBody>
          <a:bodyPr wrap="square" lIns="0" tIns="0" rIns="0" bIns="0" anchor="t">
            <a:noAutofit/>
          </a:bodyPr>
          <a:lstStyle>
            <a:defPPr algn="l">
              <a:defRPr sz="1650" b="1">
                <a:solidFill>
                  <a:srgbClr val="167F89"/>
                </a:solidFill>
                <a:latin typeface="Arial" panose="020B0704020202020204"/>
                <a:ea typeface="Arial" panose="020B0704020202020204"/>
                <a:cs typeface="Arial" panose="020B0704020202020204"/>
              </a:defRPr>
            </a:defPPr>
            <a:lvl1pPr algn="l">
              <a:buNone/>
              <a:defRPr sz="1650" b="1">
                <a:solidFill>
                  <a:srgbClr val="167F89"/>
                </a:solidFill>
                <a:latin typeface="Arial" panose="020B0704020202020204"/>
                <a:ea typeface="Arial" panose="020B0704020202020204"/>
                <a:cs typeface="Arial" panose="020B0704020202020204"/>
              </a:defRPr>
            </a:lvl1pPr>
            <a:lvl2pPr algn="l">
              <a:buNone/>
              <a:defRPr sz="1650" b="1">
                <a:solidFill>
                  <a:srgbClr val="167F89"/>
                </a:solidFill>
                <a:latin typeface="Arial" panose="020B0704020202020204"/>
                <a:ea typeface="Arial" panose="020B0704020202020204"/>
                <a:cs typeface="Arial" panose="020B0704020202020204"/>
              </a:defRPr>
            </a:lvl2pPr>
            <a:lvl3pPr algn="l">
              <a:buNone/>
              <a:defRPr sz="1650" b="1">
                <a:solidFill>
                  <a:srgbClr val="167F89"/>
                </a:solidFill>
                <a:latin typeface="Arial" panose="020B0704020202020204"/>
                <a:ea typeface="Arial" panose="020B0704020202020204"/>
                <a:cs typeface="Arial" panose="020B0704020202020204"/>
              </a:defRPr>
            </a:lvl3pPr>
            <a:lvl4pPr algn="l">
              <a:buNone/>
              <a:defRPr sz="1650" b="1">
                <a:solidFill>
                  <a:srgbClr val="167F89"/>
                </a:solidFill>
                <a:latin typeface="Arial" panose="020B0704020202020204"/>
                <a:ea typeface="Arial" panose="020B0704020202020204"/>
                <a:cs typeface="Arial" panose="020B0704020202020204"/>
              </a:defRPr>
            </a:lvl4pPr>
            <a:lvl5pPr algn="l">
              <a:buNone/>
              <a:defRPr sz="1650" b="1">
                <a:solidFill>
                  <a:srgbClr val="167F89"/>
                </a:solidFill>
                <a:latin typeface="Arial" panose="020B0704020202020204"/>
                <a:ea typeface="Arial" panose="020B0704020202020204"/>
                <a:cs typeface="Arial" panose="020B0704020202020204"/>
              </a:defRPr>
            </a:lvl5pPr>
            <a:lvl6pPr algn="l">
              <a:buNone/>
              <a:defRPr sz="1650" b="1">
                <a:solidFill>
                  <a:srgbClr val="167F89"/>
                </a:solidFill>
                <a:latin typeface="Arial" panose="020B0704020202020204"/>
                <a:ea typeface="Arial" panose="020B0704020202020204"/>
                <a:cs typeface="Arial" panose="020B0704020202020204"/>
              </a:defRPr>
            </a:lvl6pPr>
            <a:lvl7pPr algn="l">
              <a:buNone/>
              <a:defRPr sz="1650" b="1">
                <a:solidFill>
                  <a:srgbClr val="167F89"/>
                </a:solidFill>
                <a:latin typeface="Arial" panose="020B0704020202020204"/>
                <a:ea typeface="Arial" panose="020B0704020202020204"/>
                <a:cs typeface="Arial" panose="020B0704020202020204"/>
              </a:defRPr>
            </a:lvl7pPr>
            <a:lvl8pPr algn="l">
              <a:buNone/>
              <a:defRPr sz="1650" b="1">
                <a:solidFill>
                  <a:srgbClr val="167F89"/>
                </a:solidFill>
                <a:latin typeface="Arial" panose="020B0704020202020204"/>
                <a:ea typeface="Arial" panose="020B0704020202020204"/>
                <a:cs typeface="Arial" panose="020B0704020202020204"/>
              </a:defRPr>
            </a:lvl8pPr>
            <a:lvl9pPr algn="l">
              <a:buNone/>
              <a:defRPr sz="1650" b="1">
                <a:solidFill>
                  <a:srgbClr val="167F89"/>
                </a:solidFill>
                <a:latin typeface="Arial" panose="020B0704020202020204"/>
                <a:ea typeface="Arial" panose="020B0704020202020204"/>
                <a:cs typeface="Arial" panose="020B0704020202020204"/>
              </a:defRPr>
            </a:lvl9pPr>
          </a:lstStyle>
          <a:p>
            <a:pPr algn="l">
              <a:buNone/>
              <a:defRPr sz="1650" b="1">
                <a:solidFill>
                  <a:srgbClr val="167F89"/>
                </a:solidFill>
                <a:latin typeface="Arial" panose="020B0704020202020204"/>
                <a:ea typeface="Arial" panose="020B0704020202020204"/>
                <a:cs typeface="Arial" panose="020B0704020202020204"/>
              </a:defRPr>
            </a:pPr>
            <a:r>
              <a:rPr sz="1650" b="1">
                <a:solidFill>
                  <a:srgbClr val="167F89"/>
                </a:solidFill>
                <a:latin typeface="Arial" panose="020B0704020202020204"/>
                <a:ea typeface="Arial" panose="020B0704020202020204"/>
                <a:cs typeface="Arial" panose="020B0704020202020204"/>
              </a:rPr>
              <a:t>BIL retains USD/SGD currency risk. It is not risk-free SGD cash.</a:t>
            </a:r>
            <a:endParaRPr sz="1650"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8" name="slide-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4-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Return relationships before the recent-month test</a:t>
            </a:r>
            <a:endParaRPr sz="3150" b="1">
              <a:solidFill>
                <a:srgbClr val="132A43"/>
              </a:solidFill>
              <a:latin typeface="Arial" panose="020B0704020202020204"/>
              <a:ea typeface="Arial" panose="020B0704020202020204"/>
              <a:cs typeface="Arial" panose="020B0704020202020204"/>
            </a:endParaRPr>
          </a:p>
        </p:txBody>
      </p:sp>
      <p:sp>
        <p:nvSpPr>
          <p:cNvPr id="3" name="slide-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04</a:t>
            </a:r>
            <a:endParaRPr sz="1050" b="0">
              <a:solidFill>
                <a:srgbClr val="586B7C"/>
              </a:solidFill>
              <a:latin typeface="Arial" panose="020B0704020202020204"/>
              <a:ea typeface="Arial" panose="020B0704020202020204"/>
              <a:cs typeface="Arial" panose="020B0704020202020204"/>
            </a:endParaRPr>
          </a:p>
        </p:txBody>
      </p:sp>
      <p:graphicFrame>
        <p:nvGraphicFramePr>
          <p:cNvPr id="9" name="表格 8"/>
          <p:cNvGraphicFramePr/>
          <p:nvPr/>
        </p:nvGraphicFramePr>
        <p:xfrm>
          <a:off x="666750" y="1666875"/>
          <a:ext cx="7524750" cy="4048128"/>
        </p:xfrm>
        <a:graphic>
          <a:graphicData uri="http://schemas.openxmlformats.org/drawingml/2006/table">
            <a:tbl>
              <a:tblPr/>
              <a:tblGrid>
                <a:gridCol w="1428750"/>
                <a:gridCol w="1016000"/>
                <a:gridCol w="1016000"/>
                <a:gridCol w="1016000"/>
                <a:gridCol w="1016000"/>
                <a:gridCol w="1016000"/>
                <a:gridCol w="1016000"/>
              </a:tblGrid>
              <a:tr h="578304">
                <a:tc>
                  <a:txBody>
                    <a:bodyPr/>
                    <a:lstStyle/>
                    <a:p>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SPY</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ES3.SI</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TLT</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GLD</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IEMG</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PDBC</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78304">
                <a:tc>
                  <a:txBody>
                    <a:bodyPr/>
                    <a:lstStyle/>
                    <a:p>
                      <a:r>
                        <a:rPr sz="1650" b="0">
                          <a:solidFill>
                            <a:srgbClr val="132A43"/>
                          </a:solidFill>
                          <a:latin typeface="Arial" panose="020B0704020202020204"/>
                          <a:ea typeface="Arial" panose="020B0704020202020204"/>
                          <a:cs typeface="Arial" panose="020B0704020202020204"/>
                        </a:rPr>
                        <a:t>SPY</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c>
                  <a:txBody>
                    <a:bodyPr/>
                    <a:lstStyle/>
                    <a:p>
                      <a:r>
                        <a:rPr sz="1650" b="0">
                          <a:solidFill>
                            <a:srgbClr val="132A43"/>
                          </a:solidFill>
                          <a:latin typeface="Arial" panose="020B0704020202020204"/>
                          <a:ea typeface="Arial" panose="020B0704020202020204"/>
                          <a:cs typeface="Arial" panose="020B0704020202020204"/>
                        </a:rPr>
                        <a:t>0.15</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71B5BB"/>
                    </a:solidFill>
                  </a:tcPr>
                </a:tc>
                <a:tc>
                  <a:txBody>
                    <a:bodyPr/>
                    <a:lstStyle/>
                    <a:p>
                      <a:r>
                        <a:rPr sz="1650" b="0">
                          <a:solidFill>
                            <a:srgbClr val="132A43"/>
                          </a:solidFill>
                          <a:latin typeface="Arial" panose="020B0704020202020204"/>
                          <a:ea typeface="Arial" panose="020B0704020202020204"/>
                          <a:cs typeface="Arial" panose="020B0704020202020204"/>
                        </a:rPr>
                        <a:t>-0.03</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6BFC5"/>
                    </a:solidFill>
                  </a:tcPr>
                </a:tc>
                <a:tc>
                  <a:txBody>
                    <a:bodyPr/>
                    <a:lstStyle/>
                    <a:p>
                      <a:r>
                        <a:rPr sz="1650" b="0">
                          <a:solidFill>
                            <a:srgbClr val="132A43"/>
                          </a:solidFill>
                          <a:latin typeface="Arial" panose="020B0704020202020204"/>
                          <a:ea typeface="Arial" panose="020B0704020202020204"/>
                          <a:cs typeface="Arial" panose="020B0704020202020204"/>
                        </a:rPr>
                        <a:t>0.21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BB1B8"/>
                    </a:solidFill>
                  </a:tcPr>
                </a:tc>
                <a:tc>
                  <a:txBody>
                    <a:bodyPr/>
                    <a:lstStyle/>
                    <a:p>
                      <a:r>
                        <a:rPr sz="1650" b="0">
                          <a:solidFill>
                            <a:srgbClr val="FFFFFF"/>
                          </a:solidFill>
                          <a:latin typeface="Arial" panose="020B0704020202020204"/>
                          <a:ea typeface="Arial" panose="020B0704020202020204"/>
                          <a:cs typeface="Arial" panose="020B0704020202020204"/>
                        </a:rPr>
                        <a:t>0.77</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2C9199"/>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FABB2"/>
                    </a:solidFill>
                  </a:tcPr>
                </a:tc>
              </a:tr>
              <a:tr h="578304">
                <a:tc>
                  <a:txBody>
                    <a:bodyPr/>
                    <a:lstStyle/>
                    <a:p>
                      <a:r>
                        <a:rPr sz="1650" b="0">
                          <a:solidFill>
                            <a:srgbClr val="132A43"/>
                          </a:solidFill>
                          <a:latin typeface="Arial" panose="020B0704020202020204"/>
                          <a:ea typeface="Arial" panose="020B0704020202020204"/>
                          <a:cs typeface="Arial" panose="020B0704020202020204"/>
                        </a:rPr>
                        <a:t>ES3.SI</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650" b="0">
                          <a:solidFill>
                            <a:srgbClr val="132A43"/>
                          </a:solidFill>
                          <a:latin typeface="Arial" panose="020B0704020202020204"/>
                          <a:ea typeface="Arial" panose="020B0704020202020204"/>
                          <a:cs typeface="Arial" panose="020B0704020202020204"/>
                        </a:rPr>
                        <a:t>0.15</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71B5BB"/>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c>
                  <a:txBody>
                    <a:bodyPr/>
                    <a:lstStyle/>
                    <a:p>
                      <a:r>
                        <a:rPr sz="1650" b="0">
                          <a:solidFill>
                            <a:srgbClr val="132A43"/>
                          </a:solidFill>
                          <a:latin typeface="Arial" panose="020B0704020202020204"/>
                          <a:ea typeface="Arial" panose="020B0704020202020204"/>
                          <a:cs typeface="Arial" panose="020B0704020202020204"/>
                        </a:rPr>
                        <a:t>-0.14</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92C6CA"/>
                    </a:solidFill>
                  </a:tcPr>
                </a:tc>
                <a:tc>
                  <a:txBody>
                    <a:bodyPr/>
                    <a:lstStyle/>
                    <a:p>
                      <a:r>
                        <a:rPr sz="1650" b="0">
                          <a:solidFill>
                            <a:srgbClr val="132A43"/>
                          </a:solidFill>
                          <a:latin typeface="Arial" panose="020B0704020202020204"/>
                          <a:ea typeface="Arial" panose="020B0704020202020204"/>
                          <a:cs typeface="Arial" panose="020B0704020202020204"/>
                        </a:rPr>
                        <a:t>0.00</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2BDC3"/>
                    </a:solidFill>
                  </a:tcPr>
                </a:tc>
                <a:tc>
                  <a:txBody>
                    <a:bodyPr/>
                    <a:lstStyle/>
                    <a:p>
                      <a:r>
                        <a:rPr sz="1650" b="0">
                          <a:solidFill>
                            <a:srgbClr val="132A43"/>
                          </a:solidFill>
                          <a:latin typeface="Arial" panose="020B0704020202020204"/>
                          <a:ea typeface="Arial" panose="020B0704020202020204"/>
                          <a:cs typeface="Arial" panose="020B0704020202020204"/>
                        </a:rPr>
                        <a:t>0.26</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5AEB5"/>
                    </a:solidFill>
                  </a:tcPr>
                </a:tc>
                <a:tc>
                  <a:txBody>
                    <a:bodyPr/>
                    <a:lstStyle/>
                    <a:p>
                      <a:r>
                        <a:rPr sz="1650" b="0">
                          <a:solidFill>
                            <a:srgbClr val="132A43"/>
                          </a:solidFill>
                          <a:latin typeface="Arial" panose="020B0704020202020204"/>
                          <a:ea typeface="Arial" panose="020B0704020202020204"/>
                          <a:cs typeface="Arial" panose="020B0704020202020204"/>
                        </a:rPr>
                        <a:t>0.11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77B7BD"/>
                    </a:solidFill>
                  </a:tcPr>
                </a:tc>
              </a:tr>
              <a:tr h="578304">
                <a:tc>
                  <a:txBody>
                    <a:bodyPr/>
                    <a:lstStyle/>
                    <a:p>
                      <a:r>
                        <a:rPr sz="1650" b="0">
                          <a:solidFill>
                            <a:srgbClr val="132A43"/>
                          </a:solidFill>
                          <a:latin typeface="Arial" panose="020B0704020202020204"/>
                          <a:ea typeface="Arial" panose="020B0704020202020204"/>
                          <a:cs typeface="Arial" panose="020B0704020202020204"/>
                        </a:rPr>
                        <a:t>TLT</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650" b="0">
                          <a:solidFill>
                            <a:srgbClr val="132A43"/>
                          </a:solidFill>
                          <a:latin typeface="Arial" panose="020B0704020202020204"/>
                          <a:ea typeface="Arial" panose="020B0704020202020204"/>
                          <a:cs typeface="Arial" panose="020B0704020202020204"/>
                        </a:rPr>
                        <a:t>-0.03</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6BFC5"/>
                    </a:solidFill>
                  </a:tcPr>
                </a:tc>
                <a:tc>
                  <a:txBody>
                    <a:bodyPr/>
                    <a:lstStyle/>
                    <a:p>
                      <a:r>
                        <a:rPr sz="1650" b="0">
                          <a:solidFill>
                            <a:srgbClr val="132A43"/>
                          </a:solidFill>
                          <a:latin typeface="Arial" panose="020B0704020202020204"/>
                          <a:ea typeface="Arial" panose="020B0704020202020204"/>
                          <a:cs typeface="Arial" panose="020B0704020202020204"/>
                        </a:rPr>
                        <a:t>-0.14</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92C6CA"/>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c>
                  <a:txBody>
                    <a:bodyPr/>
                    <a:lstStyle/>
                    <a:p>
                      <a:r>
                        <a:rPr sz="1650" b="0">
                          <a:solidFill>
                            <a:srgbClr val="132A43"/>
                          </a:solidFill>
                          <a:latin typeface="Arial" panose="020B0704020202020204"/>
                          <a:ea typeface="Arial" panose="020B0704020202020204"/>
                          <a:cs typeface="Arial" panose="020B0704020202020204"/>
                        </a:rPr>
                        <a:t>0.25</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6AFB5"/>
                    </a:solidFill>
                  </a:tcPr>
                </a:tc>
                <a:tc>
                  <a:txBody>
                    <a:bodyPr/>
                    <a:lstStyle/>
                    <a:p>
                      <a:r>
                        <a:rPr sz="1650" b="0">
                          <a:solidFill>
                            <a:srgbClr val="132A43"/>
                          </a:solidFill>
                          <a:latin typeface="Arial" panose="020B0704020202020204"/>
                          <a:ea typeface="Arial" panose="020B0704020202020204"/>
                          <a:cs typeface="Arial" panose="020B0704020202020204"/>
                        </a:rPr>
                        <a:t>0.01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1BDC2"/>
                    </a:solidFill>
                  </a:tcPr>
                </a:tc>
                <a:tc>
                  <a:txBody>
                    <a:bodyPr/>
                    <a:lstStyle/>
                    <a:p>
                      <a:r>
                        <a:rPr sz="1650" b="0">
                          <a:solidFill>
                            <a:srgbClr val="132A43"/>
                          </a:solidFill>
                          <a:latin typeface="Arial" panose="020B0704020202020204"/>
                          <a:ea typeface="Arial" panose="020B0704020202020204"/>
                          <a:cs typeface="Arial" panose="020B0704020202020204"/>
                        </a:rPr>
                        <a:t>-0.11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EC4C9"/>
                    </a:solidFill>
                  </a:tcPr>
                </a:tc>
              </a:tr>
              <a:tr h="578304">
                <a:tc>
                  <a:txBody>
                    <a:bodyPr/>
                    <a:lstStyle/>
                    <a:p>
                      <a:r>
                        <a:rPr sz="1650" b="0">
                          <a:solidFill>
                            <a:srgbClr val="132A43"/>
                          </a:solidFill>
                          <a:latin typeface="Arial" panose="020B0704020202020204"/>
                          <a:ea typeface="Arial" panose="020B0704020202020204"/>
                          <a:cs typeface="Arial" panose="020B0704020202020204"/>
                        </a:rPr>
                        <a:t>GLD</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650" b="0">
                          <a:solidFill>
                            <a:srgbClr val="132A43"/>
                          </a:solidFill>
                          <a:latin typeface="Arial" panose="020B0704020202020204"/>
                          <a:ea typeface="Arial" panose="020B0704020202020204"/>
                          <a:cs typeface="Arial" panose="020B0704020202020204"/>
                        </a:rPr>
                        <a:t>0.21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BB1B8"/>
                    </a:solidFill>
                  </a:tcPr>
                </a:tc>
                <a:tc>
                  <a:txBody>
                    <a:bodyPr/>
                    <a:lstStyle/>
                    <a:p>
                      <a:r>
                        <a:rPr sz="1650" b="0">
                          <a:solidFill>
                            <a:srgbClr val="132A43"/>
                          </a:solidFill>
                          <a:latin typeface="Arial" panose="020B0704020202020204"/>
                          <a:ea typeface="Arial" panose="020B0704020202020204"/>
                          <a:cs typeface="Arial" panose="020B0704020202020204"/>
                        </a:rPr>
                        <a:t>0.00</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2BDC3"/>
                    </a:solidFill>
                  </a:tcPr>
                </a:tc>
                <a:tc>
                  <a:txBody>
                    <a:bodyPr/>
                    <a:lstStyle/>
                    <a:p>
                      <a:r>
                        <a:rPr sz="1650" b="0">
                          <a:solidFill>
                            <a:srgbClr val="132A43"/>
                          </a:solidFill>
                          <a:latin typeface="Arial" panose="020B0704020202020204"/>
                          <a:ea typeface="Arial" panose="020B0704020202020204"/>
                          <a:cs typeface="Arial" panose="020B0704020202020204"/>
                        </a:rPr>
                        <a:t>0.25</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6AFB5"/>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c>
                  <a:txBody>
                    <a:bodyPr/>
                    <a:lstStyle/>
                    <a:p>
                      <a:r>
                        <a:rPr sz="1650" b="0">
                          <a:solidFill>
                            <a:srgbClr val="132A43"/>
                          </a:solidFill>
                          <a:latin typeface="Arial" panose="020B0704020202020204"/>
                          <a:ea typeface="Arial" panose="020B0704020202020204"/>
                          <a:cs typeface="Arial" panose="020B0704020202020204"/>
                        </a:rPr>
                        <a:t>0.34</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CAAB1"/>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FABB2"/>
                    </a:solidFill>
                  </a:tcPr>
                </a:tc>
              </a:tr>
              <a:tr h="578304">
                <a:tc>
                  <a:txBody>
                    <a:bodyPr/>
                    <a:lstStyle/>
                    <a:p>
                      <a:r>
                        <a:rPr sz="1650" b="0">
                          <a:solidFill>
                            <a:srgbClr val="132A43"/>
                          </a:solidFill>
                          <a:latin typeface="Arial" panose="020B0704020202020204"/>
                          <a:ea typeface="Arial" panose="020B0704020202020204"/>
                          <a:cs typeface="Arial" panose="020B0704020202020204"/>
                        </a:rPr>
                        <a:t>IEMG</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650" b="0">
                          <a:solidFill>
                            <a:srgbClr val="FFFFFF"/>
                          </a:solidFill>
                          <a:latin typeface="Arial" panose="020B0704020202020204"/>
                          <a:ea typeface="Arial" panose="020B0704020202020204"/>
                          <a:cs typeface="Arial" panose="020B0704020202020204"/>
                        </a:rPr>
                        <a:t>0.77</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2C9199"/>
                    </a:solidFill>
                  </a:tcPr>
                </a:tc>
                <a:tc>
                  <a:txBody>
                    <a:bodyPr/>
                    <a:lstStyle/>
                    <a:p>
                      <a:r>
                        <a:rPr sz="1650" b="0">
                          <a:solidFill>
                            <a:srgbClr val="132A43"/>
                          </a:solidFill>
                          <a:latin typeface="Arial" panose="020B0704020202020204"/>
                          <a:ea typeface="Arial" panose="020B0704020202020204"/>
                          <a:cs typeface="Arial" panose="020B0704020202020204"/>
                        </a:rPr>
                        <a:t>0.26</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5AEB5"/>
                    </a:solidFill>
                  </a:tcPr>
                </a:tc>
                <a:tc>
                  <a:txBody>
                    <a:bodyPr/>
                    <a:lstStyle/>
                    <a:p>
                      <a:r>
                        <a:rPr sz="1650" b="0">
                          <a:solidFill>
                            <a:srgbClr val="132A43"/>
                          </a:solidFill>
                          <a:latin typeface="Arial" panose="020B0704020202020204"/>
                          <a:ea typeface="Arial" panose="020B0704020202020204"/>
                          <a:cs typeface="Arial" panose="020B0704020202020204"/>
                        </a:rPr>
                        <a:t>0.01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1BDC2"/>
                    </a:solidFill>
                  </a:tcPr>
                </a:tc>
                <a:tc>
                  <a:txBody>
                    <a:bodyPr/>
                    <a:lstStyle/>
                    <a:p>
                      <a:r>
                        <a:rPr sz="1650" b="0">
                          <a:solidFill>
                            <a:srgbClr val="132A43"/>
                          </a:solidFill>
                          <a:latin typeface="Arial" panose="020B0704020202020204"/>
                          <a:ea typeface="Arial" panose="020B0704020202020204"/>
                          <a:cs typeface="Arial" panose="020B0704020202020204"/>
                        </a:rPr>
                        <a:t>0.34</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CAAB1"/>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0ABB2"/>
                    </a:solidFill>
                  </a:tcPr>
                </a:tc>
              </a:tr>
              <a:tr h="578304">
                <a:tc>
                  <a:txBody>
                    <a:bodyPr/>
                    <a:lstStyle/>
                    <a:p>
                      <a:r>
                        <a:rPr sz="1650" b="0">
                          <a:solidFill>
                            <a:srgbClr val="132A43"/>
                          </a:solidFill>
                          <a:latin typeface="Arial" panose="020B0704020202020204"/>
                          <a:ea typeface="Arial" panose="020B0704020202020204"/>
                          <a:cs typeface="Arial" panose="020B0704020202020204"/>
                        </a:rPr>
                        <a:t>PDBC</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FABB2"/>
                    </a:solidFill>
                  </a:tcPr>
                </a:tc>
                <a:tc>
                  <a:txBody>
                    <a:bodyPr/>
                    <a:lstStyle/>
                    <a:p>
                      <a:r>
                        <a:rPr sz="1650" b="0">
                          <a:solidFill>
                            <a:srgbClr val="132A43"/>
                          </a:solidFill>
                          <a:latin typeface="Arial" panose="020B0704020202020204"/>
                          <a:ea typeface="Arial" panose="020B0704020202020204"/>
                          <a:cs typeface="Arial" panose="020B0704020202020204"/>
                        </a:rPr>
                        <a:t>0.11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77B7BD"/>
                    </a:solidFill>
                  </a:tcPr>
                </a:tc>
                <a:tc>
                  <a:txBody>
                    <a:bodyPr/>
                    <a:lstStyle/>
                    <a:p>
                      <a:r>
                        <a:rPr sz="1650" b="0">
                          <a:solidFill>
                            <a:srgbClr val="132A43"/>
                          </a:solidFill>
                          <a:latin typeface="Arial" panose="020B0704020202020204"/>
                          <a:ea typeface="Arial" panose="020B0704020202020204"/>
                          <a:cs typeface="Arial" panose="020B0704020202020204"/>
                        </a:rPr>
                        <a:t>-0.11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EC4C9"/>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FABB2"/>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0ABB2"/>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r>
            </a:tbl>
          </a:graphicData>
        </a:graphic>
      </p:graphicFrame>
      <p:sp>
        <p:nvSpPr>
          <p:cNvPr id="10" name="矩形 9"/>
          <p:cNvSpPr>
            <a:spLocks noGrp="1"/>
          </p:cNvSpPr>
          <p:nvPr/>
        </p:nvSpPr>
        <p:spPr>
          <a:xfrm>
            <a:off x="8667750" y="2333625"/>
            <a:ext cx="2857500" cy="857250"/>
          </a:xfrm>
          <a:prstGeom prst="rect">
            <a:avLst/>
          </a:prstGeom>
          <a:noFill/>
          <a:ln w="0">
            <a:noFill/>
          </a:ln>
        </p:spPr>
        <p:txBody>
          <a:bodyPr wrap="square" lIns="0" tIns="0" rIns="0" bIns="0" anchor="ctr"/>
          <a:lstStyle>
            <a:defPPr algn="l">
              <a:defRPr sz="2250" b="1">
                <a:solidFill>
                  <a:srgbClr val="12838D"/>
                </a:solidFill>
                <a:latin typeface="Arial" panose="020B0704020202020204"/>
                <a:ea typeface="Arial" panose="020B0704020202020204"/>
                <a:cs typeface="Arial" panose="020B0704020202020204"/>
              </a:defRPr>
            </a:defPPr>
            <a:lvl1pPr algn="l">
              <a:defRPr sz="2250" b="1">
                <a:solidFill>
                  <a:srgbClr val="12838D"/>
                </a:solidFill>
                <a:latin typeface="Arial" panose="020B0704020202020204"/>
                <a:ea typeface="Arial" panose="020B0704020202020204"/>
                <a:cs typeface="Arial" panose="020B0704020202020204"/>
              </a:defRPr>
            </a:lvl1pPr>
            <a:lvl2pPr algn="l">
              <a:defRPr sz="2250" b="1">
                <a:solidFill>
                  <a:srgbClr val="12838D"/>
                </a:solidFill>
                <a:latin typeface="Arial" panose="020B0704020202020204"/>
                <a:ea typeface="Arial" panose="020B0704020202020204"/>
                <a:cs typeface="Arial" panose="020B0704020202020204"/>
              </a:defRPr>
            </a:lvl2pPr>
            <a:lvl3pPr algn="l">
              <a:defRPr sz="2250" b="1">
                <a:solidFill>
                  <a:srgbClr val="12838D"/>
                </a:solidFill>
                <a:latin typeface="Arial" panose="020B0704020202020204"/>
                <a:ea typeface="Arial" panose="020B0704020202020204"/>
                <a:cs typeface="Arial" panose="020B0704020202020204"/>
              </a:defRPr>
            </a:lvl3pPr>
            <a:lvl4pPr algn="l">
              <a:defRPr sz="2250" b="1">
                <a:solidFill>
                  <a:srgbClr val="12838D"/>
                </a:solidFill>
                <a:latin typeface="Arial" panose="020B0704020202020204"/>
                <a:ea typeface="Arial" panose="020B0704020202020204"/>
                <a:cs typeface="Arial" panose="020B0704020202020204"/>
              </a:defRPr>
            </a:lvl4pPr>
            <a:lvl5pPr algn="l">
              <a:defRPr sz="2250" b="1">
                <a:solidFill>
                  <a:srgbClr val="12838D"/>
                </a:solidFill>
                <a:latin typeface="Arial" panose="020B0704020202020204"/>
                <a:ea typeface="Arial" panose="020B0704020202020204"/>
                <a:cs typeface="Arial" panose="020B0704020202020204"/>
              </a:defRPr>
            </a:lvl5pPr>
            <a:lvl6pPr algn="l">
              <a:defRPr sz="2250" b="1">
                <a:solidFill>
                  <a:srgbClr val="12838D"/>
                </a:solidFill>
                <a:latin typeface="Arial" panose="020B0704020202020204"/>
                <a:ea typeface="Arial" panose="020B0704020202020204"/>
                <a:cs typeface="Arial" panose="020B0704020202020204"/>
              </a:defRPr>
            </a:lvl6pPr>
            <a:lvl7pPr algn="l">
              <a:defRPr sz="2250" b="1">
                <a:solidFill>
                  <a:srgbClr val="12838D"/>
                </a:solidFill>
                <a:latin typeface="Arial" panose="020B0704020202020204"/>
                <a:ea typeface="Arial" panose="020B0704020202020204"/>
                <a:cs typeface="Arial" panose="020B0704020202020204"/>
              </a:defRPr>
            </a:lvl7pPr>
            <a:lvl8pPr algn="l">
              <a:defRPr sz="2250" b="1">
                <a:solidFill>
                  <a:srgbClr val="12838D"/>
                </a:solidFill>
                <a:latin typeface="Arial" panose="020B0704020202020204"/>
                <a:ea typeface="Arial" panose="020B0704020202020204"/>
                <a:cs typeface="Arial" panose="020B0704020202020204"/>
              </a:defRPr>
            </a:lvl8pPr>
            <a:lvl9pPr algn="l">
              <a:defRPr sz="2250" b="1">
                <a:solidFill>
                  <a:srgbClr val="12838D"/>
                </a:solidFill>
                <a:latin typeface="Arial" panose="020B0704020202020204"/>
                <a:ea typeface="Arial" panose="020B0704020202020204"/>
                <a:cs typeface="Arial" panose="020B0704020202020204"/>
              </a:defRPr>
            </a:lvl9pPr>
          </a:lstStyle>
          <a:p>
            <a:pPr algn="l">
              <a:defRPr sz="2250" b="1">
                <a:solidFill>
                  <a:srgbClr val="12838D"/>
                </a:solidFill>
                <a:latin typeface="Arial" panose="020B0704020202020204"/>
                <a:ea typeface="Arial" panose="020B0704020202020204"/>
                <a:cs typeface="Arial" panose="020B0704020202020204"/>
              </a:defRPr>
            </a:pPr>
            <a:r>
              <a:rPr sz="2250" b="1">
                <a:solidFill>
                  <a:srgbClr val="12838D"/>
                </a:solidFill>
                <a:latin typeface="Arial" panose="020B0704020202020204"/>
                <a:ea typeface="Arial" panose="020B0704020202020204"/>
                <a:cs typeface="Arial" panose="020B0704020202020204"/>
              </a:rPr>
              <a:t>Diversification</a:t>
            </a:r>
            <a:endParaRPr sz="2250" b="1">
              <a:solidFill>
                <a:srgbClr val="12838D"/>
              </a:solidFill>
              <a:latin typeface="Arial" panose="020B0704020202020204"/>
              <a:ea typeface="Arial" panose="020B0704020202020204"/>
              <a:cs typeface="Arial" panose="020B0704020202020204"/>
            </a:endParaRPr>
          </a:p>
          <a:p>
            <a:pPr algn="l">
              <a:defRPr sz="2250" b="1">
                <a:solidFill>
                  <a:srgbClr val="12838D"/>
                </a:solidFill>
                <a:latin typeface="Arial" panose="020B0704020202020204"/>
                <a:ea typeface="Arial" panose="020B0704020202020204"/>
                <a:cs typeface="Arial" panose="020B0704020202020204"/>
              </a:defRPr>
            </a:pPr>
            <a:r>
              <a:rPr sz="2250" b="1">
                <a:solidFill>
                  <a:srgbClr val="12838D"/>
                </a:solidFill>
                <a:latin typeface="Arial" panose="020B0704020202020204"/>
                <a:ea typeface="Arial" panose="020B0704020202020204"/>
                <a:cs typeface="Arial" panose="020B0704020202020204"/>
              </a:rPr>
              <a:t>opportunities</a:t>
            </a:r>
            <a:endParaRPr sz="2250" b="1">
              <a:solidFill>
                <a:srgbClr val="12838D"/>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8667750" y="3619500"/>
            <a:ext cx="2857500" cy="952500"/>
          </a:xfrm>
          <a:prstGeom prst="rect">
            <a:avLst/>
          </a:prstGeom>
          <a:noFill/>
          <a:ln w="0">
            <a:noFill/>
          </a:ln>
        </p:spPr>
        <p:txBody>
          <a:bodyPr wrap="square" lIns="0" tIns="0" rIns="0" bIns="0" anchor="ct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Equity, rate and currency</a:t>
            </a:r>
            <a:endParaRPr sz="1875" b="0">
              <a:solidFill>
                <a:srgbClr val="132A43"/>
              </a:solidFill>
              <a:latin typeface="Arial" panose="020B0704020202020204"/>
              <a:ea typeface="Arial" panose="020B0704020202020204"/>
              <a:cs typeface="Arial" panose="020B0704020202020204"/>
            </a:endParaRPr>
          </a:p>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risks can overlap.</a:t>
            </a:r>
            <a:endParaRPr sz="1875" b="0">
              <a:solidFill>
                <a:srgbClr val="132A43"/>
              </a:solidFill>
              <a:latin typeface="Arial" panose="020B0704020202020204"/>
              <a:ea typeface="Arial" panose="020B0704020202020204"/>
              <a:cs typeface="Arial" panose="020B0704020202020204"/>
            </a:endParaRPr>
          </a:p>
        </p:txBody>
      </p:sp>
      <p:sp>
        <p:nvSpPr>
          <p:cNvPr id="12" name="矩形 11"/>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Pearson correlations of SGD daily total returns, 2020 Jan–2026 Sep 18. Historical background only.</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1" name="slide-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 selection and equal-risk allocation</a:t>
            </a:r>
            <a:endParaRPr sz="3150" b="1">
              <a:solidFill>
                <a:srgbClr val="132A43"/>
              </a:solidFill>
              <a:latin typeface="Arial" panose="020B0704020202020204"/>
              <a:ea typeface="Arial" panose="020B0704020202020204"/>
              <a:cs typeface="Arial" panose="020B0704020202020204"/>
            </a:endParaRPr>
          </a:p>
        </p:txBody>
      </p:sp>
      <p:sp>
        <p:nvSpPr>
          <p:cNvPr id="3" name="slide-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05</a:t>
            </a:r>
            <a:endParaRPr sz="1050" b="0">
              <a:solidFill>
                <a:srgbClr val="586B7C"/>
              </a:solidFill>
              <a:latin typeface="Arial" panose="020B0704020202020204"/>
              <a:ea typeface="Arial" panose="020B0704020202020204"/>
              <a:cs typeface="Arial" panose="020B0704020202020204"/>
            </a:endParaRPr>
          </a:p>
        </p:txBody>
      </p:sp>
      <p:sp>
        <p:nvSpPr>
          <p:cNvPr id="4" name="slide-5-text-3"/>
          <p:cNvSpPr>
            <a:spLocks noGrp="1"/>
          </p:cNvSpPr>
          <p:nvPr/>
        </p:nvSpPr>
        <p:spPr>
          <a:xfrm>
            <a:off x="571500" y="1857375"/>
            <a:ext cx="5048250" cy="476250"/>
          </a:xfrm>
          <a:prstGeom prst="rect">
            <a:avLst/>
          </a:prstGeom>
          <a:noFill/>
          <a:ln w="0">
            <a:noFill/>
          </a:ln>
        </p:spPr>
        <p:txBody>
          <a:bodyPr wrap="square" lIns="0" tIns="0" rIns="0" bIns="0" anchor="t">
            <a:noAutofit/>
          </a:bodyPr>
          <a:lstStyle>
            <a:defPPr algn="l">
              <a:defRPr sz="2550" b="1">
                <a:solidFill>
                  <a:srgbClr val="132A43"/>
                </a:solidFill>
                <a:latin typeface="Arial" panose="020B0704020202020204"/>
                <a:ea typeface="Arial" panose="020B0704020202020204"/>
                <a:cs typeface="Arial" panose="020B0704020202020204"/>
              </a:defRPr>
            </a:defPPr>
            <a:lvl1pPr algn="l">
              <a:buNone/>
              <a:defRPr sz="2550" b="1">
                <a:solidFill>
                  <a:srgbClr val="132A43"/>
                </a:solidFill>
                <a:latin typeface="Arial" panose="020B0704020202020204"/>
                <a:ea typeface="Arial" panose="020B0704020202020204"/>
                <a:cs typeface="Arial" panose="020B0704020202020204"/>
              </a:defRPr>
            </a:lvl1pPr>
            <a:lvl2pPr algn="l">
              <a:buNone/>
              <a:defRPr sz="2550" b="1">
                <a:solidFill>
                  <a:srgbClr val="132A43"/>
                </a:solidFill>
                <a:latin typeface="Arial" panose="020B0704020202020204"/>
                <a:ea typeface="Arial" panose="020B0704020202020204"/>
                <a:cs typeface="Arial" panose="020B0704020202020204"/>
              </a:defRPr>
            </a:lvl2pPr>
            <a:lvl3pPr algn="l">
              <a:buNone/>
              <a:defRPr sz="2550" b="1">
                <a:solidFill>
                  <a:srgbClr val="132A43"/>
                </a:solidFill>
                <a:latin typeface="Arial" panose="020B0704020202020204"/>
                <a:ea typeface="Arial" panose="020B0704020202020204"/>
                <a:cs typeface="Arial" panose="020B0704020202020204"/>
              </a:defRPr>
            </a:lvl3pPr>
            <a:lvl4pPr algn="l">
              <a:buNone/>
              <a:defRPr sz="2550" b="1">
                <a:solidFill>
                  <a:srgbClr val="132A43"/>
                </a:solidFill>
                <a:latin typeface="Arial" panose="020B0704020202020204"/>
                <a:ea typeface="Arial" panose="020B0704020202020204"/>
                <a:cs typeface="Arial" panose="020B0704020202020204"/>
              </a:defRPr>
            </a:lvl4pPr>
            <a:lvl5pPr algn="l">
              <a:buNone/>
              <a:defRPr sz="2550" b="1">
                <a:solidFill>
                  <a:srgbClr val="132A43"/>
                </a:solidFill>
                <a:latin typeface="Arial" panose="020B0704020202020204"/>
                <a:ea typeface="Arial" panose="020B0704020202020204"/>
                <a:cs typeface="Arial" panose="020B0704020202020204"/>
              </a:defRPr>
            </a:lvl5pPr>
            <a:lvl6pPr algn="l">
              <a:buNone/>
              <a:defRPr sz="2550" b="1">
                <a:solidFill>
                  <a:srgbClr val="132A43"/>
                </a:solidFill>
                <a:latin typeface="Arial" panose="020B0704020202020204"/>
                <a:ea typeface="Arial" panose="020B0704020202020204"/>
                <a:cs typeface="Arial" panose="020B0704020202020204"/>
              </a:defRPr>
            </a:lvl6pPr>
            <a:lvl7pPr algn="l">
              <a:buNone/>
              <a:defRPr sz="2550" b="1">
                <a:solidFill>
                  <a:srgbClr val="132A43"/>
                </a:solidFill>
                <a:latin typeface="Arial" panose="020B0704020202020204"/>
                <a:ea typeface="Arial" panose="020B0704020202020204"/>
                <a:cs typeface="Arial" panose="020B0704020202020204"/>
              </a:defRPr>
            </a:lvl7pPr>
            <a:lvl8pPr algn="l">
              <a:buNone/>
              <a:defRPr sz="2550" b="1">
                <a:solidFill>
                  <a:srgbClr val="132A43"/>
                </a:solidFill>
                <a:latin typeface="Arial" panose="020B0704020202020204"/>
                <a:ea typeface="Arial" panose="020B0704020202020204"/>
                <a:cs typeface="Arial" panose="020B0704020202020204"/>
              </a:defRPr>
            </a:lvl8pPr>
            <a:lvl9pPr algn="l">
              <a:buNone/>
              <a:defRPr sz="2550" b="1">
                <a:solidFill>
                  <a:srgbClr val="132A43"/>
                </a:solidFill>
                <a:latin typeface="Arial" panose="020B0704020202020204"/>
                <a:ea typeface="Arial" panose="020B0704020202020204"/>
                <a:cs typeface="Arial" panose="020B0704020202020204"/>
              </a:defRPr>
            </a:lvl9pPr>
          </a:lstStyle>
          <a:p>
            <a:pPr algn="l">
              <a:buNone/>
              <a:defRPr sz="2550" b="1">
                <a:solidFill>
                  <a:srgbClr val="132A43"/>
                </a:solidFill>
                <a:latin typeface="Arial" panose="020B0704020202020204"/>
                <a:ea typeface="Arial" panose="020B0704020202020204"/>
                <a:cs typeface="Arial" panose="020B0704020202020204"/>
              </a:defRPr>
            </a:pPr>
            <a:r>
              <a:rPr sz="2550" b="1">
                <a:solidFill>
                  <a:srgbClr val="132A43"/>
                </a:solidFill>
                <a:latin typeface="Arial" panose="020B0704020202020204"/>
                <a:ea typeface="Arial" panose="020B0704020202020204"/>
                <a:cs typeface="Arial" panose="020B0704020202020204"/>
              </a:rPr>
              <a:t>Dual Momentum</a:t>
            </a:r>
            <a:endParaRPr sz="2550" b="1">
              <a:solidFill>
                <a:srgbClr val="132A43"/>
              </a:solidFill>
              <a:latin typeface="Arial" panose="020B0704020202020204"/>
              <a:ea typeface="Arial" panose="020B0704020202020204"/>
              <a:cs typeface="Arial" panose="020B0704020202020204"/>
            </a:endParaRPr>
          </a:p>
        </p:txBody>
      </p:sp>
      <p:sp>
        <p:nvSpPr>
          <p:cNvPr id="5" name="slide-5-text-4"/>
          <p:cNvSpPr>
            <a:spLocks noGrp="1"/>
          </p:cNvSpPr>
          <p:nvPr/>
        </p:nvSpPr>
        <p:spPr>
          <a:xfrm>
            <a:off x="6334125" y="1857375"/>
            <a:ext cx="5238750" cy="476250"/>
          </a:xfrm>
          <a:prstGeom prst="rect">
            <a:avLst/>
          </a:prstGeom>
          <a:noFill/>
          <a:ln w="0">
            <a:noFill/>
          </a:ln>
        </p:spPr>
        <p:txBody>
          <a:bodyPr wrap="square" lIns="0" tIns="0" rIns="0" bIns="0" anchor="t">
            <a:noAutofit/>
          </a:bodyPr>
          <a:lstStyle>
            <a:defPPr algn="l">
              <a:defRPr sz="2550" b="1">
                <a:solidFill>
                  <a:srgbClr val="132A43"/>
                </a:solidFill>
                <a:latin typeface="Arial" panose="020B0704020202020204"/>
                <a:ea typeface="Arial" panose="020B0704020202020204"/>
                <a:cs typeface="Arial" panose="020B0704020202020204"/>
              </a:defRPr>
            </a:defPPr>
            <a:lvl1pPr algn="l">
              <a:buNone/>
              <a:defRPr sz="2550" b="1">
                <a:solidFill>
                  <a:srgbClr val="132A43"/>
                </a:solidFill>
                <a:latin typeface="Arial" panose="020B0704020202020204"/>
                <a:ea typeface="Arial" panose="020B0704020202020204"/>
                <a:cs typeface="Arial" panose="020B0704020202020204"/>
              </a:defRPr>
            </a:lvl1pPr>
            <a:lvl2pPr algn="l">
              <a:buNone/>
              <a:defRPr sz="2550" b="1">
                <a:solidFill>
                  <a:srgbClr val="132A43"/>
                </a:solidFill>
                <a:latin typeface="Arial" panose="020B0704020202020204"/>
                <a:ea typeface="Arial" panose="020B0704020202020204"/>
                <a:cs typeface="Arial" panose="020B0704020202020204"/>
              </a:defRPr>
            </a:lvl2pPr>
            <a:lvl3pPr algn="l">
              <a:buNone/>
              <a:defRPr sz="2550" b="1">
                <a:solidFill>
                  <a:srgbClr val="132A43"/>
                </a:solidFill>
                <a:latin typeface="Arial" panose="020B0704020202020204"/>
                <a:ea typeface="Arial" panose="020B0704020202020204"/>
                <a:cs typeface="Arial" panose="020B0704020202020204"/>
              </a:defRPr>
            </a:lvl3pPr>
            <a:lvl4pPr algn="l">
              <a:buNone/>
              <a:defRPr sz="2550" b="1">
                <a:solidFill>
                  <a:srgbClr val="132A43"/>
                </a:solidFill>
                <a:latin typeface="Arial" panose="020B0704020202020204"/>
                <a:ea typeface="Arial" panose="020B0704020202020204"/>
                <a:cs typeface="Arial" panose="020B0704020202020204"/>
              </a:defRPr>
            </a:lvl4pPr>
            <a:lvl5pPr algn="l">
              <a:buNone/>
              <a:defRPr sz="2550" b="1">
                <a:solidFill>
                  <a:srgbClr val="132A43"/>
                </a:solidFill>
                <a:latin typeface="Arial" panose="020B0704020202020204"/>
                <a:ea typeface="Arial" panose="020B0704020202020204"/>
                <a:cs typeface="Arial" panose="020B0704020202020204"/>
              </a:defRPr>
            </a:lvl5pPr>
            <a:lvl6pPr algn="l">
              <a:buNone/>
              <a:defRPr sz="2550" b="1">
                <a:solidFill>
                  <a:srgbClr val="132A43"/>
                </a:solidFill>
                <a:latin typeface="Arial" panose="020B0704020202020204"/>
                <a:ea typeface="Arial" panose="020B0704020202020204"/>
                <a:cs typeface="Arial" panose="020B0704020202020204"/>
              </a:defRPr>
            </a:lvl6pPr>
            <a:lvl7pPr algn="l">
              <a:buNone/>
              <a:defRPr sz="2550" b="1">
                <a:solidFill>
                  <a:srgbClr val="132A43"/>
                </a:solidFill>
                <a:latin typeface="Arial" panose="020B0704020202020204"/>
                <a:ea typeface="Arial" panose="020B0704020202020204"/>
                <a:cs typeface="Arial" panose="020B0704020202020204"/>
              </a:defRPr>
            </a:lvl7pPr>
            <a:lvl8pPr algn="l">
              <a:buNone/>
              <a:defRPr sz="2550" b="1">
                <a:solidFill>
                  <a:srgbClr val="132A43"/>
                </a:solidFill>
                <a:latin typeface="Arial" panose="020B0704020202020204"/>
                <a:ea typeface="Arial" panose="020B0704020202020204"/>
                <a:cs typeface="Arial" panose="020B0704020202020204"/>
              </a:defRPr>
            </a:lvl8pPr>
            <a:lvl9pPr algn="l">
              <a:buNone/>
              <a:defRPr sz="2550" b="1">
                <a:solidFill>
                  <a:srgbClr val="132A43"/>
                </a:solidFill>
                <a:latin typeface="Arial" panose="020B0704020202020204"/>
                <a:ea typeface="Arial" panose="020B0704020202020204"/>
                <a:cs typeface="Arial" panose="020B0704020202020204"/>
              </a:defRPr>
            </a:lvl9pPr>
          </a:lstStyle>
          <a:p>
            <a:pPr algn="l">
              <a:buNone/>
              <a:defRPr sz="2550" b="1">
                <a:solidFill>
                  <a:srgbClr val="132A43"/>
                </a:solidFill>
                <a:latin typeface="Arial" panose="020B0704020202020204"/>
                <a:ea typeface="Arial" panose="020B0704020202020204"/>
                <a:cs typeface="Arial" panose="020B0704020202020204"/>
              </a:defRPr>
            </a:pPr>
            <a:r>
              <a:rPr sz="2550" b="1">
                <a:solidFill>
                  <a:srgbClr val="132A43"/>
                </a:solidFill>
                <a:latin typeface="Arial" panose="020B0704020202020204"/>
                <a:ea typeface="Arial" panose="020B0704020202020204"/>
                <a:cs typeface="Arial" panose="020B0704020202020204"/>
              </a:rPr>
              <a:t>Equal Risk Contribution (ERC)</a:t>
            </a:r>
            <a:endParaRPr sz="2550" b="1">
              <a:solidFill>
                <a:srgbClr val="132A43"/>
              </a:solidFill>
              <a:latin typeface="Arial" panose="020B0704020202020204"/>
              <a:ea typeface="Arial" panose="020B0704020202020204"/>
              <a:cs typeface="Arial" panose="020B0704020202020204"/>
            </a:endParaRPr>
          </a:p>
        </p:txBody>
      </p:sp>
      <p:sp>
        <p:nvSpPr>
          <p:cNvPr id="6" name="直接连接符 5"/>
          <p:cNvSpPr>
            <a:spLocks noGrp="1"/>
          </p:cNvSpPr>
          <p:nvPr/>
        </p:nvSpPr>
        <p:spPr>
          <a:xfrm>
            <a:off x="571500" y="2514600"/>
            <a:ext cx="5048250" cy="0"/>
          </a:xfrm>
          <a:prstGeom prst="line">
            <a:avLst/>
          </a:prstGeom>
          <a:noFill/>
          <a:ln w="38100">
            <a:solidFill>
              <a:srgbClr val="8295AD"/>
            </a:solidFill>
            <a:prstDash val="solid"/>
          </a:ln>
        </p:spPr>
      </p:sp>
      <p:sp>
        <p:nvSpPr>
          <p:cNvPr id="7" name="直接连接符 6"/>
          <p:cNvSpPr>
            <a:spLocks noGrp="1"/>
          </p:cNvSpPr>
          <p:nvPr/>
        </p:nvSpPr>
        <p:spPr>
          <a:xfrm>
            <a:off x="6334125" y="2514600"/>
            <a:ext cx="5238750" cy="0"/>
          </a:xfrm>
          <a:prstGeom prst="line">
            <a:avLst/>
          </a:prstGeom>
          <a:noFill/>
          <a:ln w="38100">
            <a:solidFill>
              <a:srgbClr val="72B5C0"/>
            </a:solidFill>
            <a:prstDash val="solid"/>
          </a:ln>
        </p:spPr>
      </p:sp>
      <p:sp>
        <p:nvSpPr>
          <p:cNvPr id="8" name="slide-5-text-7"/>
          <p:cNvSpPr>
            <a:spLocks noGrp="1"/>
          </p:cNvSpPr>
          <p:nvPr/>
        </p:nvSpPr>
        <p:spPr>
          <a:xfrm>
            <a:off x="571500" y="2838450"/>
            <a:ext cx="5143500" cy="2333625"/>
          </a:xfrm>
          <a:prstGeom prst="rect">
            <a:avLst/>
          </a:prstGeom>
          <a:noFill/>
          <a:ln w="0">
            <a:noFill/>
          </a:ln>
        </p:spPr>
        <p:txBody>
          <a:bodyPr wrap="square" lIns="0" tIns="0" rIns="0" bIns="0" anchor="t">
            <a:noAutofit/>
          </a:bodyPr>
          <a:lstStyle>
            <a:defPPr algn="l">
              <a:defRPr sz="2175" b="0">
                <a:solidFill>
                  <a:srgbClr val="213043"/>
                </a:solidFill>
                <a:latin typeface="Arial" panose="020B0704020202020204"/>
                <a:ea typeface="Arial" panose="020B0704020202020204"/>
                <a:cs typeface="Arial" panose="020B0704020202020204"/>
              </a:defRPr>
            </a:defPPr>
            <a:lvl1pPr algn="l">
              <a:buNone/>
              <a:defRPr sz="2175" b="0">
                <a:solidFill>
                  <a:srgbClr val="213043"/>
                </a:solidFill>
                <a:latin typeface="Arial" panose="020B0704020202020204"/>
                <a:ea typeface="Arial" panose="020B0704020202020204"/>
                <a:cs typeface="Arial" panose="020B0704020202020204"/>
              </a:defRPr>
            </a:lvl1pPr>
            <a:lvl2pPr algn="l">
              <a:buNone/>
              <a:defRPr sz="2175" b="0">
                <a:solidFill>
                  <a:srgbClr val="213043"/>
                </a:solidFill>
                <a:latin typeface="Arial" panose="020B0704020202020204"/>
                <a:ea typeface="Arial" panose="020B0704020202020204"/>
                <a:cs typeface="Arial" panose="020B0704020202020204"/>
              </a:defRPr>
            </a:lvl2pPr>
            <a:lvl3pPr algn="l">
              <a:buNone/>
              <a:defRPr sz="2175" b="0">
                <a:solidFill>
                  <a:srgbClr val="213043"/>
                </a:solidFill>
                <a:latin typeface="Arial" panose="020B0704020202020204"/>
                <a:ea typeface="Arial" panose="020B0704020202020204"/>
                <a:cs typeface="Arial" panose="020B0704020202020204"/>
              </a:defRPr>
            </a:lvl3pPr>
            <a:lvl4pPr algn="l">
              <a:buNone/>
              <a:defRPr sz="2175" b="0">
                <a:solidFill>
                  <a:srgbClr val="213043"/>
                </a:solidFill>
                <a:latin typeface="Arial" panose="020B0704020202020204"/>
                <a:ea typeface="Arial" panose="020B0704020202020204"/>
                <a:cs typeface="Arial" panose="020B0704020202020204"/>
              </a:defRPr>
            </a:lvl4pPr>
            <a:lvl5pPr algn="l">
              <a:buNone/>
              <a:defRPr sz="2175" b="0">
                <a:solidFill>
                  <a:srgbClr val="213043"/>
                </a:solidFill>
                <a:latin typeface="Arial" panose="020B0704020202020204"/>
                <a:ea typeface="Arial" panose="020B0704020202020204"/>
                <a:cs typeface="Arial" panose="020B0704020202020204"/>
              </a:defRPr>
            </a:lvl5pPr>
            <a:lvl6pPr algn="l">
              <a:buNone/>
              <a:defRPr sz="2175" b="0">
                <a:solidFill>
                  <a:srgbClr val="213043"/>
                </a:solidFill>
                <a:latin typeface="Arial" panose="020B0704020202020204"/>
                <a:ea typeface="Arial" panose="020B0704020202020204"/>
                <a:cs typeface="Arial" panose="020B0704020202020204"/>
              </a:defRPr>
            </a:lvl6pPr>
            <a:lvl7pPr algn="l">
              <a:buNone/>
              <a:defRPr sz="2175" b="0">
                <a:solidFill>
                  <a:srgbClr val="213043"/>
                </a:solidFill>
                <a:latin typeface="Arial" panose="020B0704020202020204"/>
                <a:ea typeface="Arial" panose="020B0704020202020204"/>
                <a:cs typeface="Arial" panose="020B0704020202020204"/>
              </a:defRPr>
            </a:lvl7pPr>
            <a:lvl8pPr algn="l">
              <a:buNone/>
              <a:defRPr sz="2175" b="0">
                <a:solidFill>
                  <a:srgbClr val="213043"/>
                </a:solidFill>
                <a:latin typeface="Arial" panose="020B0704020202020204"/>
                <a:ea typeface="Arial" panose="020B0704020202020204"/>
                <a:cs typeface="Arial" panose="020B0704020202020204"/>
              </a:defRPr>
            </a:lvl8pPr>
            <a:lvl9pPr algn="l">
              <a:buNone/>
              <a:defRPr sz="2175" b="0">
                <a:solidFill>
                  <a:srgbClr val="213043"/>
                </a:solidFill>
                <a:latin typeface="Arial" panose="020B0704020202020204"/>
                <a:ea typeface="Arial" panose="020B0704020202020204"/>
                <a:cs typeface="Arial" panose="020B0704020202020204"/>
              </a:defRPr>
            </a:lvl9pPr>
          </a:lstStyle>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Ranks six-month asset returns</a:t>
            </a:r>
            <a:endParaRPr sz="2175" b="0">
              <a:solidFill>
                <a:srgbClr val="213043"/>
              </a:solidFill>
              <a:latin typeface="Arial" panose="020B0704020202020204"/>
              <a:ea typeface="Arial" panose="020B0704020202020204"/>
              <a:cs typeface="Arial" panose="020B0704020202020204"/>
            </a:endParaRPr>
          </a:p>
          <a:p>
            <a:endParaRPr sz="2175"/>
          </a:p>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Allocates two 50% capital slots</a:t>
            </a:r>
            <a:endParaRPr sz="2175" b="0">
              <a:solidFill>
                <a:srgbClr val="213043"/>
              </a:solidFill>
              <a:latin typeface="Arial" panose="020B0704020202020204"/>
              <a:ea typeface="Arial" panose="020B0704020202020204"/>
              <a:cs typeface="Arial" panose="020B0704020202020204"/>
            </a:endParaRPr>
          </a:p>
          <a:p>
            <a:endParaRPr sz="2175"/>
          </a:p>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Emphasizes strong winners</a:t>
            </a:r>
            <a:endParaRPr sz="2175" b="0">
              <a:solidFill>
                <a:srgbClr val="213043"/>
              </a:solidFill>
              <a:latin typeface="Arial" panose="020B0704020202020204"/>
              <a:ea typeface="Arial" panose="020B0704020202020204"/>
              <a:cs typeface="Arial" panose="020B0704020202020204"/>
            </a:endParaRPr>
          </a:p>
        </p:txBody>
      </p:sp>
      <p:sp>
        <p:nvSpPr>
          <p:cNvPr id="9" name="slide-5-text-8"/>
          <p:cNvSpPr>
            <a:spLocks noGrp="1"/>
          </p:cNvSpPr>
          <p:nvPr/>
        </p:nvSpPr>
        <p:spPr>
          <a:xfrm>
            <a:off x="6334125" y="2838450"/>
            <a:ext cx="5238750" cy="2333625"/>
          </a:xfrm>
          <a:prstGeom prst="rect">
            <a:avLst/>
          </a:prstGeom>
          <a:noFill/>
          <a:ln w="0">
            <a:noFill/>
          </a:ln>
        </p:spPr>
        <p:txBody>
          <a:bodyPr wrap="square" lIns="0" tIns="0" rIns="0" bIns="0" anchor="t">
            <a:noAutofit/>
          </a:bodyPr>
          <a:lstStyle>
            <a:defPPr algn="l">
              <a:defRPr sz="2175" b="0">
                <a:solidFill>
                  <a:srgbClr val="213043"/>
                </a:solidFill>
                <a:latin typeface="Arial" panose="020B0704020202020204"/>
                <a:ea typeface="Arial" panose="020B0704020202020204"/>
                <a:cs typeface="Arial" panose="020B0704020202020204"/>
              </a:defRPr>
            </a:defPPr>
            <a:lvl1pPr algn="l">
              <a:buNone/>
              <a:defRPr sz="2175" b="0">
                <a:solidFill>
                  <a:srgbClr val="213043"/>
                </a:solidFill>
                <a:latin typeface="Arial" panose="020B0704020202020204"/>
                <a:ea typeface="Arial" panose="020B0704020202020204"/>
                <a:cs typeface="Arial" panose="020B0704020202020204"/>
              </a:defRPr>
            </a:lvl1pPr>
            <a:lvl2pPr algn="l">
              <a:buNone/>
              <a:defRPr sz="2175" b="0">
                <a:solidFill>
                  <a:srgbClr val="213043"/>
                </a:solidFill>
                <a:latin typeface="Arial" panose="020B0704020202020204"/>
                <a:ea typeface="Arial" panose="020B0704020202020204"/>
                <a:cs typeface="Arial" panose="020B0704020202020204"/>
              </a:defRPr>
            </a:lvl2pPr>
            <a:lvl3pPr algn="l">
              <a:buNone/>
              <a:defRPr sz="2175" b="0">
                <a:solidFill>
                  <a:srgbClr val="213043"/>
                </a:solidFill>
                <a:latin typeface="Arial" panose="020B0704020202020204"/>
                <a:ea typeface="Arial" panose="020B0704020202020204"/>
                <a:cs typeface="Arial" panose="020B0704020202020204"/>
              </a:defRPr>
            </a:lvl3pPr>
            <a:lvl4pPr algn="l">
              <a:buNone/>
              <a:defRPr sz="2175" b="0">
                <a:solidFill>
                  <a:srgbClr val="213043"/>
                </a:solidFill>
                <a:latin typeface="Arial" panose="020B0704020202020204"/>
                <a:ea typeface="Arial" panose="020B0704020202020204"/>
                <a:cs typeface="Arial" panose="020B0704020202020204"/>
              </a:defRPr>
            </a:lvl4pPr>
            <a:lvl5pPr algn="l">
              <a:buNone/>
              <a:defRPr sz="2175" b="0">
                <a:solidFill>
                  <a:srgbClr val="213043"/>
                </a:solidFill>
                <a:latin typeface="Arial" panose="020B0704020202020204"/>
                <a:ea typeface="Arial" panose="020B0704020202020204"/>
                <a:cs typeface="Arial" panose="020B0704020202020204"/>
              </a:defRPr>
            </a:lvl5pPr>
            <a:lvl6pPr algn="l">
              <a:buNone/>
              <a:defRPr sz="2175" b="0">
                <a:solidFill>
                  <a:srgbClr val="213043"/>
                </a:solidFill>
                <a:latin typeface="Arial" panose="020B0704020202020204"/>
                <a:ea typeface="Arial" panose="020B0704020202020204"/>
                <a:cs typeface="Arial" panose="020B0704020202020204"/>
              </a:defRPr>
            </a:lvl6pPr>
            <a:lvl7pPr algn="l">
              <a:buNone/>
              <a:defRPr sz="2175" b="0">
                <a:solidFill>
                  <a:srgbClr val="213043"/>
                </a:solidFill>
                <a:latin typeface="Arial" panose="020B0704020202020204"/>
                <a:ea typeface="Arial" panose="020B0704020202020204"/>
                <a:cs typeface="Arial" panose="020B0704020202020204"/>
              </a:defRPr>
            </a:lvl7pPr>
            <a:lvl8pPr algn="l">
              <a:buNone/>
              <a:defRPr sz="2175" b="0">
                <a:solidFill>
                  <a:srgbClr val="213043"/>
                </a:solidFill>
                <a:latin typeface="Arial" panose="020B0704020202020204"/>
                <a:ea typeface="Arial" panose="020B0704020202020204"/>
                <a:cs typeface="Arial" panose="020B0704020202020204"/>
              </a:defRPr>
            </a:lvl8pPr>
            <a:lvl9pPr algn="l">
              <a:buNone/>
              <a:defRPr sz="2175" b="0">
                <a:solidFill>
                  <a:srgbClr val="213043"/>
                </a:solidFill>
                <a:latin typeface="Arial" panose="020B0704020202020204"/>
                <a:ea typeface="Arial" panose="020B0704020202020204"/>
                <a:cs typeface="Arial" panose="020B0704020202020204"/>
              </a:defRPr>
            </a:lvl9pPr>
          </a:lstStyle>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Balances forecast risk shares</a:t>
            </a:r>
            <a:endParaRPr sz="2175" b="0">
              <a:solidFill>
                <a:srgbClr val="213043"/>
              </a:solidFill>
              <a:latin typeface="Arial" panose="020B0704020202020204"/>
              <a:ea typeface="Arial" panose="020B0704020202020204"/>
              <a:cs typeface="Arial" panose="020B0704020202020204"/>
            </a:endParaRPr>
          </a:p>
          <a:p>
            <a:endParaRPr sz="2175"/>
          </a:p>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Uses volatility and co-movement</a:t>
            </a:r>
            <a:endParaRPr sz="2175" b="0">
              <a:solidFill>
                <a:srgbClr val="213043"/>
              </a:solidFill>
              <a:latin typeface="Arial" panose="020B0704020202020204"/>
              <a:ea typeface="Arial" panose="020B0704020202020204"/>
              <a:cs typeface="Arial" panose="020B0704020202020204"/>
            </a:endParaRPr>
          </a:p>
          <a:p>
            <a:endParaRPr sz="2175"/>
          </a:p>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Does not rank momentum strength</a:t>
            </a:r>
            <a:endParaRPr sz="2175" b="0">
              <a:solidFill>
                <a:srgbClr val="213043"/>
              </a:solidFill>
              <a:latin typeface="Arial" panose="020B0704020202020204"/>
              <a:ea typeface="Arial" panose="020B0704020202020204"/>
              <a:cs typeface="Arial" panose="020B0704020202020204"/>
            </a:endParaRPr>
          </a:p>
        </p:txBody>
      </p:sp>
      <p:sp>
        <p:nvSpPr>
          <p:cNvPr id="10" name="slide-5-text-9"/>
          <p:cNvSpPr>
            <a:spLocks noGrp="1"/>
          </p:cNvSpPr>
          <p:nvPr/>
        </p:nvSpPr>
        <p:spPr>
          <a:xfrm>
            <a:off x="571500" y="5781675"/>
            <a:ext cx="11049000" cy="571500"/>
          </a:xfrm>
          <a:prstGeom prst="rect">
            <a:avLst/>
          </a:prstGeom>
          <a:noFill/>
          <a:ln w="0">
            <a:noFill/>
          </a:ln>
        </p:spPr>
        <p:txBody>
          <a:bodyPr wrap="square" lIns="0" tIns="0" rIns="0" bIns="0" anchor="t">
            <a:noAutofit/>
          </a:bodyPr>
          <a:lstStyle>
            <a:defPPr algn="l">
              <a:defRPr sz="1875" b="1">
                <a:solidFill>
                  <a:srgbClr val="167F89"/>
                </a:solidFill>
                <a:latin typeface="Arial" panose="020B0704020202020204"/>
                <a:ea typeface="Arial" panose="020B0704020202020204"/>
                <a:cs typeface="Arial" panose="020B0704020202020204"/>
              </a:defRPr>
            </a:defPPr>
            <a:lvl1pPr algn="l">
              <a:buNone/>
              <a:defRPr sz="1875" b="1">
                <a:solidFill>
                  <a:srgbClr val="167F89"/>
                </a:solidFill>
                <a:latin typeface="Arial" panose="020B0704020202020204"/>
                <a:ea typeface="Arial" panose="020B0704020202020204"/>
                <a:cs typeface="Arial" panose="020B0704020202020204"/>
              </a:defRPr>
            </a:lvl1pPr>
            <a:lvl2pPr algn="l">
              <a:buNone/>
              <a:defRPr sz="1875" b="1">
                <a:solidFill>
                  <a:srgbClr val="167F89"/>
                </a:solidFill>
                <a:latin typeface="Arial" panose="020B0704020202020204"/>
                <a:ea typeface="Arial" panose="020B0704020202020204"/>
                <a:cs typeface="Arial" panose="020B0704020202020204"/>
              </a:defRPr>
            </a:lvl2pPr>
            <a:lvl3pPr algn="l">
              <a:buNone/>
              <a:defRPr sz="1875" b="1">
                <a:solidFill>
                  <a:srgbClr val="167F89"/>
                </a:solidFill>
                <a:latin typeface="Arial" panose="020B0704020202020204"/>
                <a:ea typeface="Arial" panose="020B0704020202020204"/>
                <a:cs typeface="Arial" panose="020B0704020202020204"/>
              </a:defRPr>
            </a:lvl3pPr>
            <a:lvl4pPr algn="l">
              <a:buNone/>
              <a:defRPr sz="1875" b="1">
                <a:solidFill>
                  <a:srgbClr val="167F89"/>
                </a:solidFill>
                <a:latin typeface="Arial" panose="020B0704020202020204"/>
                <a:ea typeface="Arial" panose="020B0704020202020204"/>
                <a:cs typeface="Arial" panose="020B0704020202020204"/>
              </a:defRPr>
            </a:lvl4pPr>
            <a:lvl5pPr algn="l">
              <a:buNone/>
              <a:defRPr sz="1875" b="1">
                <a:solidFill>
                  <a:srgbClr val="167F89"/>
                </a:solidFill>
                <a:latin typeface="Arial" panose="020B0704020202020204"/>
                <a:ea typeface="Arial" panose="020B0704020202020204"/>
                <a:cs typeface="Arial" panose="020B0704020202020204"/>
              </a:defRPr>
            </a:lvl5pPr>
            <a:lvl6pPr algn="l">
              <a:buNone/>
              <a:defRPr sz="1875" b="1">
                <a:solidFill>
                  <a:srgbClr val="167F89"/>
                </a:solidFill>
                <a:latin typeface="Arial" panose="020B0704020202020204"/>
                <a:ea typeface="Arial" panose="020B0704020202020204"/>
                <a:cs typeface="Arial" panose="020B0704020202020204"/>
              </a:defRPr>
            </a:lvl6pPr>
            <a:lvl7pPr algn="l">
              <a:buNone/>
              <a:defRPr sz="1875" b="1">
                <a:solidFill>
                  <a:srgbClr val="167F89"/>
                </a:solidFill>
                <a:latin typeface="Arial" panose="020B0704020202020204"/>
                <a:ea typeface="Arial" panose="020B0704020202020204"/>
                <a:cs typeface="Arial" panose="020B0704020202020204"/>
              </a:defRPr>
            </a:lvl7pPr>
            <a:lvl8pPr algn="l">
              <a:buNone/>
              <a:defRPr sz="1875" b="1">
                <a:solidFill>
                  <a:srgbClr val="167F89"/>
                </a:solidFill>
                <a:latin typeface="Arial" panose="020B0704020202020204"/>
                <a:ea typeface="Arial" panose="020B0704020202020204"/>
                <a:cs typeface="Arial" panose="020B0704020202020204"/>
              </a:defRPr>
            </a:lvl8pPr>
            <a:lvl9pPr algn="l">
              <a:buNone/>
              <a:defRPr sz="1875" b="1">
                <a:solidFill>
                  <a:srgbClr val="167F89"/>
                </a:solidFill>
                <a:latin typeface="Arial" panose="020B0704020202020204"/>
                <a:ea typeface="Arial" panose="020B0704020202020204"/>
                <a:cs typeface="Arial" panose="020B0704020202020204"/>
              </a:defRPr>
            </a:lvl9pPr>
          </a:lstStyle>
          <a:p>
            <a:pPr algn="l">
              <a:buNone/>
              <a:defRPr sz="1875" b="1">
                <a:solidFill>
                  <a:srgbClr val="167F89"/>
                </a:solidFill>
                <a:latin typeface="Arial" panose="020B0704020202020204"/>
                <a:ea typeface="Arial" panose="020B0704020202020204"/>
                <a:cs typeface="Arial" panose="020B0704020202020204"/>
              </a:defRPr>
            </a:pPr>
            <a:r>
              <a:rPr sz="1875" b="1">
                <a:solidFill>
                  <a:srgbClr val="167F89"/>
                </a:solidFill>
                <a:latin typeface="Arial" panose="020B0704020202020204"/>
                <a:ea typeface="Arial" panose="020B0704020202020204"/>
                <a:cs typeface="Arial" panose="020B0704020202020204"/>
              </a:rPr>
              <a:t>Momentum-Gated Risk Parity (MGRP) adds eligibility to equal-risk allocation.</a:t>
            </a:r>
            <a:endParaRPr sz="1875"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The portfolio-construction question</a:t>
            </a:r>
            <a:endParaRPr sz="3150" b="1">
              <a:solidFill>
                <a:srgbClr val="132A43"/>
              </a:solidFill>
              <a:latin typeface="Arial" panose="020B0704020202020204"/>
              <a:ea typeface="Arial" panose="020B0704020202020204"/>
              <a:cs typeface="Arial" panose="020B0704020202020204"/>
            </a:endParaRPr>
          </a:p>
        </p:txBody>
      </p:sp>
      <p:sp>
        <p:nvSpPr>
          <p:cNvPr id="3" name="slide-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06</a:t>
            </a:r>
            <a:endParaRPr sz="1050" b="0">
              <a:solidFill>
                <a:srgbClr val="586B7C"/>
              </a:solidFill>
              <a:latin typeface="Arial" panose="020B0704020202020204"/>
              <a:ea typeface="Arial" panose="020B0704020202020204"/>
              <a:cs typeface="Arial" panose="020B0704020202020204"/>
            </a:endParaRPr>
          </a:p>
        </p:txBody>
      </p:sp>
      <p:sp>
        <p:nvSpPr>
          <p:cNvPr id="4" name="slide-6-text-3"/>
          <p:cNvSpPr>
            <a:spLocks noGrp="1"/>
          </p:cNvSpPr>
          <p:nvPr/>
        </p:nvSpPr>
        <p:spPr>
          <a:xfrm>
            <a:off x="571500" y="1943100"/>
            <a:ext cx="10858500" cy="1323975"/>
          </a:xfrm>
          <a:prstGeom prst="rect">
            <a:avLst/>
          </a:prstGeom>
          <a:noFill/>
          <a:ln w="0">
            <a:noFill/>
          </a:ln>
        </p:spPr>
        <p:txBody>
          <a:bodyPr wrap="square" lIns="0" tIns="0" rIns="0" bIns="0" anchor="t">
            <a:noAutofit/>
          </a:bodyPr>
          <a:lstStyle>
            <a:defPPr algn="l">
              <a:defRPr sz="3225" b="1">
                <a:solidFill>
                  <a:srgbClr val="132A43"/>
                </a:solidFill>
                <a:latin typeface="Arial" panose="020B0704020202020204"/>
                <a:ea typeface="Arial" panose="020B0704020202020204"/>
                <a:cs typeface="Arial" panose="020B0704020202020204"/>
              </a:defRPr>
            </a:defPPr>
            <a:lvl1pPr algn="l">
              <a:buNone/>
              <a:defRPr sz="3225" b="1">
                <a:solidFill>
                  <a:srgbClr val="132A43"/>
                </a:solidFill>
                <a:latin typeface="Arial" panose="020B0704020202020204"/>
                <a:ea typeface="Arial" panose="020B0704020202020204"/>
                <a:cs typeface="Arial" panose="020B0704020202020204"/>
              </a:defRPr>
            </a:lvl1pPr>
            <a:lvl2pPr algn="l">
              <a:buNone/>
              <a:defRPr sz="3225" b="1">
                <a:solidFill>
                  <a:srgbClr val="132A43"/>
                </a:solidFill>
                <a:latin typeface="Arial" panose="020B0704020202020204"/>
                <a:ea typeface="Arial" panose="020B0704020202020204"/>
                <a:cs typeface="Arial" panose="020B0704020202020204"/>
              </a:defRPr>
            </a:lvl2pPr>
            <a:lvl3pPr algn="l">
              <a:buNone/>
              <a:defRPr sz="3225" b="1">
                <a:solidFill>
                  <a:srgbClr val="132A43"/>
                </a:solidFill>
                <a:latin typeface="Arial" panose="020B0704020202020204"/>
                <a:ea typeface="Arial" panose="020B0704020202020204"/>
                <a:cs typeface="Arial" panose="020B0704020202020204"/>
              </a:defRPr>
            </a:lvl3pPr>
            <a:lvl4pPr algn="l">
              <a:buNone/>
              <a:defRPr sz="3225" b="1">
                <a:solidFill>
                  <a:srgbClr val="132A43"/>
                </a:solidFill>
                <a:latin typeface="Arial" panose="020B0704020202020204"/>
                <a:ea typeface="Arial" panose="020B0704020202020204"/>
                <a:cs typeface="Arial" panose="020B0704020202020204"/>
              </a:defRPr>
            </a:lvl4pPr>
            <a:lvl5pPr algn="l">
              <a:buNone/>
              <a:defRPr sz="3225" b="1">
                <a:solidFill>
                  <a:srgbClr val="132A43"/>
                </a:solidFill>
                <a:latin typeface="Arial" panose="020B0704020202020204"/>
                <a:ea typeface="Arial" panose="020B0704020202020204"/>
                <a:cs typeface="Arial" panose="020B0704020202020204"/>
              </a:defRPr>
            </a:lvl5pPr>
            <a:lvl6pPr algn="l">
              <a:buNone/>
              <a:defRPr sz="3225" b="1">
                <a:solidFill>
                  <a:srgbClr val="132A43"/>
                </a:solidFill>
                <a:latin typeface="Arial" panose="020B0704020202020204"/>
                <a:ea typeface="Arial" panose="020B0704020202020204"/>
                <a:cs typeface="Arial" panose="020B0704020202020204"/>
              </a:defRPr>
            </a:lvl6pPr>
            <a:lvl7pPr algn="l">
              <a:buNone/>
              <a:defRPr sz="3225" b="1">
                <a:solidFill>
                  <a:srgbClr val="132A43"/>
                </a:solidFill>
                <a:latin typeface="Arial" panose="020B0704020202020204"/>
                <a:ea typeface="Arial" panose="020B0704020202020204"/>
                <a:cs typeface="Arial" panose="020B0704020202020204"/>
              </a:defRPr>
            </a:lvl7pPr>
            <a:lvl8pPr algn="l">
              <a:buNone/>
              <a:defRPr sz="3225" b="1">
                <a:solidFill>
                  <a:srgbClr val="132A43"/>
                </a:solidFill>
                <a:latin typeface="Arial" panose="020B0704020202020204"/>
                <a:ea typeface="Arial" panose="020B0704020202020204"/>
                <a:cs typeface="Arial" panose="020B0704020202020204"/>
              </a:defRPr>
            </a:lvl8pPr>
            <a:lvl9pPr algn="l">
              <a:buNone/>
              <a:defRPr sz="3225" b="1">
                <a:solidFill>
                  <a:srgbClr val="132A43"/>
                </a:solidFill>
                <a:latin typeface="Arial" panose="020B0704020202020204"/>
                <a:ea typeface="Arial" panose="020B0704020202020204"/>
                <a:cs typeface="Arial" panose="020B0704020202020204"/>
              </a:defRPr>
            </a:lvl9pPr>
          </a:lstStyle>
          <a:p>
            <a:pPr algn="l">
              <a:buNone/>
              <a:defRPr sz="3225" b="1">
                <a:solidFill>
                  <a:srgbClr val="132A43"/>
                </a:solidFill>
                <a:latin typeface="Arial" panose="020B0704020202020204"/>
                <a:ea typeface="Arial" panose="020B0704020202020204"/>
                <a:cs typeface="Arial" panose="020B0704020202020204"/>
              </a:defRPr>
            </a:pPr>
            <a:r>
              <a:rPr sz="3225" b="1">
                <a:solidFill>
                  <a:srgbClr val="132A43"/>
                </a:solidFill>
                <a:latin typeface="Arial" panose="020B0704020202020204"/>
                <a:ea typeface="Arial" panose="020B0704020202020204"/>
                <a:cs typeface="Arial" panose="020B0704020202020204"/>
              </a:rPr>
              <a:t>Can momentum strength improve risk budgeting</a:t>
            </a:r>
            <a:endParaRPr sz="3225" b="1">
              <a:solidFill>
                <a:srgbClr val="132A43"/>
              </a:solidFill>
              <a:latin typeface="Arial" panose="020B0704020202020204"/>
              <a:ea typeface="Arial" panose="020B0704020202020204"/>
              <a:cs typeface="Arial" panose="020B0704020202020204"/>
            </a:endParaRPr>
          </a:p>
          <a:p>
            <a:pPr algn="l">
              <a:buNone/>
              <a:defRPr sz="3225" b="1">
                <a:solidFill>
                  <a:srgbClr val="132A43"/>
                </a:solidFill>
                <a:latin typeface="Arial" panose="020B0704020202020204"/>
                <a:ea typeface="Arial" panose="020B0704020202020204"/>
                <a:cs typeface="Arial" panose="020B0704020202020204"/>
              </a:defRPr>
            </a:pPr>
            <a:r>
              <a:rPr sz="3225" b="1">
                <a:solidFill>
                  <a:srgbClr val="132A43"/>
                </a:solidFill>
                <a:latin typeface="Arial" panose="020B0704020202020204"/>
                <a:ea typeface="Arial" panose="020B0704020202020204"/>
                <a:cs typeface="Arial" panose="020B0704020202020204"/>
              </a:rPr>
              <a:t>without sacrificing too much return?</a:t>
            </a:r>
            <a:endParaRPr sz="3225" b="1">
              <a:solidFill>
                <a:srgbClr val="132A43"/>
              </a:solidFill>
              <a:latin typeface="Arial" panose="020B0704020202020204"/>
              <a:ea typeface="Arial" panose="020B0704020202020204"/>
              <a:cs typeface="Arial" panose="020B0704020202020204"/>
            </a:endParaRPr>
          </a:p>
        </p:txBody>
      </p:sp>
      <p:sp>
        <p:nvSpPr>
          <p:cNvPr id="5" name="slide-6-text-4"/>
          <p:cNvSpPr>
            <a:spLocks noGrp="1"/>
          </p:cNvSpPr>
          <p:nvPr/>
        </p:nvSpPr>
        <p:spPr>
          <a:xfrm>
            <a:off x="571500" y="36766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6" name="slide-6-text-5"/>
          <p:cNvSpPr>
            <a:spLocks noGrp="1"/>
          </p:cNvSpPr>
          <p:nvPr/>
        </p:nvSpPr>
        <p:spPr>
          <a:xfrm>
            <a:off x="1476375" y="36766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Eligibility</a:t>
            </a:r>
            <a:endParaRPr sz="2175" b="1">
              <a:solidFill>
                <a:srgbClr val="132A43"/>
              </a:solidFill>
              <a:latin typeface="Arial" panose="020B0704020202020204"/>
              <a:ea typeface="Arial" panose="020B0704020202020204"/>
              <a:cs typeface="Arial" panose="020B0704020202020204"/>
            </a:endParaRPr>
          </a:p>
        </p:txBody>
      </p:sp>
      <p:sp>
        <p:nvSpPr>
          <p:cNvPr id="7" name="slide-6-text-6"/>
          <p:cNvSpPr>
            <a:spLocks noGrp="1"/>
          </p:cNvSpPr>
          <p:nvPr/>
        </p:nvSpPr>
        <p:spPr>
          <a:xfrm>
            <a:off x="1476375" y="4133850"/>
            <a:ext cx="9906000" cy="34290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Which assets qualify?</a:t>
            </a:r>
            <a:endParaRPr sz="1875" b="0">
              <a:solidFill>
                <a:srgbClr val="213043"/>
              </a:solidFill>
              <a:latin typeface="Arial" panose="020B0704020202020204"/>
              <a:ea typeface="Arial" panose="020B0704020202020204"/>
              <a:cs typeface="Arial" panose="020B0704020202020204"/>
            </a:endParaRPr>
          </a:p>
        </p:txBody>
      </p:sp>
      <p:sp>
        <p:nvSpPr>
          <p:cNvPr id="8" name="slide-6-text-7"/>
          <p:cNvSpPr>
            <a:spLocks noGrp="1"/>
          </p:cNvSpPr>
          <p:nvPr/>
        </p:nvSpPr>
        <p:spPr>
          <a:xfrm>
            <a:off x="571500" y="45148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9" name="slide-6-text-8"/>
          <p:cNvSpPr>
            <a:spLocks noGrp="1"/>
          </p:cNvSpPr>
          <p:nvPr/>
        </p:nvSpPr>
        <p:spPr>
          <a:xfrm>
            <a:off x="1476375" y="45148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Risk preferences</a:t>
            </a:r>
            <a:endParaRPr sz="2175" b="1">
              <a:solidFill>
                <a:srgbClr val="132A43"/>
              </a:solidFill>
              <a:latin typeface="Arial" panose="020B0704020202020204"/>
              <a:ea typeface="Arial" panose="020B0704020202020204"/>
              <a:cs typeface="Arial" panose="020B0704020202020204"/>
            </a:endParaRPr>
          </a:p>
        </p:txBody>
      </p:sp>
      <p:sp>
        <p:nvSpPr>
          <p:cNvPr id="10" name="slide-6-text-9"/>
          <p:cNvSpPr>
            <a:spLocks noGrp="1"/>
          </p:cNvSpPr>
          <p:nvPr/>
        </p:nvSpPr>
        <p:spPr>
          <a:xfrm>
            <a:off x="1476375" y="4972050"/>
            <a:ext cx="9906000" cy="34290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How much forecast risk should each receive?</a:t>
            </a:r>
            <a:endParaRPr sz="1875" b="0">
              <a:solidFill>
                <a:srgbClr val="213043"/>
              </a:solidFill>
              <a:latin typeface="Arial" panose="020B0704020202020204"/>
              <a:ea typeface="Arial" panose="020B0704020202020204"/>
              <a:cs typeface="Arial" panose="020B0704020202020204"/>
            </a:endParaRPr>
          </a:p>
        </p:txBody>
      </p:sp>
      <p:sp>
        <p:nvSpPr>
          <p:cNvPr id="11" name="slide-6-text-10"/>
          <p:cNvSpPr>
            <a:spLocks noGrp="1"/>
          </p:cNvSpPr>
          <p:nvPr/>
        </p:nvSpPr>
        <p:spPr>
          <a:xfrm>
            <a:off x="571500" y="53530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03</a:t>
            </a:r>
            <a:endParaRPr sz="2925" b="1">
              <a:solidFill>
                <a:srgbClr val="167F89"/>
              </a:solidFill>
              <a:latin typeface="Arial" panose="020B0704020202020204"/>
              <a:ea typeface="Arial" panose="020B0704020202020204"/>
              <a:cs typeface="Arial" panose="020B0704020202020204"/>
            </a:endParaRPr>
          </a:p>
        </p:txBody>
      </p:sp>
      <p:sp>
        <p:nvSpPr>
          <p:cNvPr id="12" name="slide-6-text-11"/>
          <p:cNvSpPr>
            <a:spLocks noGrp="1"/>
          </p:cNvSpPr>
          <p:nvPr/>
        </p:nvSpPr>
        <p:spPr>
          <a:xfrm>
            <a:off x="1476375" y="53530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Capital allocation</a:t>
            </a:r>
            <a:endParaRPr sz="2175" b="1">
              <a:solidFill>
                <a:srgbClr val="132A43"/>
              </a:solidFill>
              <a:latin typeface="Arial" panose="020B0704020202020204"/>
              <a:ea typeface="Arial" panose="020B0704020202020204"/>
              <a:cs typeface="Arial" panose="020B0704020202020204"/>
            </a:endParaRPr>
          </a:p>
        </p:txBody>
      </p:sp>
      <p:sp>
        <p:nvSpPr>
          <p:cNvPr id="13" name="slide-6-text-12"/>
          <p:cNvSpPr>
            <a:spLocks noGrp="1"/>
          </p:cNvSpPr>
          <p:nvPr/>
        </p:nvSpPr>
        <p:spPr>
          <a:xfrm>
            <a:off x="1476375" y="5810250"/>
            <a:ext cx="9906000" cy="34290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How much money implements those preferences?</a:t>
            </a:r>
            <a:endParaRPr sz="1875" b="0">
              <a:solidFill>
                <a:srgbClr val="213043"/>
              </a:solidFill>
              <a:latin typeface="Arial" panose="020B0704020202020204"/>
              <a:ea typeface="Arial" panose="020B0704020202020204"/>
              <a:cs typeface="Arial" panose="020B07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7-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07</a:t>
            </a:r>
            <a:endParaRPr sz="1050" b="0">
              <a:solidFill>
                <a:srgbClr val="72B5C0"/>
              </a:solidFill>
              <a:latin typeface="Arial" panose="020B0704020202020204"/>
              <a:ea typeface="Arial" panose="020B0704020202020204"/>
              <a:cs typeface="Arial" panose="020B0704020202020204"/>
            </a:endParaRPr>
          </a:p>
        </p:txBody>
      </p:sp>
      <p:sp>
        <p:nvSpPr>
          <p:cNvPr id="2" name="slide-7-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02</a:t>
            </a:r>
            <a:endParaRPr sz="12900" b="1">
              <a:solidFill>
                <a:srgbClr val="72B5C0"/>
              </a:solidFill>
              <a:latin typeface="Arial" panose="020B0704020202020204"/>
              <a:ea typeface="Arial" panose="020B0704020202020204"/>
              <a:cs typeface="Arial" panose="020B0704020202020204"/>
            </a:endParaRPr>
          </a:p>
        </p:txBody>
      </p:sp>
      <p:sp>
        <p:nvSpPr>
          <p:cNvPr id="3" name="slide-7-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From Momentum to Portfolio Weights</a:t>
            </a:r>
            <a:endParaRPr sz="3900" b="1">
              <a:solidFill>
                <a:srgbClr val="FFFFFF"/>
              </a:solidFill>
              <a:latin typeface="Arial" panose="020B0704020202020204"/>
              <a:ea typeface="Arial" panose="020B0704020202020204"/>
              <a:cs typeface="Arial" panose="020B0704020202020204"/>
            </a:endParaRPr>
          </a:p>
        </p:txBody>
      </p:sp>
      <p:sp>
        <p:nvSpPr>
          <p:cNvPr id="4" name="slide-7-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Eligibility, risk preferences and covariance-based capital allocation</a:t>
            </a:r>
            <a:endParaRPr sz="2175" b="0">
              <a:solidFill>
                <a:srgbClr val="D4E3EB"/>
              </a:solidFill>
              <a:latin typeface="Arial" panose="020B0704020202020204"/>
              <a:ea typeface="Arial" panose="020B0704020202020204"/>
              <a:cs typeface="Arial" panose="020B0704020202020204"/>
            </a:endParaRPr>
          </a:p>
        </p:txBody>
      </p:sp>
      <p:sp>
        <p:nvSpPr>
          <p:cNvPr id="5" name="slide-7-text-4"/>
          <p:cNvSpPr>
            <a:spLocks noGrp="1"/>
          </p:cNvSpPr>
          <p:nvPr/>
        </p:nvSpPr>
        <p:spPr>
          <a:xfrm>
            <a:off x="571500" y="6038850"/>
            <a:ext cx="6191250" cy="285750"/>
          </a:xfrm>
          <a:prstGeom prst="rect">
            <a:avLst/>
          </a:prstGeom>
          <a:noFill/>
          <a:ln w="0">
            <a:noFill/>
          </a:ln>
        </p:spPr>
        <p:txBody>
          <a:bodyPr wrap="square" lIns="0" tIns="0" rIns="0" bIns="0" anchor="t">
            <a:noAutofit/>
          </a:bodyPr>
          <a:lstStyle>
            <a:defPPr algn="l">
              <a:defRPr sz="1650" b="0">
                <a:solidFill>
                  <a:srgbClr val="72B5C0"/>
                </a:solidFill>
                <a:latin typeface="Arial" panose="020B0704020202020204"/>
                <a:ea typeface="Arial" panose="020B0704020202020204"/>
                <a:cs typeface="Arial" panose="020B0704020202020204"/>
              </a:defRPr>
            </a:defPPr>
            <a:lvl1pPr algn="l">
              <a:buNone/>
              <a:defRPr sz="1650" b="0">
                <a:solidFill>
                  <a:srgbClr val="72B5C0"/>
                </a:solidFill>
                <a:latin typeface="Arial" panose="020B0704020202020204"/>
                <a:ea typeface="Arial" panose="020B0704020202020204"/>
                <a:cs typeface="Arial" panose="020B0704020202020204"/>
              </a:defRPr>
            </a:lvl1pPr>
            <a:lvl2pPr algn="l">
              <a:buNone/>
              <a:defRPr sz="1650" b="0">
                <a:solidFill>
                  <a:srgbClr val="72B5C0"/>
                </a:solidFill>
                <a:latin typeface="Arial" panose="020B0704020202020204"/>
                <a:ea typeface="Arial" panose="020B0704020202020204"/>
                <a:cs typeface="Arial" panose="020B0704020202020204"/>
              </a:defRPr>
            </a:lvl2pPr>
            <a:lvl3pPr algn="l">
              <a:buNone/>
              <a:defRPr sz="1650" b="0">
                <a:solidFill>
                  <a:srgbClr val="72B5C0"/>
                </a:solidFill>
                <a:latin typeface="Arial" panose="020B0704020202020204"/>
                <a:ea typeface="Arial" panose="020B0704020202020204"/>
                <a:cs typeface="Arial" panose="020B0704020202020204"/>
              </a:defRPr>
            </a:lvl3pPr>
            <a:lvl4pPr algn="l">
              <a:buNone/>
              <a:defRPr sz="1650" b="0">
                <a:solidFill>
                  <a:srgbClr val="72B5C0"/>
                </a:solidFill>
                <a:latin typeface="Arial" panose="020B0704020202020204"/>
                <a:ea typeface="Arial" panose="020B0704020202020204"/>
                <a:cs typeface="Arial" panose="020B0704020202020204"/>
              </a:defRPr>
            </a:lvl4pPr>
            <a:lvl5pPr algn="l">
              <a:buNone/>
              <a:defRPr sz="1650" b="0">
                <a:solidFill>
                  <a:srgbClr val="72B5C0"/>
                </a:solidFill>
                <a:latin typeface="Arial" panose="020B0704020202020204"/>
                <a:ea typeface="Arial" panose="020B0704020202020204"/>
                <a:cs typeface="Arial" panose="020B0704020202020204"/>
              </a:defRPr>
            </a:lvl5pPr>
            <a:lvl6pPr algn="l">
              <a:buNone/>
              <a:defRPr sz="1650" b="0">
                <a:solidFill>
                  <a:srgbClr val="72B5C0"/>
                </a:solidFill>
                <a:latin typeface="Arial" panose="020B0704020202020204"/>
                <a:ea typeface="Arial" panose="020B0704020202020204"/>
                <a:cs typeface="Arial" panose="020B0704020202020204"/>
              </a:defRPr>
            </a:lvl6pPr>
            <a:lvl7pPr algn="l">
              <a:buNone/>
              <a:defRPr sz="1650" b="0">
                <a:solidFill>
                  <a:srgbClr val="72B5C0"/>
                </a:solidFill>
                <a:latin typeface="Arial" panose="020B0704020202020204"/>
                <a:ea typeface="Arial" panose="020B0704020202020204"/>
                <a:cs typeface="Arial" panose="020B0704020202020204"/>
              </a:defRPr>
            </a:lvl7pPr>
            <a:lvl8pPr algn="l">
              <a:buNone/>
              <a:defRPr sz="1650" b="0">
                <a:solidFill>
                  <a:srgbClr val="72B5C0"/>
                </a:solidFill>
                <a:latin typeface="Arial" panose="020B0704020202020204"/>
                <a:ea typeface="Arial" panose="020B0704020202020204"/>
                <a:cs typeface="Arial" panose="020B0704020202020204"/>
              </a:defRPr>
            </a:lvl8pPr>
            <a:lvl9pPr algn="l">
              <a:buNone/>
              <a:defRPr sz="1650" b="0">
                <a:solidFill>
                  <a:srgbClr val="72B5C0"/>
                </a:solidFill>
                <a:latin typeface="Arial" panose="020B0704020202020204"/>
                <a:ea typeface="Arial" panose="020B0704020202020204"/>
                <a:cs typeface="Arial" panose="020B0704020202020204"/>
              </a:defRPr>
            </a:lvl9pPr>
          </a:lstStyle>
          <a:p>
            <a:pPr algn="l">
              <a:buNone/>
              <a:defRPr sz="1650" b="0">
                <a:solidFill>
                  <a:srgbClr val="72B5C0"/>
                </a:solidFill>
                <a:latin typeface="Arial" panose="020B0704020202020204"/>
                <a:ea typeface="Arial" panose="020B0704020202020204"/>
                <a:cs typeface="Arial" panose="020B0704020202020204"/>
              </a:defRPr>
            </a:pPr>
            <a:r>
              <a:rPr sz="1650" b="0">
                <a:solidFill>
                  <a:srgbClr val="72B5C0"/>
                </a:solidFill>
                <a:latin typeface="Arial" panose="020B0704020202020204"/>
                <a:ea typeface="Arial" panose="020B0704020202020204"/>
                <a:cs typeface="Arial" panose="020B0704020202020204"/>
              </a:rPr>
              <a:t>Speaker 2</a:t>
            </a:r>
            <a:endParaRPr sz="1650" b="0">
              <a:solidFill>
                <a:srgbClr val="72B5C0"/>
              </a:solidFill>
              <a:latin typeface="Arial" panose="020B0704020202020204"/>
              <a:ea typeface="Arial" panose="020B0704020202020204"/>
              <a:cs typeface="Arial" panose="020B07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 sets risk preferences, covariance sets capital</a:t>
            </a:r>
            <a:endParaRPr sz="3150" b="1">
              <a:solidFill>
                <a:srgbClr val="132A43"/>
              </a:solidFill>
              <a:latin typeface="Arial" panose="020B0704020202020204"/>
              <a:ea typeface="Arial" panose="020B0704020202020204"/>
              <a:cs typeface="Arial" panose="020B0704020202020204"/>
            </a:endParaRPr>
          </a:p>
        </p:txBody>
      </p:sp>
      <p:sp>
        <p:nvSpPr>
          <p:cNvPr id="3" name="slide-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08</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0" name="slide-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9-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An asset must beat BIL to qualify</a:t>
            </a:r>
            <a:endParaRPr sz="3150" b="1">
              <a:solidFill>
                <a:srgbClr val="132A43"/>
              </a:solidFill>
              <a:latin typeface="Arial" panose="020B0704020202020204"/>
              <a:ea typeface="Arial" panose="020B0704020202020204"/>
              <a:cs typeface="Arial" panose="020B0704020202020204"/>
            </a:endParaRPr>
          </a:p>
        </p:txBody>
      </p:sp>
      <p:sp>
        <p:nvSpPr>
          <p:cNvPr id="3" name="slide-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09</a:t>
            </a:r>
            <a:endParaRPr sz="1050" b="0">
              <a:solidFill>
                <a:srgbClr val="586B7C"/>
              </a:solidFill>
              <a:latin typeface="Arial" panose="020B0704020202020204"/>
              <a:ea typeface="Arial" panose="020B0704020202020204"/>
              <a:cs typeface="Arial" panose="020B0704020202020204"/>
            </a:endParaRPr>
          </a:p>
        </p:txBody>
      </p:sp>
      <p:sp>
        <p:nvSpPr>
          <p:cNvPr id="4" name="slide-9-text-3"/>
          <p:cNvSpPr>
            <a:spLocks noGrp="1"/>
          </p:cNvSpPr>
          <p:nvPr/>
        </p:nvSpPr>
        <p:spPr>
          <a:xfrm>
            <a:off x="571500" y="1676400"/>
            <a:ext cx="104775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Six-month excess momentum</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0550" y="2000250"/>
            <a:ext cx="6642969" cy="1412036"/>
          </a:xfrm>
          <a:prstGeom prst="rect">
            <a:avLst/>
          </a:prstGeom>
        </p:spPr>
      </p:pic>
      <p:sp>
        <p:nvSpPr>
          <p:cNvPr id="6" name="slide-9-text-4"/>
          <p:cNvSpPr>
            <a:spLocks noGrp="1"/>
          </p:cNvSpPr>
          <p:nvPr/>
        </p:nvSpPr>
        <p:spPr>
          <a:xfrm>
            <a:off x="571500" y="3600450"/>
            <a:ext cx="10477500" cy="333375"/>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Eligibility and the number of qualifying risk assets</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0550" y="3981450"/>
            <a:ext cx="5807326" cy="1423808"/>
          </a:xfrm>
          <a:prstGeom prst="rect">
            <a:avLst/>
          </a:prstGeom>
        </p:spPr>
      </p:pic>
      <p:sp>
        <p:nvSpPr>
          <p:cNvPr id="8" name="slide-9-text-5"/>
          <p:cNvSpPr>
            <a:spLocks noGrp="1"/>
          </p:cNvSpPr>
          <p:nvPr/>
        </p:nvSpPr>
        <p:spPr>
          <a:xfrm>
            <a:off x="571500" y="5772150"/>
            <a:ext cx="11049000" cy="333375"/>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buNone/>
              <a:defRPr sz="1725" b="0">
                <a:solidFill>
                  <a:srgbClr val="586B7C"/>
                </a:solidFill>
                <a:latin typeface="Arial" panose="020B0704020202020204"/>
                <a:ea typeface="Arial" panose="020B0704020202020204"/>
                <a:cs typeface="Arial" panose="020B0704020202020204"/>
              </a:defRPr>
            </a:lvl1pPr>
            <a:lvl2pPr algn="l">
              <a:buNone/>
              <a:defRPr sz="1725" b="0">
                <a:solidFill>
                  <a:srgbClr val="586B7C"/>
                </a:solidFill>
                <a:latin typeface="Arial" panose="020B0704020202020204"/>
                <a:ea typeface="Arial" panose="020B0704020202020204"/>
                <a:cs typeface="Arial" panose="020B0704020202020204"/>
              </a:defRPr>
            </a:lvl2pPr>
            <a:lvl3pPr algn="l">
              <a:buNone/>
              <a:defRPr sz="1725" b="0">
                <a:solidFill>
                  <a:srgbClr val="586B7C"/>
                </a:solidFill>
                <a:latin typeface="Arial" panose="020B0704020202020204"/>
                <a:ea typeface="Arial" panose="020B0704020202020204"/>
                <a:cs typeface="Arial" panose="020B0704020202020204"/>
              </a:defRPr>
            </a:lvl3pPr>
            <a:lvl4pPr algn="l">
              <a:buNone/>
              <a:defRPr sz="1725" b="0">
                <a:solidFill>
                  <a:srgbClr val="586B7C"/>
                </a:solidFill>
                <a:latin typeface="Arial" panose="020B0704020202020204"/>
                <a:ea typeface="Arial" panose="020B0704020202020204"/>
                <a:cs typeface="Arial" panose="020B0704020202020204"/>
              </a:defRPr>
            </a:lvl4pPr>
            <a:lvl5pPr algn="l">
              <a:buNone/>
              <a:defRPr sz="1725" b="0">
                <a:solidFill>
                  <a:srgbClr val="586B7C"/>
                </a:solidFill>
                <a:latin typeface="Arial" panose="020B0704020202020204"/>
                <a:ea typeface="Arial" panose="020B0704020202020204"/>
                <a:cs typeface="Arial" panose="020B0704020202020204"/>
              </a:defRPr>
            </a:lvl5pPr>
            <a:lvl6pPr algn="l">
              <a:buNone/>
              <a:defRPr sz="1725" b="0">
                <a:solidFill>
                  <a:srgbClr val="586B7C"/>
                </a:solidFill>
                <a:latin typeface="Arial" panose="020B0704020202020204"/>
                <a:ea typeface="Arial" panose="020B0704020202020204"/>
                <a:cs typeface="Arial" panose="020B0704020202020204"/>
              </a:defRPr>
            </a:lvl6pPr>
            <a:lvl7pPr algn="l">
              <a:buNone/>
              <a:defRPr sz="1725" b="0">
                <a:solidFill>
                  <a:srgbClr val="586B7C"/>
                </a:solidFill>
                <a:latin typeface="Arial" panose="020B0704020202020204"/>
                <a:ea typeface="Arial" panose="020B0704020202020204"/>
                <a:cs typeface="Arial" panose="020B0704020202020204"/>
              </a:defRPr>
            </a:lvl7pPr>
            <a:lvl8pPr algn="l">
              <a:buNone/>
              <a:defRPr sz="1725" b="0">
                <a:solidFill>
                  <a:srgbClr val="586B7C"/>
                </a:solidFill>
                <a:latin typeface="Arial" panose="020B0704020202020204"/>
                <a:ea typeface="Arial" panose="020B0704020202020204"/>
                <a:cs typeface="Arial" panose="020B0704020202020204"/>
              </a:defRPr>
            </a:lvl8pPr>
            <a:lvl9pPr algn="l">
              <a:buNone/>
              <a:defRPr sz="1725" b="0">
                <a:solidFill>
                  <a:srgbClr val="586B7C"/>
                </a:solidFill>
                <a:latin typeface="Arial" panose="020B0704020202020204"/>
                <a:ea typeface="Arial" panose="020B0704020202020204"/>
                <a:cs typeface="Arial" panose="020B0704020202020204"/>
              </a:defRPr>
            </a:lvl9pPr>
          </a:lstStyle>
          <a:p>
            <a:pPr algn="l">
              <a:buNone/>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i: risk asset. t: month-end. P: SGD total-return index. k: eligible count.</a:t>
            </a:r>
            <a:endParaRPr sz="1725" b="0">
              <a:solidFill>
                <a:srgbClr val="586B7C"/>
              </a:solidFill>
              <a:latin typeface="Arial" panose="020B0704020202020204"/>
              <a:ea typeface="Arial" panose="020B0704020202020204"/>
              <a:cs typeface="Arial" panose="020B0704020202020204"/>
            </a:endParaRPr>
          </a:p>
        </p:txBody>
      </p:sp>
      <p:sp>
        <p:nvSpPr>
          <p:cNvPr id="9" name="slide-9-text-6"/>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Strictly positive spread. No eligible assets: 100% BIL. One eligible asset: 100% capital.</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1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0-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Stronger momentum receives a larger risk budget</a:t>
            </a:r>
            <a:endParaRPr sz="3150" b="1">
              <a:solidFill>
                <a:srgbClr val="132A43"/>
              </a:solidFill>
              <a:latin typeface="Arial" panose="020B0704020202020204"/>
              <a:ea typeface="Arial" panose="020B0704020202020204"/>
              <a:cs typeface="Arial" panose="020B0704020202020204"/>
            </a:endParaRPr>
          </a:p>
        </p:txBody>
      </p:sp>
      <p:sp>
        <p:nvSpPr>
          <p:cNvPr id="3" name="slide-1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10</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638300"/>
            <a:ext cx="7717098" cy="1110735"/>
          </a:xfrm>
          <a:prstGeom prst="rect">
            <a:avLst/>
          </a:prstGeom>
        </p:spPr>
      </p:pic>
      <p:sp>
        <p:nvSpPr>
          <p:cNvPr id="5" name="slide-10-text-3"/>
          <p:cNvSpPr>
            <a:spLocks noGrp="1"/>
          </p:cNvSpPr>
          <p:nvPr/>
        </p:nvSpPr>
        <p:spPr>
          <a:xfrm>
            <a:off x="571500" y="3000375"/>
            <a:ext cx="11049000" cy="400050"/>
          </a:xfrm>
          <a:prstGeom prst="rect">
            <a:avLst/>
          </a:prstGeom>
          <a:noFill/>
          <a:ln w="0">
            <a:noFill/>
          </a:ln>
        </p:spPr>
        <p:txBody>
          <a:bodyPr wrap="square" lIns="0" tIns="0" rIns="0" bIns="0" anchor="t">
            <a:noAutofit/>
          </a:bodyPr>
          <a:lstStyle>
            <a:defPPr algn="l">
              <a:defRPr sz="1875" b="0">
                <a:solidFill>
                  <a:srgbClr val="586B7C"/>
                </a:solidFill>
                <a:latin typeface="Arial" panose="020B0704020202020204"/>
                <a:ea typeface="Arial" panose="020B0704020202020204"/>
                <a:cs typeface="Arial" panose="020B0704020202020204"/>
              </a:defRPr>
            </a:defPPr>
            <a:lvl1pPr algn="l">
              <a:buNone/>
              <a:defRPr sz="1875" b="0">
                <a:solidFill>
                  <a:srgbClr val="586B7C"/>
                </a:solidFill>
                <a:latin typeface="Arial" panose="020B0704020202020204"/>
                <a:ea typeface="Arial" panose="020B0704020202020204"/>
                <a:cs typeface="Arial" panose="020B0704020202020204"/>
              </a:defRPr>
            </a:lvl1pPr>
            <a:lvl2pPr algn="l">
              <a:buNone/>
              <a:defRPr sz="1875" b="0">
                <a:solidFill>
                  <a:srgbClr val="586B7C"/>
                </a:solidFill>
                <a:latin typeface="Arial" panose="020B0704020202020204"/>
                <a:ea typeface="Arial" panose="020B0704020202020204"/>
                <a:cs typeface="Arial" panose="020B0704020202020204"/>
              </a:defRPr>
            </a:lvl2pPr>
            <a:lvl3pPr algn="l">
              <a:buNone/>
              <a:defRPr sz="1875" b="0">
                <a:solidFill>
                  <a:srgbClr val="586B7C"/>
                </a:solidFill>
                <a:latin typeface="Arial" panose="020B0704020202020204"/>
                <a:ea typeface="Arial" panose="020B0704020202020204"/>
                <a:cs typeface="Arial" panose="020B0704020202020204"/>
              </a:defRPr>
            </a:lvl3pPr>
            <a:lvl4pPr algn="l">
              <a:buNone/>
              <a:defRPr sz="1875" b="0">
                <a:solidFill>
                  <a:srgbClr val="586B7C"/>
                </a:solidFill>
                <a:latin typeface="Arial" panose="020B0704020202020204"/>
                <a:ea typeface="Arial" panose="020B0704020202020204"/>
                <a:cs typeface="Arial" panose="020B0704020202020204"/>
              </a:defRPr>
            </a:lvl4pPr>
            <a:lvl5pPr algn="l">
              <a:buNone/>
              <a:defRPr sz="1875" b="0">
                <a:solidFill>
                  <a:srgbClr val="586B7C"/>
                </a:solidFill>
                <a:latin typeface="Arial" panose="020B0704020202020204"/>
                <a:ea typeface="Arial" panose="020B0704020202020204"/>
                <a:cs typeface="Arial" panose="020B0704020202020204"/>
              </a:defRPr>
            </a:lvl5pPr>
            <a:lvl6pPr algn="l">
              <a:buNone/>
              <a:defRPr sz="1875" b="0">
                <a:solidFill>
                  <a:srgbClr val="586B7C"/>
                </a:solidFill>
                <a:latin typeface="Arial" panose="020B0704020202020204"/>
                <a:ea typeface="Arial" panose="020B0704020202020204"/>
                <a:cs typeface="Arial" panose="020B0704020202020204"/>
              </a:defRPr>
            </a:lvl6pPr>
            <a:lvl7pPr algn="l">
              <a:buNone/>
              <a:defRPr sz="1875" b="0">
                <a:solidFill>
                  <a:srgbClr val="586B7C"/>
                </a:solidFill>
                <a:latin typeface="Arial" panose="020B0704020202020204"/>
                <a:ea typeface="Arial" panose="020B0704020202020204"/>
                <a:cs typeface="Arial" panose="020B0704020202020204"/>
              </a:defRPr>
            </a:lvl7pPr>
            <a:lvl8pPr algn="l">
              <a:buNone/>
              <a:defRPr sz="1875" b="0">
                <a:solidFill>
                  <a:srgbClr val="586B7C"/>
                </a:solidFill>
                <a:latin typeface="Arial" panose="020B0704020202020204"/>
                <a:ea typeface="Arial" panose="020B0704020202020204"/>
                <a:cs typeface="Arial" panose="020B0704020202020204"/>
              </a:defRPr>
            </a:lvl8pPr>
            <a:lvl9pPr algn="l">
              <a:buNone/>
              <a:defRPr sz="1875" b="0">
                <a:solidFill>
                  <a:srgbClr val="586B7C"/>
                </a:solidFill>
                <a:latin typeface="Arial" panose="020B0704020202020204"/>
                <a:ea typeface="Arial" panose="020B0704020202020204"/>
                <a:cs typeface="Arial" panose="020B0704020202020204"/>
              </a:defRPr>
            </a:lvl9pPr>
          </a:lstStyle>
          <a:p>
            <a:pPr algn="l">
              <a:buNone/>
              <a:defRPr sz="1875" b="0">
                <a:solidFill>
                  <a:srgbClr val="586B7C"/>
                </a:solidFill>
                <a:latin typeface="Arial" panose="020B0704020202020204"/>
                <a:ea typeface="Arial" panose="020B0704020202020204"/>
                <a:cs typeface="Arial" panose="020B0704020202020204"/>
              </a:defRPr>
            </a:pPr>
            <a:r>
              <a:rPr sz="1875" b="0">
                <a:solidFill>
                  <a:srgbClr val="586B7C"/>
                </a:solidFill>
                <a:latin typeface="Arial" panose="020B0704020202020204"/>
                <a:ea typeface="Arial" panose="020B0704020202020204"/>
                <a:cs typeface="Arial" panose="020B0704020202020204"/>
              </a:rPr>
              <a:t>k = eligible count. r = rank among eligible assets. Rank 1 is strongest.</a:t>
            </a:r>
            <a:endParaRPr sz="1875"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3762375"/>
          <a:ext cx="11049000" cy="1390650"/>
        </p:xfrm>
        <a:graphic>
          <a:graphicData uri="http://schemas.openxmlformats.org/drawingml/2006/table">
            <a:tbl>
              <a:tblPr/>
              <a:tblGrid>
                <a:gridCol w="3429000"/>
                <a:gridCol w="1905000"/>
                <a:gridCol w="1905000"/>
                <a:gridCol w="1905000"/>
                <a:gridCol w="1905000"/>
              </a:tblGrid>
              <a:tr h="695325">
                <a:tc>
                  <a:txBody>
                    <a:bodyPr>
                      <a:spAutoFit/>
                    </a:bodyPr>
                    <a:lstStyle/>
                    <a:p>
                      <a:r>
                        <a:rPr sz="2175" b="1">
                          <a:solidFill>
                            <a:srgbClr val="FFFFFF"/>
                          </a:solidFill>
                          <a:latin typeface="Arial" panose="020B0704020202020204"/>
                          <a:ea typeface="Arial" panose="020B0704020202020204"/>
                          <a:cs typeface="Arial" panose="020B0704020202020204"/>
                        </a:rPr>
                        <a:t>Eligible rank</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1</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2</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3</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4</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695325">
                <a:tc>
                  <a:txBody>
                    <a:bodyPr>
                      <a:spAutoFit/>
                    </a:bodyPr>
                    <a:lstStyle/>
                    <a:p>
                      <a:r>
                        <a:rPr sz="2175" b="1">
                          <a:solidFill>
                            <a:srgbClr val="167F89"/>
                          </a:solidFill>
                          <a:latin typeface="Arial" panose="020B0704020202020204"/>
                          <a:ea typeface="Arial" panose="020B0704020202020204"/>
                          <a:cs typeface="Arial" panose="020B0704020202020204"/>
                        </a:rPr>
                        <a:t>Target risk share</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40%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30%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20%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10%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r>
            </a:tbl>
          </a:graphicData>
        </a:graphic>
      </p:graphicFrame>
      <p:sp>
        <p:nvSpPr>
          <p:cNvPr id="7" name="slide-10-text-4"/>
          <p:cNvSpPr>
            <a:spLocks noGrp="1"/>
          </p:cNvSpPr>
          <p:nvPr/>
        </p:nvSpPr>
        <p:spPr>
          <a:xfrm>
            <a:off x="571500" y="5619750"/>
            <a:ext cx="11049000" cy="552450"/>
          </a:xfrm>
          <a:prstGeom prst="rect">
            <a:avLst/>
          </a:prstGeom>
          <a:noFill/>
          <a:ln w="0">
            <a:noFill/>
          </a:ln>
        </p:spPr>
        <p:txBody>
          <a:bodyPr wrap="square" lIns="0" tIns="0" rIns="0" bIns="0" anchor="t">
            <a:noAutofit/>
          </a:bodyPr>
          <a:lstStyle>
            <a:defPPr algn="l">
              <a:defRPr sz="3075" b="1">
                <a:solidFill>
                  <a:srgbClr val="167F89"/>
                </a:solidFill>
                <a:latin typeface="Arial" panose="020B0704020202020204"/>
                <a:ea typeface="Arial" panose="020B0704020202020204"/>
                <a:cs typeface="Arial" panose="020B0704020202020204"/>
              </a:defRPr>
            </a:defPPr>
            <a:lvl1pPr algn="l">
              <a:buNone/>
              <a:defRPr sz="3075" b="1">
                <a:solidFill>
                  <a:srgbClr val="167F89"/>
                </a:solidFill>
                <a:latin typeface="Arial" panose="020B0704020202020204"/>
                <a:ea typeface="Arial" panose="020B0704020202020204"/>
                <a:cs typeface="Arial" panose="020B0704020202020204"/>
              </a:defRPr>
            </a:lvl1pPr>
            <a:lvl2pPr algn="l">
              <a:buNone/>
              <a:defRPr sz="3075" b="1">
                <a:solidFill>
                  <a:srgbClr val="167F89"/>
                </a:solidFill>
                <a:latin typeface="Arial" panose="020B0704020202020204"/>
                <a:ea typeface="Arial" panose="020B0704020202020204"/>
                <a:cs typeface="Arial" panose="020B0704020202020204"/>
              </a:defRPr>
            </a:lvl2pPr>
            <a:lvl3pPr algn="l">
              <a:buNone/>
              <a:defRPr sz="3075" b="1">
                <a:solidFill>
                  <a:srgbClr val="167F89"/>
                </a:solidFill>
                <a:latin typeface="Arial" panose="020B0704020202020204"/>
                <a:ea typeface="Arial" panose="020B0704020202020204"/>
                <a:cs typeface="Arial" panose="020B0704020202020204"/>
              </a:defRPr>
            </a:lvl3pPr>
            <a:lvl4pPr algn="l">
              <a:buNone/>
              <a:defRPr sz="3075" b="1">
                <a:solidFill>
                  <a:srgbClr val="167F89"/>
                </a:solidFill>
                <a:latin typeface="Arial" panose="020B0704020202020204"/>
                <a:ea typeface="Arial" panose="020B0704020202020204"/>
                <a:cs typeface="Arial" panose="020B0704020202020204"/>
              </a:defRPr>
            </a:lvl4pPr>
            <a:lvl5pPr algn="l">
              <a:buNone/>
              <a:defRPr sz="3075" b="1">
                <a:solidFill>
                  <a:srgbClr val="167F89"/>
                </a:solidFill>
                <a:latin typeface="Arial" panose="020B0704020202020204"/>
                <a:ea typeface="Arial" panose="020B0704020202020204"/>
                <a:cs typeface="Arial" panose="020B0704020202020204"/>
              </a:defRPr>
            </a:lvl5pPr>
            <a:lvl6pPr algn="l">
              <a:buNone/>
              <a:defRPr sz="3075" b="1">
                <a:solidFill>
                  <a:srgbClr val="167F89"/>
                </a:solidFill>
                <a:latin typeface="Arial" panose="020B0704020202020204"/>
                <a:ea typeface="Arial" panose="020B0704020202020204"/>
                <a:cs typeface="Arial" panose="020B0704020202020204"/>
              </a:defRPr>
            </a:lvl6pPr>
            <a:lvl7pPr algn="l">
              <a:buNone/>
              <a:defRPr sz="3075" b="1">
                <a:solidFill>
                  <a:srgbClr val="167F89"/>
                </a:solidFill>
                <a:latin typeface="Arial" panose="020B0704020202020204"/>
                <a:ea typeface="Arial" panose="020B0704020202020204"/>
                <a:cs typeface="Arial" panose="020B0704020202020204"/>
              </a:defRPr>
            </a:lvl7pPr>
            <a:lvl8pPr algn="l">
              <a:buNone/>
              <a:defRPr sz="3075" b="1">
                <a:solidFill>
                  <a:srgbClr val="167F89"/>
                </a:solidFill>
                <a:latin typeface="Arial" panose="020B0704020202020204"/>
                <a:ea typeface="Arial" panose="020B0704020202020204"/>
                <a:cs typeface="Arial" panose="020B0704020202020204"/>
              </a:defRPr>
            </a:lvl8pPr>
            <a:lvl9pPr algn="l">
              <a:buNone/>
              <a:defRPr sz="3075" b="1">
                <a:solidFill>
                  <a:srgbClr val="167F89"/>
                </a:solidFill>
                <a:latin typeface="Arial" panose="020B0704020202020204"/>
                <a:ea typeface="Arial" panose="020B0704020202020204"/>
                <a:cs typeface="Arial" panose="020B0704020202020204"/>
              </a:defRPr>
            </a:lvl9pPr>
          </a:lstStyle>
          <a:p>
            <a:pPr algn="l">
              <a:buNone/>
              <a:defRPr sz="3075" b="1">
                <a:solidFill>
                  <a:srgbClr val="167F89"/>
                </a:solidFill>
                <a:latin typeface="Arial" panose="020B0704020202020204"/>
                <a:ea typeface="Arial" panose="020B0704020202020204"/>
                <a:cs typeface="Arial" panose="020B0704020202020204"/>
              </a:defRPr>
            </a:pPr>
            <a:r>
              <a:rPr sz="3075" b="1">
                <a:solidFill>
                  <a:srgbClr val="167F89"/>
                </a:solidFill>
                <a:latin typeface="Arial" panose="020B0704020202020204"/>
                <a:ea typeface="Arial" panose="020B0704020202020204"/>
                <a:cs typeface="Arial" panose="020B0704020202020204"/>
              </a:rPr>
              <a:t>Risk budget is not capital weight</a:t>
            </a:r>
            <a:endParaRPr sz="3075" b="1">
              <a:solidFill>
                <a:srgbClr val="167F89"/>
              </a:solidFill>
              <a:latin typeface="Arial" panose="020B0704020202020204"/>
              <a:ea typeface="Arial" panose="020B0704020202020204"/>
              <a:cs typeface="Arial" panose="020B0704020202020204"/>
            </a:endParaRPr>
          </a:p>
        </p:txBody>
      </p:sp>
      <p:sp>
        <p:nvSpPr>
          <p:cNvPr id="8" name="slide-10-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Fixed linear rank rule. Budgets sum to 100%. The four-asset row illustrates the rule.</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3" name="slide-1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Recent observations receive more weight in covariance</a:t>
            </a:r>
            <a:endParaRPr sz="3150" b="1">
              <a:solidFill>
                <a:srgbClr val="132A43"/>
              </a:solidFill>
              <a:latin typeface="Arial" panose="020B0704020202020204"/>
              <a:ea typeface="Arial" panose="020B0704020202020204"/>
              <a:cs typeface="Arial" panose="020B0704020202020204"/>
            </a:endParaRPr>
          </a:p>
        </p:txBody>
      </p:sp>
      <p:sp>
        <p:nvSpPr>
          <p:cNvPr id="3" name="slide-1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11</a:t>
            </a:r>
            <a:endParaRPr sz="1050" b="0">
              <a:solidFill>
                <a:srgbClr val="586B7C"/>
              </a:solidFill>
              <a:latin typeface="Arial" panose="020B0704020202020204"/>
              <a:ea typeface="Arial" panose="020B0704020202020204"/>
              <a:cs typeface="Arial" panose="020B0704020202020204"/>
            </a:endParaRPr>
          </a:p>
        </p:txBody>
      </p:sp>
      <p:sp>
        <p:nvSpPr>
          <p:cNvPr id="4" name="slide-11-text-3"/>
          <p:cNvSpPr>
            <a:spLocks noGrp="1"/>
          </p:cNvSpPr>
          <p:nvPr/>
        </p:nvSpPr>
        <p:spPr>
          <a:xfrm>
            <a:off x="571500" y="1695450"/>
            <a:ext cx="11049000" cy="419100"/>
          </a:xfrm>
          <a:prstGeom prst="rect">
            <a:avLst/>
          </a:prstGeom>
          <a:noFill/>
          <a:ln w="0">
            <a:noFill/>
          </a:ln>
        </p:spPr>
        <p:txBody>
          <a:bodyPr wrap="square" lIns="0" tIns="0" rIns="0" bIns="0" anchor="t">
            <a:noAutofit/>
          </a:bodyPr>
          <a:lstStyle>
            <a:defPPr algn="l">
              <a:defRPr sz="2175" b="1">
                <a:solidFill>
                  <a:srgbClr val="167F89"/>
                </a:solidFill>
                <a:latin typeface="Arial" panose="020B0704020202020204"/>
                <a:ea typeface="Arial" panose="020B0704020202020204"/>
                <a:cs typeface="Arial" panose="020B0704020202020204"/>
              </a:defRPr>
            </a:defPPr>
            <a:lvl1pPr algn="l">
              <a:buNone/>
              <a:defRPr sz="2175" b="1">
                <a:solidFill>
                  <a:srgbClr val="167F89"/>
                </a:solidFill>
                <a:latin typeface="Arial" panose="020B0704020202020204"/>
                <a:ea typeface="Arial" panose="020B0704020202020204"/>
                <a:cs typeface="Arial" panose="020B0704020202020204"/>
              </a:defRPr>
            </a:lvl1pPr>
            <a:lvl2pPr algn="l">
              <a:buNone/>
              <a:defRPr sz="2175" b="1">
                <a:solidFill>
                  <a:srgbClr val="167F89"/>
                </a:solidFill>
                <a:latin typeface="Arial" panose="020B0704020202020204"/>
                <a:ea typeface="Arial" panose="020B0704020202020204"/>
                <a:cs typeface="Arial" panose="020B0704020202020204"/>
              </a:defRPr>
            </a:lvl2pPr>
            <a:lvl3pPr algn="l">
              <a:buNone/>
              <a:defRPr sz="2175" b="1">
                <a:solidFill>
                  <a:srgbClr val="167F89"/>
                </a:solidFill>
                <a:latin typeface="Arial" panose="020B0704020202020204"/>
                <a:ea typeface="Arial" panose="020B0704020202020204"/>
                <a:cs typeface="Arial" panose="020B0704020202020204"/>
              </a:defRPr>
            </a:lvl3pPr>
            <a:lvl4pPr algn="l">
              <a:buNone/>
              <a:defRPr sz="2175" b="1">
                <a:solidFill>
                  <a:srgbClr val="167F89"/>
                </a:solidFill>
                <a:latin typeface="Arial" panose="020B0704020202020204"/>
                <a:ea typeface="Arial" panose="020B0704020202020204"/>
                <a:cs typeface="Arial" panose="020B0704020202020204"/>
              </a:defRPr>
            </a:lvl4pPr>
            <a:lvl5pPr algn="l">
              <a:buNone/>
              <a:defRPr sz="2175" b="1">
                <a:solidFill>
                  <a:srgbClr val="167F89"/>
                </a:solidFill>
                <a:latin typeface="Arial" panose="020B0704020202020204"/>
                <a:ea typeface="Arial" panose="020B0704020202020204"/>
                <a:cs typeface="Arial" panose="020B0704020202020204"/>
              </a:defRPr>
            </a:lvl5pPr>
            <a:lvl6pPr algn="l">
              <a:buNone/>
              <a:defRPr sz="2175" b="1">
                <a:solidFill>
                  <a:srgbClr val="167F89"/>
                </a:solidFill>
                <a:latin typeface="Arial" panose="020B0704020202020204"/>
                <a:ea typeface="Arial" panose="020B0704020202020204"/>
                <a:cs typeface="Arial" panose="020B0704020202020204"/>
              </a:defRPr>
            </a:lvl6pPr>
            <a:lvl7pPr algn="l">
              <a:buNone/>
              <a:defRPr sz="2175" b="1">
                <a:solidFill>
                  <a:srgbClr val="167F89"/>
                </a:solidFill>
                <a:latin typeface="Arial" panose="020B0704020202020204"/>
                <a:ea typeface="Arial" panose="020B0704020202020204"/>
                <a:cs typeface="Arial" panose="020B0704020202020204"/>
              </a:defRPr>
            </a:lvl7pPr>
            <a:lvl8pPr algn="l">
              <a:buNone/>
              <a:defRPr sz="2175" b="1">
                <a:solidFill>
                  <a:srgbClr val="167F89"/>
                </a:solidFill>
                <a:latin typeface="Arial" panose="020B0704020202020204"/>
                <a:ea typeface="Arial" panose="020B0704020202020204"/>
                <a:cs typeface="Arial" panose="020B0704020202020204"/>
              </a:defRPr>
            </a:lvl8pPr>
            <a:lvl9pPr algn="l">
              <a:buNone/>
              <a:defRPr sz="2175" b="1">
                <a:solidFill>
                  <a:srgbClr val="167F89"/>
                </a:solidFill>
                <a:latin typeface="Arial" panose="020B0704020202020204"/>
                <a:ea typeface="Arial" panose="020B0704020202020204"/>
                <a:cs typeface="Arial" panose="020B0704020202020204"/>
              </a:defRPr>
            </a:lvl9pPr>
          </a:lstStyle>
          <a:p>
            <a:pPr algn="l">
              <a:buNone/>
              <a:defRPr sz="2175" b="1">
                <a:solidFill>
                  <a:srgbClr val="167F89"/>
                </a:solidFill>
                <a:latin typeface="Arial" panose="020B0704020202020204"/>
                <a:ea typeface="Arial" panose="020B0704020202020204"/>
                <a:cs typeface="Arial" panose="020B0704020202020204"/>
              </a:defRPr>
            </a:pPr>
            <a:r>
              <a:rPr sz="2175" b="1">
                <a:solidFill>
                  <a:srgbClr val="167F89"/>
                </a:solidFill>
                <a:latin typeface="Arial" panose="020B0704020202020204"/>
                <a:ea typeface="Arial" panose="020B0704020202020204"/>
                <a:cs typeface="Arial" panose="020B0704020202020204"/>
              </a:rPr>
              <a:t>Exponentially Weighted Moving Average (EWMA)</a:t>
            </a:r>
            <a:endParaRPr sz="217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286000"/>
            <a:ext cx="9004253" cy="1335265"/>
          </a:xfrm>
          <a:prstGeom prst="rect">
            <a:avLst/>
          </a:prstGeom>
        </p:spPr>
      </p:pic>
      <p:sp>
        <p:nvSpPr>
          <p:cNvPr id="6" name="slide-11-text-4"/>
          <p:cNvSpPr>
            <a:spLocks noGrp="1"/>
          </p:cNvSpPr>
          <p:nvPr/>
        </p:nvSpPr>
        <p:spPr>
          <a:xfrm>
            <a:off x="571500" y="410527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7" name="slide-11-text-5"/>
          <p:cNvSpPr>
            <a:spLocks noGrp="1"/>
          </p:cNvSpPr>
          <p:nvPr/>
        </p:nvSpPr>
        <p:spPr>
          <a:xfrm>
            <a:off x="1476375" y="410527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Recent information</a:t>
            </a:r>
            <a:endParaRPr sz="2175" b="1">
              <a:solidFill>
                <a:srgbClr val="132A43"/>
              </a:solidFill>
              <a:latin typeface="Arial" panose="020B0704020202020204"/>
              <a:ea typeface="Arial" panose="020B0704020202020204"/>
              <a:cs typeface="Arial" panose="020B0704020202020204"/>
            </a:endParaRPr>
          </a:p>
        </p:txBody>
      </p:sp>
      <p:sp>
        <p:nvSpPr>
          <p:cNvPr id="8" name="slide-11-text-6"/>
          <p:cNvSpPr>
            <a:spLocks noGrp="1"/>
          </p:cNvSpPr>
          <p:nvPr/>
        </p:nvSpPr>
        <p:spPr>
          <a:xfrm>
            <a:off x="1476375" y="4562475"/>
            <a:ext cx="9906000" cy="43815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lambda = 0.94. Use the prior expanding mean for innovations.</a:t>
            </a:r>
            <a:endParaRPr sz="1875" b="0">
              <a:solidFill>
                <a:srgbClr val="213043"/>
              </a:solidFill>
              <a:latin typeface="Arial" panose="020B0704020202020204"/>
              <a:ea typeface="Arial" panose="020B0704020202020204"/>
              <a:cs typeface="Arial" panose="020B0704020202020204"/>
            </a:endParaRPr>
          </a:p>
        </p:txBody>
      </p:sp>
      <p:sp>
        <p:nvSpPr>
          <p:cNvPr id="9" name="slide-11-text-7"/>
          <p:cNvSpPr>
            <a:spLocks noGrp="1"/>
          </p:cNvSpPr>
          <p:nvPr/>
        </p:nvSpPr>
        <p:spPr>
          <a:xfrm>
            <a:off x="571500" y="50387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10" name="slide-11-text-8"/>
          <p:cNvSpPr>
            <a:spLocks noGrp="1"/>
          </p:cNvSpPr>
          <p:nvPr/>
        </p:nvSpPr>
        <p:spPr>
          <a:xfrm>
            <a:off x="1476375" y="50387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Fixed stabilization</a:t>
            </a:r>
            <a:endParaRPr sz="2175" b="1">
              <a:solidFill>
                <a:srgbClr val="132A43"/>
              </a:solidFill>
              <a:latin typeface="Arial" panose="020B0704020202020204"/>
              <a:ea typeface="Arial" panose="020B0704020202020204"/>
              <a:cs typeface="Arial" panose="020B0704020202020204"/>
            </a:endParaRPr>
          </a:p>
        </p:txBody>
      </p:sp>
      <p:sp>
        <p:nvSpPr>
          <p:cNvPr id="11" name="slide-11-text-9"/>
          <p:cNvSpPr>
            <a:spLocks noGrp="1"/>
          </p:cNvSpPr>
          <p:nvPr/>
        </p:nvSpPr>
        <p:spPr>
          <a:xfrm>
            <a:off x="1476375" y="5495925"/>
            <a:ext cx="9906000" cy="43815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Initialize with 252 returns. Apply 1% diagonal shrinkage and a 1e-12 floor.</a:t>
            </a:r>
            <a:endParaRPr sz="1875" b="0">
              <a:solidFill>
                <a:srgbClr val="213043"/>
              </a:solidFill>
              <a:latin typeface="Arial" panose="020B0704020202020204"/>
              <a:ea typeface="Arial" panose="020B0704020202020204"/>
              <a:cs typeface="Arial" panose="020B0704020202020204"/>
            </a:endParaRPr>
          </a:p>
        </p:txBody>
      </p:sp>
      <p:sp>
        <p:nvSpPr>
          <p:cNvPr id="12" name="slide-11-text-10"/>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Q: raw covariance. R: daily asset returns. D: diagonal floor correction. No parameter search.</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8" name="slide-1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The optimizer converts risk budgets into capital weights</a:t>
            </a:r>
            <a:endParaRPr sz="3150" b="1">
              <a:solidFill>
                <a:srgbClr val="132A43"/>
              </a:solidFill>
              <a:latin typeface="Arial" panose="020B0704020202020204"/>
              <a:ea typeface="Arial" panose="020B0704020202020204"/>
              <a:cs typeface="Arial" panose="020B0704020202020204"/>
            </a:endParaRPr>
          </a:p>
        </p:txBody>
      </p:sp>
      <p:sp>
        <p:nvSpPr>
          <p:cNvPr id="3" name="slide-1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12</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609725"/>
            <a:ext cx="6719881" cy="1829532"/>
          </a:xfrm>
          <a:prstGeom prst="rect">
            <a:avLst/>
          </a:prstGeom>
        </p:spPr>
      </p:pic>
      <p:sp>
        <p:nvSpPr>
          <p:cNvPr id="5" name="slide-12-text-3"/>
          <p:cNvSpPr>
            <a:spLocks noGrp="1"/>
          </p:cNvSpPr>
          <p:nvPr/>
        </p:nvSpPr>
        <p:spPr>
          <a:xfrm>
            <a:off x="571500" y="3638550"/>
            <a:ext cx="11049000" cy="419100"/>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buNone/>
              <a:defRPr sz="1725" b="0">
                <a:solidFill>
                  <a:srgbClr val="586B7C"/>
                </a:solidFill>
                <a:latin typeface="Arial" panose="020B0704020202020204"/>
                <a:ea typeface="Arial" panose="020B0704020202020204"/>
                <a:cs typeface="Arial" panose="020B0704020202020204"/>
              </a:defRPr>
            </a:lvl1pPr>
            <a:lvl2pPr algn="l">
              <a:buNone/>
              <a:defRPr sz="1725" b="0">
                <a:solidFill>
                  <a:srgbClr val="586B7C"/>
                </a:solidFill>
                <a:latin typeface="Arial" panose="020B0704020202020204"/>
                <a:ea typeface="Arial" panose="020B0704020202020204"/>
                <a:cs typeface="Arial" panose="020B0704020202020204"/>
              </a:defRPr>
            </a:lvl2pPr>
            <a:lvl3pPr algn="l">
              <a:buNone/>
              <a:defRPr sz="1725" b="0">
                <a:solidFill>
                  <a:srgbClr val="586B7C"/>
                </a:solidFill>
                <a:latin typeface="Arial" panose="020B0704020202020204"/>
                <a:ea typeface="Arial" panose="020B0704020202020204"/>
                <a:cs typeface="Arial" panose="020B0704020202020204"/>
              </a:defRPr>
            </a:lvl3pPr>
            <a:lvl4pPr algn="l">
              <a:buNone/>
              <a:defRPr sz="1725" b="0">
                <a:solidFill>
                  <a:srgbClr val="586B7C"/>
                </a:solidFill>
                <a:latin typeface="Arial" panose="020B0704020202020204"/>
                <a:ea typeface="Arial" panose="020B0704020202020204"/>
                <a:cs typeface="Arial" panose="020B0704020202020204"/>
              </a:defRPr>
            </a:lvl4pPr>
            <a:lvl5pPr algn="l">
              <a:buNone/>
              <a:defRPr sz="1725" b="0">
                <a:solidFill>
                  <a:srgbClr val="586B7C"/>
                </a:solidFill>
                <a:latin typeface="Arial" panose="020B0704020202020204"/>
                <a:ea typeface="Arial" panose="020B0704020202020204"/>
                <a:cs typeface="Arial" panose="020B0704020202020204"/>
              </a:defRPr>
            </a:lvl5pPr>
            <a:lvl6pPr algn="l">
              <a:buNone/>
              <a:defRPr sz="1725" b="0">
                <a:solidFill>
                  <a:srgbClr val="586B7C"/>
                </a:solidFill>
                <a:latin typeface="Arial" panose="020B0704020202020204"/>
                <a:ea typeface="Arial" panose="020B0704020202020204"/>
                <a:cs typeface="Arial" panose="020B0704020202020204"/>
              </a:defRPr>
            </a:lvl6pPr>
            <a:lvl7pPr algn="l">
              <a:buNone/>
              <a:defRPr sz="1725" b="0">
                <a:solidFill>
                  <a:srgbClr val="586B7C"/>
                </a:solidFill>
                <a:latin typeface="Arial" panose="020B0704020202020204"/>
                <a:ea typeface="Arial" panose="020B0704020202020204"/>
                <a:cs typeface="Arial" panose="020B0704020202020204"/>
              </a:defRPr>
            </a:lvl7pPr>
            <a:lvl8pPr algn="l">
              <a:buNone/>
              <a:defRPr sz="1725" b="0">
                <a:solidFill>
                  <a:srgbClr val="586B7C"/>
                </a:solidFill>
                <a:latin typeface="Arial" panose="020B0704020202020204"/>
                <a:ea typeface="Arial" panose="020B0704020202020204"/>
                <a:cs typeface="Arial" panose="020B0704020202020204"/>
              </a:defRPr>
            </a:lvl8pPr>
            <a:lvl9pPr algn="l">
              <a:buNone/>
              <a:defRPr sz="1725" b="0">
                <a:solidFill>
                  <a:srgbClr val="586B7C"/>
                </a:solidFill>
                <a:latin typeface="Arial" panose="020B0704020202020204"/>
                <a:ea typeface="Arial" panose="020B0704020202020204"/>
                <a:cs typeface="Arial" panose="020B0704020202020204"/>
              </a:defRPr>
            </a:lvl9pPr>
          </a:lstStyle>
          <a:p>
            <a:pPr algn="l">
              <a:buNone/>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x: positive optimization variable. w: normalized capital weights. b: assigned risk shares.</a:t>
            </a:r>
            <a:endParaRPr sz="1725" b="0">
              <a:solidFill>
                <a:srgbClr val="586B7C"/>
              </a:solidFill>
              <a:latin typeface="Arial" panose="020B0704020202020204"/>
              <a:ea typeface="Arial" panose="020B0704020202020204"/>
              <a:cs typeface="Arial" panose="020B0704020202020204"/>
            </a:endParaRPr>
          </a:p>
        </p:txBody>
      </p:sp>
      <p:pic>
        <p:nvPicPr>
          <p:cNvPr id="6" name="图片 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162425"/>
            <a:ext cx="7244635" cy="1310136"/>
          </a:xfrm>
          <a:prstGeom prst="rect">
            <a:avLst/>
          </a:prstGeom>
        </p:spPr>
      </p:pic>
      <p:sp>
        <p:nvSpPr>
          <p:cNvPr id="7" name="slide-12-text-4"/>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Estimated risk shares equal assigned budgets. This equality is ex ante, not a future guarantee.</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Risk budgets and capital differ in a real decision</a:t>
            </a:r>
            <a:endParaRPr sz="3150" b="1">
              <a:solidFill>
                <a:srgbClr val="132A43"/>
              </a:solidFill>
              <a:latin typeface="Arial" panose="020B0704020202020204"/>
              <a:ea typeface="Arial" panose="020B0704020202020204"/>
              <a:cs typeface="Arial" panose="020B0704020202020204"/>
            </a:endParaRPr>
          </a:p>
        </p:txBody>
      </p:sp>
      <p:sp>
        <p:nvSpPr>
          <p:cNvPr id="3" name="slide-1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13</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14-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14</a:t>
            </a:r>
            <a:endParaRPr sz="1050" b="0">
              <a:solidFill>
                <a:srgbClr val="72B5C0"/>
              </a:solidFill>
              <a:latin typeface="Arial" panose="020B0704020202020204"/>
              <a:ea typeface="Arial" panose="020B0704020202020204"/>
              <a:cs typeface="Arial" panose="020B0704020202020204"/>
            </a:endParaRPr>
          </a:p>
        </p:txBody>
      </p:sp>
      <p:sp>
        <p:nvSpPr>
          <p:cNvPr id="2" name="slide-14-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03</a:t>
            </a:r>
            <a:endParaRPr sz="12900" b="1">
              <a:solidFill>
                <a:srgbClr val="72B5C0"/>
              </a:solidFill>
              <a:latin typeface="Arial" panose="020B0704020202020204"/>
              <a:ea typeface="Arial" panose="020B0704020202020204"/>
              <a:cs typeface="Arial" panose="020B0704020202020204"/>
            </a:endParaRPr>
          </a:p>
        </p:txBody>
      </p:sp>
      <p:sp>
        <p:nvSpPr>
          <p:cNvPr id="3" name="slide-14-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Econometric Framework &amp; Diagnostics</a:t>
            </a:r>
            <a:endParaRPr sz="3900" b="1">
              <a:solidFill>
                <a:srgbClr val="FFFFFF"/>
              </a:solidFill>
              <a:latin typeface="Arial" panose="020B0704020202020204"/>
              <a:ea typeface="Arial" panose="020B0704020202020204"/>
              <a:cs typeface="Arial" panose="020B0704020202020204"/>
            </a:endParaRPr>
          </a:p>
        </p:txBody>
      </p:sp>
      <p:sp>
        <p:nvSpPr>
          <p:cNvPr id="4" name="slide-14-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Test information timing, covariance forecasts and risk contributions</a:t>
            </a:r>
            <a:endParaRPr sz="2175" b="0">
              <a:solidFill>
                <a:srgbClr val="D4E3EB"/>
              </a:solidFill>
              <a:latin typeface="Arial" panose="020B0704020202020204"/>
              <a:ea typeface="Arial" panose="020B0704020202020204"/>
              <a:cs typeface="Arial" panose="020B0704020202020204"/>
            </a:endParaRPr>
          </a:p>
        </p:txBody>
      </p:sp>
      <p:sp>
        <p:nvSpPr>
          <p:cNvPr id="5" name="slide-14-text-4"/>
          <p:cNvSpPr>
            <a:spLocks noGrp="1"/>
          </p:cNvSpPr>
          <p:nvPr/>
        </p:nvSpPr>
        <p:spPr>
          <a:xfrm>
            <a:off x="571500" y="6038850"/>
            <a:ext cx="6191250" cy="285750"/>
          </a:xfrm>
          <a:prstGeom prst="rect">
            <a:avLst/>
          </a:prstGeom>
          <a:noFill/>
          <a:ln w="0">
            <a:noFill/>
          </a:ln>
        </p:spPr>
        <p:txBody>
          <a:bodyPr wrap="square" lIns="0" tIns="0" rIns="0" bIns="0" anchor="t">
            <a:noAutofit/>
          </a:bodyPr>
          <a:lstStyle>
            <a:defPPr algn="l">
              <a:defRPr sz="1650" b="0">
                <a:solidFill>
                  <a:srgbClr val="72B5C0"/>
                </a:solidFill>
                <a:latin typeface="Arial" panose="020B0704020202020204"/>
                <a:ea typeface="Arial" panose="020B0704020202020204"/>
                <a:cs typeface="Arial" panose="020B0704020202020204"/>
              </a:defRPr>
            </a:defPPr>
            <a:lvl1pPr algn="l">
              <a:buNone/>
              <a:defRPr sz="1650" b="0">
                <a:solidFill>
                  <a:srgbClr val="72B5C0"/>
                </a:solidFill>
                <a:latin typeface="Arial" panose="020B0704020202020204"/>
                <a:ea typeface="Arial" panose="020B0704020202020204"/>
                <a:cs typeface="Arial" panose="020B0704020202020204"/>
              </a:defRPr>
            </a:lvl1pPr>
            <a:lvl2pPr algn="l">
              <a:buNone/>
              <a:defRPr sz="1650" b="0">
                <a:solidFill>
                  <a:srgbClr val="72B5C0"/>
                </a:solidFill>
                <a:latin typeface="Arial" panose="020B0704020202020204"/>
                <a:ea typeface="Arial" panose="020B0704020202020204"/>
                <a:cs typeface="Arial" panose="020B0704020202020204"/>
              </a:defRPr>
            </a:lvl2pPr>
            <a:lvl3pPr algn="l">
              <a:buNone/>
              <a:defRPr sz="1650" b="0">
                <a:solidFill>
                  <a:srgbClr val="72B5C0"/>
                </a:solidFill>
                <a:latin typeface="Arial" panose="020B0704020202020204"/>
                <a:ea typeface="Arial" panose="020B0704020202020204"/>
                <a:cs typeface="Arial" panose="020B0704020202020204"/>
              </a:defRPr>
            </a:lvl3pPr>
            <a:lvl4pPr algn="l">
              <a:buNone/>
              <a:defRPr sz="1650" b="0">
                <a:solidFill>
                  <a:srgbClr val="72B5C0"/>
                </a:solidFill>
                <a:latin typeface="Arial" panose="020B0704020202020204"/>
                <a:ea typeface="Arial" panose="020B0704020202020204"/>
                <a:cs typeface="Arial" panose="020B0704020202020204"/>
              </a:defRPr>
            </a:lvl4pPr>
            <a:lvl5pPr algn="l">
              <a:buNone/>
              <a:defRPr sz="1650" b="0">
                <a:solidFill>
                  <a:srgbClr val="72B5C0"/>
                </a:solidFill>
                <a:latin typeface="Arial" panose="020B0704020202020204"/>
                <a:ea typeface="Arial" panose="020B0704020202020204"/>
                <a:cs typeface="Arial" panose="020B0704020202020204"/>
              </a:defRPr>
            </a:lvl5pPr>
            <a:lvl6pPr algn="l">
              <a:buNone/>
              <a:defRPr sz="1650" b="0">
                <a:solidFill>
                  <a:srgbClr val="72B5C0"/>
                </a:solidFill>
                <a:latin typeface="Arial" panose="020B0704020202020204"/>
                <a:ea typeface="Arial" panose="020B0704020202020204"/>
                <a:cs typeface="Arial" panose="020B0704020202020204"/>
              </a:defRPr>
            </a:lvl6pPr>
            <a:lvl7pPr algn="l">
              <a:buNone/>
              <a:defRPr sz="1650" b="0">
                <a:solidFill>
                  <a:srgbClr val="72B5C0"/>
                </a:solidFill>
                <a:latin typeface="Arial" panose="020B0704020202020204"/>
                <a:ea typeface="Arial" panose="020B0704020202020204"/>
                <a:cs typeface="Arial" panose="020B0704020202020204"/>
              </a:defRPr>
            </a:lvl7pPr>
            <a:lvl8pPr algn="l">
              <a:buNone/>
              <a:defRPr sz="1650" b="0">
                <a:solidFill>
                  <a:srgbClr val="72B5C0"/>
                </a:solidFill>
                <a:latin typeface="Arial" panose="020B0704020202020204"/>
                <a:ea typeface="Arial" panose="020B0704020202020204"/>
                <a:cs typeface="Arial" panose="020B0704020202020204"/>
              </a:defRPr>
            </a:lvl8pPr>
            <a:lvl9pPr algn="l">
              <a:buNone/>
              <a:defRPr sz="1650" b="0">
                <a:solidFill>
                  <a:srgbClr val="72B5C0"/>
                </a:solidFill>
                <a:latin typeface="Arial" panose="020B0704020202020204"/>
                <a:ea typeface="Arial" panose="020B0704020202020204"/>
                <a:cs typeface="Arial" panose="020B0704020202020204"/>
              </a:defRPr>
            </a:lvl9pPr>
          </a:lstStyle>
          <a:p>
            <a:pPr algn="l">
              <a:buNone/>
              <a:defRPr sz="1650" b="0">
                <a:solidFill>
                  <a:srgbClr val="72B5C0"/>
                </a:solidFill>
                <a:latin typeface="Arial" panose="020B0704020202020204"/>
                <a:ea typeface="Arial" panose="020B0704020202020204"/>
                <a:cs typeface="Arial" panose="020B0704020202020204"/>
              </a:defRPr>
            </a:pPr>
            <a:r>
              <a:rPr sz="1650" b="0">
                <a:solidFill>
                  <a:srgbClr val="72B5C0"/>
                </a:solidFill>
                <a:latin typeface="Arial" panose="020B0704020202020204"/>
                <a:ea typeface="Arial" panose="020B0704020202020204"/>
                <a:cs typeface="Arial" panose="020B0704020202020204"/>
              </a:rPr>
              <a:t>Speaker 3</a:t>
            </a:r>
            <a:endParaRPr sz="1650" b="0">
              <a:solidFill>
                <a:srgbClr val="72B5C0"/>
              </a:solidFill>
              <a:latin typeface="Arial" panose="020B0704020202020204"/>
              <a:ea typeface="Arial" panose="020B0704020202020204"/>
              <a:cs typeface="Arial" panose="020B07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Benchmarks separate selection from allocation</a:t>
            </a:r>
            <a:endParaRPr sz="3150" b="1">
              <a:solidFill>
                <a:srgbClr val="132A43"/>
              </a:solidFill>
              <a:latin typeface="Arial" panose="020B0704020202020204"/>
              <a:ea typeface="Arial" panose="020B0704020202020204"/>
              <a:cs typeface="Arial" panose="020B0704020202020204"/>
            </a:endParaRPr>
          </a:p>
        </p:txBody>
      </p:sp>
      <p:sp>
        <p:nvSpPr>
          <p:cNvPr id="3" name="slide-1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15</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1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SGD total returns use adjusted prices and exchange rates</a:t>
            </a:r>
            <a:endParaRPr sz="3150" b="1">
              <a:solidFill>
                <a:srgbClr val="132A43"/>
              </a:solidFill>
              <a:latin typeface="Arial" panose="020B0704020202020204"/>
              <a:ea typeface="Arial" panose="020B0704020202020204"/>
              <a:cs typeface="Arial" panose="020B0704020202020204"/>
            </a:endParaRPr>
          </a:p>
        </p:txBody>
      </p:sp>
      <p:sp>
        <p:nvSpPr>
          <p:cNvPr id="3" name="slide-1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16</a:t>
            </a:r>
            <a:endParaRPr sz="1050" b="0">
              <a:solidFill>
                <a:srgbClr val="586B7C"/>
              </a:solidFill>
              <a:latin typeface="Arial" panose="020B0704020202020204"/>
              <a:ea typeface="Arial" panose="020B0704020202020204"/>
              <a:cs typeface="Arial" panose="020B0704020202020204"/>
            </a:endParaRPr>
          </a:p>
        </p:txBody>
      </p:sp>
      <p:sp>
        <p:nvSpPr>
          <p:cNvPr id="4" name="slide-16-text-3"/>
          <p:cNvSpPr>
            <a:spLocks noGrp="1"/>
          </p:cNvSpPr>
          <p:nvPr/>
        </p:nvSpPr>
        <p:spPr>
          <a:xfrm>
            <a:off x="571500" y="17621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5" name="slide-16-text-4"/>
          <p:cNvSpPr>
            <a:spLocks noGrp="1"/>
          </p:cNvSpPr>
          <p:nvPr/>
        </p:nvSpPr>
        <p:spPr>
          <a:xfrm>
            <a:off x="1476375" y="17621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Archived adjusted prices</a:t>
            </a:r>
            <a:endParaRPr sz="2175" b="1">
              <a:solidFill>
                <a:srgbClr val="132A43"/>
              </a:solidFill>
              <a:latin typeface="Arial" panose="020B0704020202020204"/>
              <a:ea typeface="Arial" panose="020B0704020202020204"/>
              <a:cs typeface="Arial" panose="020B0704020202020204"/>
            </a:endParaRPr>
          </a:p>
        </p:txBody>
      </p:sp>
      <p:sp>
        <p:nvSpPr>
          <p:cNvPr id="6" name="slide-16-text-5"/>
          <p:cNvSpPr>
            <a:spLocks noGrp="1"/>
          </p:cNvSpPr>
          <p:nvPr/>
        </p:nvSpPr>
        <p:spPr>
          <a:xfrm>
            <a:off x="1476375" y="22193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Distributions and splits are reflected in total-return indices.</a:t>
            </a:r>
            <a:endParaRPr sz="1875" b="0">
              <a:solidFill>
                <a:srgbClr val="213043"/>
              </a:solidFill>
              <a:latin typeface="Arial" panose="020B0704020202020204"/>
              <a:ea typeface="Arial" panose="020B0704020202020204"/>
              <a:cs typeface="Arial" panose="020B0704020202020204"/>
            </a:endParaRPr>
          </a:p>
        </p:txBody>
      </p:sp>
      <p:sp>
        <p:nvSpPr>
          <p:cNvPr id="7" name="slide-16-text-6"/>
          <p:cNvSpPr>
            <a:spLocks noGrp="1"/>
          </p:cNvSpPr>
          <p:nvPr/>
        </p:nvSpPr>
        <p:spPr>
          <a:xfrm>
            <a:off x="571500" y="311467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8" name="slide-16-text-7"/>
          <p:cNvSpPr>
            <a:spLocks noGrp="1"/>
          </p:cNvSpPr>
          <p:nvPr/>
        </p:nvSpPr>
        <p:spPr>
          <a:xfrm>
            <a:off x="1476375" y="311467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One investor currency</a:t>
            </a:r>
            <a:endParaRPr sz="2175" b="1">
              <a:solidFill>
                <a:srgbClr val="132A43"/>
              </a:solidFill>
              <a:latin typeface="Arial" panose="020B0704020202020204"/>
              <a:ea typeface="Arial" panose="020B0704020202020204"/>
              <a:cs typeface="Arial" panose="020B0704020202020204"/>
            </a:endParaRPr>
          </a:p>
        </p:txBody>
      </p:sp>
      <p:sp>
        <p:nvSpPr>
          <p:cNvPr id="9" name="slide-16-text-8"/>
          <p:cNvSpPr>
            <a:spLocks noGrp="1"/>
          </p:cNvSpPr>
          <p:nvPr/>
        </p:nvSpPr>
        <p:spPr>
          <a:xfrm>
            <a:off x="1476375" y="357187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Translate USD funds using SGD per USD. ES3 remains in SGD.</a:t>
            </a:r>
            <a:endParaRPr sz="1875" b="0">
              <a:solidFill>
                <a:srgbClr val="213043"/>
              </a:solidFill>
              <a:latin typeface="Arial" panose="020B0704020202020204"/>
              <a:ea typeface="Arial" panose="020B0704020202020204"/>
              <a:cs typeface="Arial" panose="020B0704020202020204"/>
            </a:endParaRPr>
          </a:p>
        </p:txBody>
      </p:sp>
      <p:sp>
        <p:nvSpPr>
          <p:cNvPr id="10" name="slide-16-text-9"/>
          <p:cNvSpPr>
            <a:spLocks noGrp="1"/>
          </p:cNvSpPr>
          <p:nvPr/>
        </p:nvSpPr>
        <p:spPr>
          <a:xfrm>
            <a:off x="571500" y="44672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03</a:t>
            </a:r>
            <a:endParaRPr sz="2925" b="1">
              <a:solidFill>
                <a:srgbClr val="167F89"/>
              </a:solidFill>
              <a:latin typeface="Arial" panose="020B0704020202020204"/>
              <a:ea typeface="Arial" panose="020B0704020202020204"/>
              <a:cs typeface="Arial" panose="020B0704020202020204"/>
            </a:endParaRPr>
          </a:p>
        </p:txBody>
      </p:sp>
      <p:sp>
        <p:nvSpPr>
          <p:cNvPr id="11" name="slide-16-text-10"/>
          <p:cNvSpPr>
            <a:spLocks noGrp="1"/>
          </p:cNvSpPr>
          <p:nvPr/>
        </p:nvSpPr>
        <p:spPr>
          <a:xfrm>
            <a:off x="1476375" y="44672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Cross-market valuation</a:t>
            </a:r>
            <a:endParaRPr sz="2175" b="1">
              <a:solidFill>
                <a:srgbClr val="132A43"/>
              </a:solidFill>
              <a:latin typeface="Arial" panose="020B0704020202020204"/>
              <a:ea typeface="Arial" panose="020B0704020202020204"/>
              <a:cs typeface="Arial" panose="020B0704020202020204"/>
            </a:endParaRPr>
          </a:p>
        </p:txBody>
      </p:sp>
      <p:sp>
        <p:nvSpPr>
          <p:cNvPr id="12" name="slide-16-text-11"/>
          <p:cNvSpPr>
            <a:spLocks noGrp="1"/>
          </p:cNvSpPr>
          <p:nvPr/>
        </p:nvSpPr>
        <p:spPr>
          <a:xfrm>
            <a:off x="1476375" y="49244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Use information available at the time. Executions require fresh basket quotes.</a:t>
            </a:r>
            <a:endParaRPr sz="1875" b="0">
              <a:solidFill>
                <a:srgbClr val="213043"/>
              </a:solidFill>
              <a:latin typeface="Arial" panose="020B0704020202020204"/>
              <a:ea typeface="Arial" panose="020B0704020202020204"/>
              <a:cs typeface="Arial" panose="020B0704020202020204"/>
            </a:endParaRPr>
          </a:p>
        </p:txBody>
      </p:sp>
      <p:sp>
        <p:nvSpPr>
          <p:cNvPr id="13" name="slide-16-text-12"/>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FX means foreign exchange. Fund expenses are already reflected in prices, without duplicate deduction.</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New positions earn returns only after execution</a:t>
            </a:r>
            <a:endParaRPr sz="3150" b="1">
              <a:solidFill>
                <a:srgbClr val="132A43"/>
              </a:solidFill>
              <a:latin typeface="Arial" panose="020B0704020202020204"/>
              <a:ea typeface="Arial" panose="020B0704020202020204"/>
              <a:cs typeface="Arial" panose="020B0704020202020204"/>
            </a:endParaRPr>
          </a:p>
        </p:txBody>
      </p:sp>
      <p:sp>
        <p:nvSpPr>
          <p:cNvPr id="3" name="slide-1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17</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1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8-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backtests and the recent-month test</a:t>
            </a:r>
            <a:endParaRPr sz="3150" b="1">
              <a:solidFill>
                <a:srgbClr val="132A43"/>
              </a:solidFill>
              <a:latin typeface="Arial" panose="020B0704020202020204"/>
              <a:ea typeface="Arial" panose="020B0704020202020204"/>
              <a:cs typeface="Arial" panose="020B0704020202020204"/>
            </a:endParaRPr>
          </a:p>
        </p:txBody>
      </p:sp>
      <p:sp>
        <p:nvSpPr>
          <p:cNvPr id="3" name="slide-1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18</a:t>
            </a:r>
            <a:endParaRPr sz="1050" b="0">
              <a:solidFill>
                <a:srgbClr val="586B7C"/>
              </a:solidFill>
              <a:latin typeface="Arial" panose="020B0704020202020204"/>
              <a:ea typeface="Arial" panose="020B0704020202020204"/>
              <a:cs typeface="Arial" panose="020B0704020202020204"/>
            </a:endParaRPr>
          </a:p>
        </p:txBody>
      </p:sp>
      <p:graphicFrame>
        <p:nvGraphicFramePr>
          <p:cNvPr id="8" name="表格 7"/>
          <p:cNvGraphicFramePr/>
          <p:nvPr/>
        </p:nvGraphicFramePr>
        <p:xfrm>
          <a:off x="571500" y="1619250"/>
          <a:ext cx="11049000" cy="3810002"/>
        </p:xfrm>
        <a:graphic>
          <a:graphicData uri="http://schemas.openxmlformats.org/drawingml/2006/table">
            <a:tbl>
              <a:tblPr/>
              <a:tblGrid>
                <a:gridCol w="3333750"/>
                <a:gridCol w="3429000"/>
                <a:gridCol w="4286250"/>
              </a:tblGrid>
              <a:tr h="544286">
                <a:tc>
                  <a:txBody>
                    <a:bodyPr/>
                    <a:lstStyle/>
                    <a:p>
                      <a:r>
                        <a:rPr sz="1575" b="1">
                          <a:solidFill>
                            <a:srgbClr val="FFFFFF"/>
                          </a:solidFill>
                          <a:latin typeface="Arial" panose="020B0704020202020204"/>
                          <a:ea typeface="Arial" panose="020B0704020202020204"/>
                          <a:cs typeface="Arial" panose="020B0704020202020204"/>
                        </a:rPr>
                        <a:t>Window</a:t>
                      </a:r>
                      <a:endParaRPr sz="157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75" b="1">
                          <a:solidFill>
                            <a:srgbClr val="FFFFFF"/>
                          </a:solidFill>
                          <a:latin typeface="Arial" panose="020B0704020202020204"/>
                          <a:ea typeface="Arial" panose="020B0704020202020204"/>
                          <a:cs typeface="Arial" panose="020B0704020202020204"/>
                        </a:rPr>
                        <a:t>Role</a:t>
                      </a:r>
                      <a:endParaRPr sz="157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75" b="1">
                          <a:solidFill>
                            <a:srgbClr val="FFFFFF"/>
                          </a:solidFill>
                          <a:latin typeface="Arial" panose="020B0704020202020204"/>
                          <a:ea typeface="Arial" panose="020B0704020202020204"/>
                          <a:cs typeface="Arial" panose="020B0704020202020204"/>
                        </a:rPr>
                        <a:t>Scope</a:t>
                      </a:r>
                      <a:endParaRPr sz="157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44286">
                <a:tc>
                  <a:txBody>
                    <a:bodyPr/>
                    <a:lstStyle/>
                    <a:p>
                      <a:r>
                        <a:rPr sz="1575" b="0">
                          <a:solidFill>
                            <a:srgbClr val="132A43"/>
                          </a:solidFill>
                          <a:latin typeface="Arial" panose="020B0704020202020204"/>
                          <a:ea typeface="Arial" panose="020B0704020202020204"/>
                          <a:cs typeface="Arial" panose="020B0704020202020204"/>
                        </a:rPr>
                        <a:t>2014 Nov–2019 Dec</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Data preparation</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EWMA initialization and lookback history</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44286">
                <a:tc>
                  <a:txBody>
                    <a:bodyPr/>
                    <a:lstStyle/>
                    <a:p>
                      <a:r>
                        <a:rPr sz="1575" b="0">
                          <a:solidFill>
                            <a:srgbClr val="132A43"/>
                          </a:solidFill>
                          <a:latin typeface="Arial" panose="020B0704020202020204"/>
                          <a:ea typeface="Arial" panose="020B0704020202020204"/>
                          <a:cs typeface="Arial" panose="020B0704020202020204"/>
                        </a:rPr>
                        <a:t>2020–2023</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Historical backtest A</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1,031 portfolio returns</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44286">
                <a:tc>
                  <a:txBody>
                    <a:bodyPr/>
                    <a:lstStyle/>
                    <a:p>
                      <a:r>
                        <a:rPr sz="1575" b="0">
                          <a:solidFill>
                            <a:srgbClr val="132A43"/>
                          </a:solidFill>
                          <a:latin typeface="Arial" panose="020B0704020202020204"/>
                          <a:ea typeface="Arial" panose="020B0704020202020204"/>
                          <a:cs typeface="Arial" panose="020B0704020202020204"/>
                        </a:rPr>
                        <a:t>2024 Jan–2026 Sep 18</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Historical backtest B</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702 portfolio returns</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44286">
                <a:tc>
                  <a:txBody>
                    <a:bodyPr/>
                    <a:lstStyle/>
                    <a:p>
                      <a:r>
                        <a:rPr sz="1575" b="0">
                          <a:solidFill>
                            <a:srgbClr val="132A43"/>
                          </a:solidFill>
                          <a:latin typeface="Arial" panose="020B0704020202020204"/>
                          <a:ea typeface="Arial" panose="020B0704020202020204"/>
                          <a:cs typeface="Arial" panose="020B0704020202020204"/>
                        </a:rPr>
                        <a:t>2020 Jan–2026 Sep 18</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Combined history A+B</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1,733 returns, overlaps A and B</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44286">
                <a:tc>
                  <a:txBody>
                    <a:bodyPr/>
                    <a:lstStyle/>
                    <a:p>
                      <a:r>
                        <a:rPr sz="1575" b="0">
                          <a:solidFill>
                            <a:srgbClr val="132A43"/>
                          </a:solidFill>
                          <a:latin typeface="Arial" panose="020B0704020202020204"/>
                          <a:ea typeface="Arial" panose="020B0704020202020204"/>
                          <a:cs typeface="Arial" panose="020B0704020202020204"/>
                        </a:rPr>
                        <a:t>2026 Sep 19–Oct 19</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Recent-month historical test</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21 returns, first return Sep 21</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44286">
                <a:tc>
                  <a:txBody>
                    <a:bodyPr/>
                    <a:lstStyle/>
                    <a:p>
                      <a:r>
                        <a:rPr sz="1575" b="0">
                          <a:solidFill>
                            <a:srgbClr val="132A43"/>
                          </a:solidFill>
                          <a:latin typeface="Arial" panose="020B0704020202020204"/>
                          <a:ea typeface="Arial" panose="020B0704020202020204"/>
                          <a:cs typeface="Arial" panose="020B0704020202020204"/>
                        </a:rPr>
                        <a:t>2026 Oct 1–19</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Partial course evaluation</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13 returns, subset of recent-month test</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bl>
          </a:graphicData>
        </a:graphic>
      </p:graphicFrame>
      <p:sp>
        <p:nvSpPr>
          <p:cNvPr id="9" name="矩形 8"/>
          <p:cNvSpPr>
            <a:spLocks noGrp="1"/>
          </p:cNvSpPr>
          <p:nvPr/>
        </p:nvSpPr>
        <p:spPr>
          <a:xfrm>
            <a:off x="571500" y="5743575"/>
            <a:ext cx="11049000" cy="342900"/>
          </a:xfrm>
          <a:prstGeom prst="rect">
            <a:avLst/>
          </a:prstGeom>
          <a:noFill/>
          <a:ln w="0">
            <a:noFill/>
          </a:ln>
        </p:spPr>
        <p:txBody>
          <a:bodyPr wrap="square" lIns="0" tIns="0" rIns="0" bIns="0" anchor="ctr"/>
          <a:lstStyle>
            <a:defPPr algn="l">
              <a:defRPr sz="2100" b="1">
                <a:solidFill>
                  <a:srgbClr val="12838D"/>
                </a:solidFill>
                <a:latin typeface="Arial" panose="020B0704020202020204"/>
                <a:ea typeface="Arial" panose="020B0704020202020204"/>
                <a:cs typeface="Arial" panose="020B0704020202020204"/>
              </a:defRPr>
            </a:defPPr>
            <a:lvl1pPr algn="l">
              <a:defRPr sz="2100" b="1">
                <a:solidFill>
                  <a:srgbClr val="12838D"/>
                </a:solidFill>
                <a:latin typeface="Arial" panose="020B0704020202020204"/>
                <a:ea typeface="Arial" panose="020B0704020202020204"/>
                <a:cs typeface="Arial" panose="020B0704020202020204"/>
              </a:defRPr>
            </a:lvl1pPr>
            <a:lvl2pPr algn="l">
              <a:defRPr sz="2100" b="1">
                <a:solidFill>
                  <a:srgbClr val="12838D"/>
                </a:solidFill>
                <a:latin typeface="Arial" panose="020B0704020202020204"/>
                <a:ea typeface="Arial" panose="020B0704020202020204"/>
                <a:cs typeface="Arial" panose="020B0704020202020204"/>
              </a:defRPr>
            </a:lvl2pPr>
            <a:lvl3pPr algn="l">
              <a:defRPr sz="2100" b="1">
                <a:solidFill>
                  <a:srgbClr val="12838D"/>
                </a:solidFill>
                <a:latin typeface="Arial" panose="020B0704020202020204"/>
                <a:ea typeface="Arial" panose="020B0704020202020204"/>
                <a:cs typeface="Arial" panose="020B0704020202020204"/>
              </a:defRPr>
            </a:lvl3pPr>
            <a:lvl4pPr algn="l">
              <a:defRPr sz="2100" b="1">
                <a:solidFill>
                  <a:srgbClr val="12838D"/>
                </a:solidFill>
                <a:latin typeface="Arial" panose="020B0704020202020204"/>
                <a:ea typeface="Arial" panose="020B0704020202020204"/>
                <a:cs typeface="Arial" panose="020B0704020202020204"/>
              </a:defRPr>
            </a:lvl4pPr>
            <a:lvl5pPr algn="l">
              <a:defRPr sz="2100" b="1">
                <a:solidFill>
                  <a:srgbClr val="12838D"/>
                </a:solidFill>
                <a:latin typeface="Arial" panose="020B0704020202020204"/>
                <a:ea typeface="Arial" panose="020B0704020202020204"/>
                <a:cs typeface="Arial" panose="020B0704020202020204"/>
              </a:defRPr>
            </a:lvl5pPr>
            <a:lvl6pPr algn="l">
              <a:defRPr sz="2100" b="1">
                <a:solidFill>
                  <a:srgbClr val="12838D"/>
                </a:solidFill>
                <a:latin typeface="Arial" panose="020B0704020202020204"/>
                <a:ea typeface="Arial" panose="020B0704020202020204"/>
                <a:cs typeface="Arial" panose="020B0704020202020204"/>
              </a:defRPr>
            </a:lvl6pPr>
            <a:lvl7pPr algn="l">
              <a:defRPr sz="2100" b="1">
                <a:solidFill>
                  <a:srgbClr val="12838D"/>
                </a:solidFill>
                <a:latin typeface="Arial" panose="020B0704020202020204"/>
                <a:ea typeface="Arial" panose="020B0704020202020204"/>
                <a:cs typeface="Arial" panose="020B0704020202020204"/>
              </a:defRPr>
            </a:lvl7pPr>
            <a:lvl8pPr algn="l">
              <a:defRPr sz="2100" b="1">
                <a:solidFill>
                  <a:srgbClr val="12838D"/>
                </a:solidFill>
                <a:latin typeface="Arial" panose="020B0704020202020204"/>
                <a:ea typeface="Arial" panose="020B0704020202020204"/>
                <a:cs typeface="Arial" panose="020B0704020202020204"/>
              </a:defRPr>
            </a:lvl8pPr>
            <a:lvl9pPr algn="l">
              <a:defRPr sz="2100" b="1">
                <a:solidFill>
                  <a:srgbClr val="12838D"/>
                </a:solidFill>
                <a:latin typeface="Arial" panose="020B0704020202020204"/>
                <a:ea typeface="Arial" panose="020B0704020202020204"/>
                <a:cs typeface="Arial" panose="020B0704020202020204"/>
              </a:defRPr>
            </a:lvl9pPr>
          </a:lstStyle>
          <a:p>
            <a:pPr algn="l">
              <a:defRPr sz="2100" b="1">
                <a:solidFill>
                  <a:srgbClr val="12838D"/>
                </a:solidFill>
                <a:latin typeface="Arial" panose="020B0704020202020204"/>
                <a:ea typeface="Arial" panose="020B0704020202020204"/>
                <a:cs typeface="Arial" panose="020B0704020202020204"/>
              </a:defRPr>
            </a:pPr>
            <a:r>
              <a:rPr sz="2100" b="1">
                <a:solidFill>
                  <a:srgbClr val="12838D"/>
                </a:solidFill>
                <a:latin typeface="Arial" panose="020B0704020202020204"/>
                <a:ea typeface="Arial" panose="020B0704020202020204"/>
                <a:cs typeface="Arial" panose="020B0704020202020204"/>
              </a:rPr>
              <a:t>Rules fixed for this evaluation</a:t>
            </a:r>
            <a:endParaRPr sz="2100" b="1">
              <a:solidFill>
                <a:srgbClr val="12838D"/>
              </a:solidFill>
              <a:latin typeface="Arial" panose="020B0704020202020204"/>
              <a:ea typeface="Arial" panose="020B0704020202020204"/>
              <a:cs typeface="Arial" panose="020B0704020202020204"/>
            </a:endParaRPr>
          </a:p>
        </p:txBody>
      </p:sp>
      <p:sp>
        <p:nvSpPr>
          <p:cNvPr id="10" name="矩形 9"/>
          <p:cNvSpPr>
            <a:spLocks noGrp="1"/>
          </p:cNvSpPr>
          <p:nvPr/>
        </p:nvSpPr>
        <p:spPr>
          <a:xfrm>
            <a:off x="571500" y="6134100"/>
            <a:ext cx="11049000" cy="304800"/>
          </a:xfrm>
          <a:prstGeom prst="rect">
            <a:avLst/>
          </a:prstGeom>
          <a:noFill/>
          <a:ln w="0">
            <a:noFill/>
          </a:ln>
        </p:spPr>
        <p:txBody>
          <a:bodyPr wrap="square" lIns="0" tIns="0" rIns="0" bIns="0" anchor="ctr"/>
          <a:lstStyle>
            <a:defPPr algn="l">
              <a:defRPr sz="1650" b="0">
                <a:solidFill>
                  <a:srgbClr val="132A43"/>
                </a:solidFill>
                <a:latin typeface="Arial" panose="020B0704020202020204"/>
                <a:ea typeface="Arial" panose="020B0704020202020204"/>
                <a:cs typeface="Arial" panose="020B0704020202020204"/>
              </a:defRPr>
            </a:defPPr>
            <a:lvl1pPr algn="l">
              <a:defRPr sz="1650" b="0">
                <a:solidFill>
                  <a:srgbClr val="132A43"/>
                </a:solidFill>
                <a:latin typeface="Arial" panose="020B0704020202020204"/>
                <a:ea typeface="Arial" panose="020B0704020202020204"/>
                <a:cs typeface="Arial" panose="020B0704020202020204"/>
              </a:defRPr>
            </a:lvl1pPr>
            <a:lvl2pPr algn="l">
              <a:defRPr sz="1650" b="0">
                <a:solidFill>
                  <a:srgbClr val="132A43"/>
                </a:solidFill>
                <a:latin typeface="Arial" panose="020B0704020202020204"/>
                <a:ea typeface="Arial" panose="020B0704020202020204"/>
                <a:cs typeface="Arial" panose="020B0704020202020204"/>
              </a:defRPr>
            </a:lvl2pPr>
            <a:lvl3pPr algn="l">
              <a:defRPr sz="1650" b="0">
                <a:solidFill>
                  <a:srgbClr val="132A43"/>
                </a:solidFill>
                <a:latin typeface="Arial" panose="020B0704020202020204"/>
                <a:ea typeface="Arial" panose="020B0704020202020204"/>
                <a:cs typeface="Arial" panose="020B0704020202020204"/>
              </a:defRPr>
            </a:lvl3pPr>
            <a:lvl4pPr algn="l">
              <a:defRPr sz="1650" b="0">
                <a:solidFill>
                  <a:srgbClr val="132A43"/>
                </a:solidFill>
                <a:latin typeface="Arial" panose="020B0704020202020204"/>
                <a:ea typeface="Arial" panose="020B0704020202020204"/>
                <a:cs typeface="Arial" panose="020B0704020202020204"/>
              </a:defRPr>
            </a:lvl4pPr>
            <a:lvl5pPr algn="l">
              <a:defRPr sz="1650" b="0">
                <a:solidFill>
                  <a:srgbClr val="132A43"/>
                </a:solidFill>
                <a:latin typeface="Arial" panose="020B0704020202020204"/>
                <a:ea typeface="Arial" panose="020B0704020202020204"/>
                <a:cs typeface="Arial" panose="020B0704020202020204"/>
              </a:defRPr>
            </a:lvl5pPr>
            <a:lvl6pPr algn="l">
              <a:defRPr sz="1650" b="0">
                <a:solidFill>
                  <a:srgbClr val="132A43"/>
                </a:solidFill>
                <a:latin typeface="Arial" panose="020B0704020202020204"/>
                <a:ea typeface="Arial" panose="020B0704020202020204"/>
                <a:cs typeface="Arial" panose="020B0704020202020204"/>
              </a:defRPr>
            </a:lvl6pPr>
            <a:lvl7pPr algn="l">
              <a:defRPr sz="1650" b="0">
                <a:solidFill>
                  <a:srgbClr val="132A43"/>
                </a:solidFill>
                <a:latin typeface="Arial" panose="020B0704020202020204"/>
                <a:ea typeface="Arial" panose="020B0704020202020204"/>
                <a:cs typeface="Arial" panose="020B0704020202020204"/>
              </a:defRPr>
            </a:lvl7pPr>
            <a:lvl8pPr algn="l">
              <a:defRPr sz="1650" b="0">
                <a:solidFill>
                  <a:srgbClr val="132A43"/>
                </a:solidFill>
                <a:latin typeface="Arial" panose="020B0704020202020204"/>
                <a:ea typeface="Arial" panose="020B0704020202020204"/>
                <a:cs typeface="Arial" panose="020B0704020202020204"/>
              </a:defRPr>
            </a:lvl8pPr>
            <a:lvl9pPr algn="l">
              <a:defRPr sz="1650" b="0">
                <a:solidFill>
                  <a:srgbClr val="132A43"/>
                </a:solidFill>
                <a:latin typeface="Arial" panose="020B0704020202020204"/>
                <a:ea typeface="Arial" panose="020B0704020202020204"/>
                <a:cs typeface="Arial" panose="020B0704020202020204"/>
              </a:defRPr>
            </a:lvl9pPr>
          </a:lstStyle>
          <a:p>
            <a:pPr algn="l">
              <a:defRPr sz="1650" b="0">
                <a:solidFill>
                  <a:srgbClr val="132A43"/>
                </a:solidFill>
                <a:latin typeface="Arial" panose="020B0704020202020204"/>
                <a:ea typeface="Arial" panose="020B0704020202020204"/>
                <a:cs typeface="Arial" panose="020B0704020202020204"/>
              </a:defRPr>
            </a:pPr>
            <a:r>
              <a:rPr sz="1650" b="0">
                <a:solidFill>
                  <a:srgbClr val="132A43"/>
                </a:solidFill>
                <a:latin typeface="Arial" panose="020B0704020202020204"/>
                <a:ea typeface="Arial" panose="020B0704020202020204"/>
                <a:cs typeface="Arial" panose="020B0704020202020204"/>
              </a:rPr>
              <a:t>Retrospective research after historical inspection. October coverage remains partial.</a:t>
            </a:r>
            <a:endParaRPr sz="1650" b="0">
              <a:solidFill>
                <a:srgbClr val="132A43"/>
              </a:solidFill>
              <a:latin typeface="Arial" panose="020B0704020202020204"/>
              <a:ea typeface="Arial" panose="020B0704020202020204"/>
              <a:cs typeface="Arial" panose="020B07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9-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Covariance forecasts remain imperfect in historical data</a:t>
            </a:r>
            <a:endParaRPr sz="3150" b="1">
              <a:solidFill>
                <a:srgbClr val="132A43"/>
              </a:solidFill>
              <a:latin typeface="Arial" panose="020B0704020202020204"/>
              <a:ea typeface="Arial" panose="020B0704020202020204"/>
              <a:cs typeface="Arial" panose="020B0704020202020204"/>
            </a:endParaRPr>
          </a:p>
        </p:txBody>
      </p:sp>
      <p:sp>
        <p:nvSpPr>
          <p:cNvPr id="3" name="slide-1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19</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66750" y="1476375"/>
            <a:ext cx="352425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ERC: 80 cycles, r = 0.14</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05000"/>
          <a:ext cx="3571875" cy="361950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4381500" y="1476375"/>
            <a:ext cx="352425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MGRP: 80 cycles, r = 0.53</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4333875" y="1905000"/>
          <a:ext cx="3571875" cy="361950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8096250" y="1476375"/>
            <a:ext cx="352425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MWRP: 80 cycles, r = 0.48</a:t>
            </a:r>
            <a:endParaRPr sz="1650" b="1">
              <a:solidFill>
                <a:srgbClr val="12838D"/>
              </a:solidFill>
              <a:latin typeface="Arial" panose="020B0704020202020204"/>
              <a:ea typeface="Arial" panose="020B0704020202020204"/>
              <a:cs typeface="Arial" panose="020B0704020202020204"/>
            </a:endParaRPr>
          </a:p>
        </p:txBody>
      </p:sp>
      <p:graphicFrame>
        <p:nvGraphicFramePr>
          <p:cNvPr id="11" name="Chart"/>
          <p:cNvGraphicFramePr/>
          <p:nvPr/>
        </p:nvGraphicFramePr>
        <p:xfrm>
          <a:off x="8048625" y="1905000"/>
          <a:ext cx="3571875"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Combined history through Sep 18. Only complete holding cycles fully inside the window. Last realization: Sep 2, 2026.</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20-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Forecast and realized risk across holding cycles</a:t>
            </a:r>
            <a:endParaRPr sz="3150" b="1">
              <a:solidFill>
                <a:srgbClr val="132A43"/>
              </a:solidFill>
              <a:latin typeface="Arial" panose="020B0704020202020204"/>
              <a:ea typeface="Arial" panose="020B0704020202020204"/>
              <a:cs typeface="Arial" panose="020B0704020202020204"/>
            </a:endParaRPr>
          </a:p>
        </p:txBody>
      </p:sp>
      <p:sp>
        <p:nvSpPr>
          <p:cNvPr id="3" name="slide-2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20</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66750" y="1571625"/>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MWRP annualized portfolio volatility</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66750" y="1809750"/>
          <a:ext cx="10858500" cy="39052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1095375" y="58102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2020-01-03</a:t>
            </a:r>
            <a:endParaRPr sz="975" b="0">
              <a:solidFill>
                <a:srgbClr val="536B81"/>
              </a:solidFill>
              <a:latin typeface="Arial" panose="020B0704020202020204"/>
              <a:ea typeface="Arial" panose="020B0704020202020204"/>
              <a:cs typeface="Arial" panose="020B0704020202020204"/>
            </a:endParaRPr>
          </a:p>
        </p:txBody>
      </p:sp>
      <p:sp>
        <p:nvSpPr>
          <p:cNvPr id="9" name="矩形 8"/>
          <p:cNvSpPr>
            <a:spLocks noGrp="1"/>
          </p:cNvSpPr>
          <p:nvPr/>
        </p:nvSpPr>
        <p:spPr>
          <a:xfrm>
            <a:off x="3381375" y="58102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2021-09-02</a:t>
            </a:r>
            <a:endParaRPr sz="975" b="0">
              <a:solidFill>
                <a:srgbClr val="536B81"/>
              </a:solidFill>
              <a:latin typeface="Arial" panose="020B0704020202020204"/>
              <a:ea typeface="Arial" panose="020B0704020202020204"/>
              <a:cs typeface="Arial" panose="020B0704020202020204"/>
            </a:endParaRPr>
          </a:p>
        </p:txBody>
      </p:sp>
      <p:sp>
        <p:nvSpPr>
          <p:cNvPr id="10" name="矩形 9"/>
          <p:cNvSpPr>
            <a:spLocks noGrp="1"/>
          </p:cNvSpPr>
          <p:nvPr/>
        </p:nvSpPr>
        <p:spPr>
          <a:xfrm>
            <a:off x="5667375" y="58102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2023-05-03</a:t>
            </a:r>
            <a:endParaRPr sz="975" b="0">
              <a:solidFill>
                <a:srgbClr val="536B81"/>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7953375" y="58102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2024-12-03</a:t>
            </a:r>
            <a:endParaRPr sz="975" b="0">
              <a:solidFill>
                <a:srgbClr val="536B81"/>
              </a:solidFill>
              <a:latin typeface="Arial" panose="020B0704020202020204"/>
              <a:ea typeface="Arial" panose="020B0704020202020204"/>
              <a:cs typeface="Arial" panose="020B0704020202020204"/>
            </a:endParaRPr>
          </a:p>
        </p:txBody>
      </p:sp>
      <p:sp>
        <p:nvSpPr>
          <p:cNvPr id="12" name="矩形 11"/>
          <p:cNvSpPr>
            <a:spLocks noGrp="1"/>
          </p:cNvSpPr>
          <p:nvPr/>
        </p:nvSpPr>
        <p:spPr>
          <a:xfrm>
            <a:off x="10239375" y="58102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2026-08-04</a:t>
            </a:r>
            <a:endParaRPr sz="975" b="0">
              <a:solidFill>
                <a:srgbClr val="536B81"/>
              </a:solidFill>
              <a:latin typeface="Arial" panose="020B0704020202020204"/>
              <a:ea typeface="Arial" panose="020B0704020202020204"/>
              <a:cs typeface="Arial" panose="020B0704020202020204"/>
            </a:endParaRPr>
          </a:p>
        </p:txBody>
      </p:sp>
      <p:sp>
        <p:nvSpPr>
          <p:cNvPr id="13" name="矩形 12"/>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80 complete cycles contained in combined history. Recent-month and October tests contain no complete holding cycle.</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2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Estimated risk shares match assigned budgets</a:t>
            </a:r>
            <a:endParaRPr sz="3150" b="1">
              <a:solidFill>
                <a:srgbClr val="132A43"/>
              </a:solidFill>
              <a:latin typeface="Arial" panose="020B0704020202020204"/>
              <a:ea typeface="Arial" panose="020B0704020202020204"/>
              <a:cs typeface="Arial" panose="020B0704020202020204"/>
            </a:endParaRPr>
          </a:p>
        </p:txBody>
      </p:sp>
      <p:sp>
        <p:nvSpPr>
          <p:cNvPr id="3" name="slide-2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21</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2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Realized risk contributions can be negative</a:t>
            </a:r>
            <a:endParaRPr sz="3150" b="1">
              <a:solidFill>
                <a:srgbClr val="132A43"/>
              </a:solidFill>
              <a:latin typeface="Arial" panose="020B0704020202020204"/>
              <a:ea typeface="Arial" panose="020B0704020202020204"/>
              <a:cs typeface="Arial" panose="020B0704020202020204"/>
            </a:endParaRPr>
          </a:p>
        </p:txBody>
      </p:sp>
      <p:sp>
        <p:nvSpPr>
          <p:cNvPr id="3" name="slide-2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22</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23-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23</a:t>
            </a:r>
            <a:endParaRPr sz="1050" b="0">
              <a:solidFill>
                <a:srgbClr val="72B5C0"/>
              </a:solidFill>
              <a:latin typeface="Arial" panose="020B0704020202020204"/>
              <a:ea typeface="Arial" panose="020B0704020202020204"/>
              <a:cs typeface="Arial" panose="020B0704020202020204"/>
            </a:endParaRPr>
          </a:p>
        </p:txBody>
      </p:sp>
      <p:sp>
        <p:nvSpPr>
          <p:cNvPr id="2" name="slide-23-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04</a:t>
            </a:r>
            <a:endParaRPr sz="12900" b="1">
              <a:solidFill>
                <a:srgbClr val="72B5C0"/>
              </a:solidFill>
              <a:latin typeface="Arial" panose="020B0704020202020204"/>
              <a:ea typeface="Arial" panose="020B0704020202020204"/>
              <a:cs typeface="Arial" panose="020B0704020202020204"/>
            </a:endParaRPr>
          </a:p>
        </p:txBody>
      </p:sp>
      <p:sp>
        <p:nvSpPr>
          <p:cNvPr id="3" name="slide-23-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Performance Beyond Returns</a:t>
            </a:r>
            <a:endParaRPr sz="3900" b="1">
              <a:solidFill>
                <a:srgbClr val="FFFFFF"/>
              </a:solidFill>
              <a:latin typeface="Arial" panose="020B0704020202020204"/>
              <a:ea typeface="Arial" panose="020B0704020202020204"/>
              <a:cs typeface="Arial" panose="020B0704020202020204"/>
            </a:endParaRPr>
          </a:p>
        </p:txBody>
      </p:sp>
      <p:sp>
        <p:nvSpPr>
          <p:cNvPr id="4" name="slide-23-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Compare wealth, risk, trading and capital diversification</a:t>
            </a:r>
            <a:endParaRPr sz="2175" b="0">
              <a:solidFill>
                <a:srgbClr val="D4E3EB"/>
              </a:solidFill>
              <a:latin typeface="Arial" panose="020B0704020202020204"/>
              <a:ea typeface="Arial" panose="020B0704020202020204"/>
              <a:cs typeface="Arial" panose="020B0704020202020204"/>
            </a:endParaRPr>
          </a:p>
        </p:txBody>
      </p:sp>
      <p:sp>
        <p:nvSpPr>
          <p:cNvPr id="5" name="slide-23-text-4"/>
          <p:cNvSpPr>
            <a:spLocks noGrp="1"/>
          </p:cNvSpPr>
          <p:nvPr/>
        </p:nvSpPr>
        <p:spPr>
          <a:xfrm>
            <a:off x="571500" y="6038850"/>
            <a:ext cx="6191250" cy="285750"/>
          </a:xfrm>
          <a:prstGeom prst="rect">
            <a:avLst/>
          </a:prstGeom>
          <a:noFill/>
          <a:ln w="0">
            <a:noFill/>
          </a:ln>
        </p:spPr>
        <p:txBody>
          <a:bodyPr wrap="square" lIns="0" tIns="0" rIns="0" bIns="0" anchor="t">
            <a:noAutofit/>
          </a:bodyPr>
          <a:lstStyle>
            <a:defPPr algn="l">
              <a:defRPr sz="1650" b="0">
                <a:solidFill>
                  <a:srgbClr val="72B5C0"/>
                </a:solidFill>
                <a:latin typeface="Arial" panose="020B0704020202020204"/>
                <a:ea typeface="Arial" panose="020B0704020202020204"/>
                <a:cs typeface="Arial" panose="020B0704020202020204"/>
              </a:defRPr>
            </a:defPPr>
            <a:lvl1pPr algn="l">
              <a:buNone/>
              <a:defRPr sz="1650" b="0">
                <a:solidFill>
                  <a:srgbClr val="72B5C0"/>
                </a:solidFill>
                <a:latin typeface="Arial" panose="020B0704020202020204"/>
                <a:ea typeface="Arial" panose="020B0704020202020204"/>
                <a:cs typeface="Arial" panose="020B0704020202020204"/>
              </a:defRPr>
            </a:lvl1pPr>
            <a:lvl2pPr algn="l">
              <a:buNone/>
              <a:defRPr sz="1650" b="0">
                <a:solidFill>
                  <a:srgbClr val="72B5C0"/>
                </a:solidFill>
                <a:latin typeface="Arial" panose="020B0704020202020204"/>
                <a:ea typeface="Arial" panose="020B0704020202020204"/>
                <a:cs typeface="Arial" panose="020B0704020202020204"/>
              </a:defRPr>
            </a:lvl2pPr>
            <a:lvl3pPr algn="l">
              <a:buNone/>
              <a:defRPr sz="1650" b="0">
                <a:solidFill>
                  <a:srgbClr val="72B5C0"/>
                </a:solidFill>
                <a:latin typeface="Arial" panose="020B0704020202020204"/>
                <a:ea typeface="Arial" panose="020B0704020202020204"/>
                <a:cs typeface="Arial" panose="020B0704020202020204"/>
              </a:defRPr>
            </a:lvl3pPr>
            <a:lvl4pPr algn="l">
              <a:buNone/>
              <a:defRPr sz="1650" b="0">
                <a:solidFill>
                  <a:srgbClr val="72B5C0"/>
                </a:solidFill>
                <a:latin typeface="Arial" panose="020B0704020202020204"/>
                <a:ea typeface="Arial" panose="020B0704020202020204"/>
                <a:cs typeface="Arial" panose="020B0704020202020204"/>
              </a:defRPr>
            </a:lvl4pPr>
            <a:lvl5pPr algn="l">
              <a:buNone/>
              <a:defRPr sz="1650" b="0">
                <a:solidFill>
                  <a:srgbClr val="72B5C0"/>
                </a:solidFill>
                <a:latin typeface="Arial" panose="020B0704020202020204"/>
                <a:ea typeface="Arial" panose="020B0704020202020204"/>
                <a:cs typeface="Arial" panose="020B0704020202020204"/>
              </a:defRPr>
            </a:lvl5pPr>
            <a:lvl6pPr algn="l">
              <a:buNone/>
              <a:defRPr sz="1650" b="0">
                <a:solidFill>
                  <a:srgbClr val="72B5C0"/>
                </a:solidFill>
                <a:latin typeface="Arial" panose="020B0704020202020204"/>
                <a:ea typeface="Arial" panose="020B0704020202020204"/>
                <a:cs typeface="Arial" panose="020B0704020202020204"/>
              </a:defRPr>
            </a:lvl6pPr>
            <a:lvl7pPr algn="l">
              <a:buNone/>
              <a:defRPr sz="1650" b="0">
                <a:solidFill>
                  <a:srgbClr val="72B5C0"/>
                </a:solidFill>
                <a:latin typeface="Arial" panose="020B0704020202020204"/>
                <a:ea typeface="Arial" panose="020B0704020202020204"/>
                <a:cs typeface="Arial" panose="020B0704020202020204"/>
              </a:defRPr>
            </a:lvl7pPr>
            <a:lvl8pPr algn="l">
              <a:buNone/>
              <a:defRPr sz="1650" b="0">
                <a:solidFill>
                  <a:srgbClr val="72B5C0"/>
                </a:solidFill>
                <a:latin typeface="Arial" panose="020B0704020202020204"/>
                <a:ea typeface="Arial" panose="020B0704020202020204"/>
                <a:cs typeface="Arial" panose="020B0704020202020204"/>
              </a:defRPr>
            </a:lvl8pPr>
            <a:lvl9pPr algn="l">
              <a:buNone/>
              <a:defRPr sz="1650" b="0">
                <a:solidFill>
                  <a:srgbClr val="72B5C0"/>
                </a:solidFill>
                <a:latin typeface="Arial" panose="020B0704020202020204"/>
                <a:ea typeface="Arial" panose="020B0704020202020204"/>
                <a:cs typeface="Arial" panose="020B0704020202020204"/>
              </a:defRPr>
            </a:lvl9pPr>
          </a:lstStyle>
          <a:p>
            <a:pPr algn="l">
              <a:buNone/>
              <a:defRPr sz="1650" b="0">
                <a:solidFill>
                  <a:srgbClr val="72B5C0"/>
                </a:solidFill>
                <a:latin typeface="Arial" panose="020B0704020202020204"/>
                <a:ea typeface="Arial" panose="020B0704020202020204"/>
                <a:cs typeface="Arial" panose="020B0704020202020204"/>
              </a:defRPr>
            </a:pPr>
            <a:r>
              <a:rPr sz="1650" b="0">
                <a:solidFill>
                  <a:srgbClr val="72B5C0"/>
                </a:solidFill>
                <a:latin typeface="Arial" panose="020B0704020202020204"/>
                <a:ea typeface="Arial" panose="020B0704020202020204"/>
                <a:cs typeface="Arial" panose="020B0704020202020204"/>
              </a:rPr>
              <a:t>Speaker 4</a:t>
            </a:r>
            <a:endParaRPr sz="1650" b="0">
              <a:solidFill>
                <a:srgbClr val="72B5C0"/>
              </a:solidFill>
              <a:latin typeface="Arial" panose="020B0704020202020204"/>
              <a:ea typeface="Arial" panose="020B0704020202020204"/>
              <a:cs typeface="Arial" panose="020B07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2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4-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historical performance before the test</a:t>
            </a:r>
            <a:endParaRPr sz="3150" b="1">
              <a:solidFill>
                <a:srgbClr val="132A43"/>
              </a:solidFill>
              <a:latin typeface="Arial" panose="020B0704020202020204"/>
              <a:ea typeface="Arial" panose="020B0704020202020204"/>
              <a:cs typeface="Arial" panose="020B0704020202020204"/>
            </a:endParaRPr>
          </a:p>
        </p:txBody>
      </p:sp>
      <p:sp>
        <p:nvSpPr>
          <p:cNvPr id="3" name="slide-2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24</a:t>
            </a:r>
            <a:endParaRPr sz="1050" b="0">
              <a:solidFill>
                <a:srgbClr val="586B7C"/>
              </a:solidFill>
              <a:latin typeface="Arial" panose="020B0704020202020204"/>
              <a:ea typeface="Arial" panose="020B0704020202020204"/>
              <a:cs typeface="Arial" panose="020B0704020202020204"/>
            </a:endParaRPr>
          </a:p>
        </p:txBody>
      </p:sp>
      <p:sp>
        <p:nvSpPr>
          <p:cNvPr id="15" name="矩形 14"/>
          <p:cNvSpPr>
            <a:spLocks noGrp="1"/>
          </p:cNvSpPr>
          <p:nvPr/>
        </p:nvSpPr>
        <p:spPr>
          <a:xfrm>
            <a:off x="571500" y="2143125"/>
            <a:ext cx="3524250" cy="952500"/>
          </a:xfrm>
          <a:prstGeom prst="rect">
            <a:avLst/>
          </a:prstGeom>
          <a:noFill/>
          <a:ln w="0">
            <a:noFill/>
          </a:ln>
        </p:spPr>
        <p:txBody>
          <a:bodyPr wrap="square" lIns="0" tIns="0" rIns="0" bIns="0" anchor="ctr"/>
          <a:lstStyle>
            <a:defPPr algn="l">
              <a:defRPr sz="5550" b="1">
                <a:solidFill>
                  <a:srgbClr val="12838D"/>
                </a:solidFill>
                <a:latin typeface="Arial" panose="020B0704020202020204"/>
                <a:ea typeface="Arial" panose="020B0704020202020204"/>
                <a:cs typeface="Arial" panose="020B0704020202020204"/>
              </a:defRPr>
            </a:defPPr>
            <a:lvl1pPr algn="l">
              <a:defRPr sz="5550" b="1">
                <a:solidFill>
                  <a:srgbClr val="12838D"/>
                </a:solidFill>
                <a:latin typeface="Arial" panose="020B0704020202020204"/>
                <a:ea typeface="Arial" panose="020B0704020202020204"/>
                <a:cs typeface="Arial" panose="020B0704020202020204"/>
              </a:defRPr>
            </a:lvl1pPr>
            <a:lvl2pPr algn="l">
              <a:defRPr sz="5550" b="1">
                <a:solidFill>
                  <a:srgbClr val="12838D"/>
                </a:solidFill>
                <a:latin typeface="Arial" panose="020B0704020202020204"/>
                <a:ea typeface="Arial" panose="020B0704020202020204"/>
                <a:cs typeface="Arial" panose="020B0704020202020204"/>
              </a:defRPr>
            </a:lvl2pPr>
            <a:lvl3pPr algn="l">
              <a:defRPr sz="5550" b="1">
                <a:solidFill>
                  <a:srgbClr val="12838D"/>
                </a:solidFill>
                <a:latin typeface="Arial" panose="020B0704020202020204"/>
                <a:ea typeface="Arial" panose="020B0704020202020204"/>
                <a:cs typeface="Arial" panose="020B0704020202020204"/>
              </a:defRPr>
            </a:lvl3pPr>
            <a:lvl4pPr algn="l">
              <a:defRPr sz="5550" b="1">
                <a:solidFill>
                  <a:srgbClr val="12838D"/>
                </a:solidFill>
                <a:latin typeface="Arial" panose="020B0704020202020204"/>
                <a:ea typeface="Arial" panose="020B0704020202020204"/>
                <a:cs typeface="Arial" panose="020B0704020202020204"/>
              </a:defRPr>
            </a:lvl4pPr>
            <a:lvl5pPr algn="l">
              <a:defRPr sz="5550" b="1">
                <a:solidFill>
                  <a:srgbClr val="12838D"/>
                </a:solidFill>
                <a:latin typeface="Arial" panose="020B0704020202020204"/>
                <a:ea typeface="Arial" panose="020B0704020202020204"/>
                <a:cs typeface="Arial" panose="020B0704020202020204"/>
              </a:defRPr>
            </a:lvl5pPr>
            <a:lvl6pPr algn="l">
              <a:defRPr sz="5550" b="1">
                <a:solidFill>
                  <a:srgbClr val="12838D"/>
                </a:solidFill>
                <a:latin typeface="Arial" panose="020B0704020202020204"/>
                <a:ea typeface="Arial" panose="020B0704020202020204"/>
                <a:cs typeface="Arial" panose="020B0704020202020204"/>
              </a:defRPr>
            </a:lvl6pPr>
            <a:lvl7pPr algn="l">
              <a:defRPr sz="5550" b="1">
                <a:solidFill>
                  <a:srgbClr val="12838D"/>
                </a:solidFill>
                <a:latin typeface="Arial" panose="020B0704020202020204"/>
                <a:ea typeface="Arial" panose="020B0704020202020204"/>
                <a:cs typeface="Arial" panose="020B0704020202020204"/>
              </a:defRPr>
            </a:lvl7pPr>
            <a:lvl8pPr algn="l">
              <a:defRPr sz="5550" b="1">
                <a:solidFill>
                  <a:srgbClr val="12838D"/>
                </a:solidFill>
                <a:latin typeface="Arial" panose="020B0704020202020204"/>
                <a:ea typeface="Arial" panose="020B0704020202020204"/>
                <a:cs typeface="Arial" panose="020B0704020202020204"/>
              </a:defRPr>
            </a:lvl8pPr>
            <a:lvl9pPr algn="l">
              <a:defRPr sz="5550" b="1">
                <a:solidFill>
                  <a:srgbClr val="12838D"/>
                </a:solidFill>
                <a:latin typeface="Arial" panose="020B0704020202020204"/>
                <a:ea typeface="Arial" panose="020B0704020202020204"/>
                <a:cs typeface="Arial" panose="020B0704020202020204"/>
              </a:defRPr>
            </a:lvl9pPr>
          </a:lstStyle>
          <a:p>
            <a:pPr algn="l">
              <a:defRPr sz="5550" b="1">
                <a:solidFill>
                  <a:srgbClr val="12838D"/>
                </a:solidFill>
                <a:latin typeface="Arial" panose="020B0704020202020204"/>
                <a:ea typeface="Arial" panose="020B0704020202020204"/>
                <a:cs typeface="Arial" panose="020B0704020202020204"/>
              </a:defRPr>
            </a:pPr>
            <a:r>
              <a:rPr sz="5550" b="1">
                <a:solidFill>
                  <a:srgbClr val="12838D"/>
                </a:solidFill>
                <a:latin typeface="Arial" panose="020B0704020202020204"/>
                <a:ea typeface="Arial" panose="020B0704020202020204"/>
                <a:cs typeface="Arial" panose="020B0704020202020204"/>
              </a:rPr>
              <a:t>23.75%</a:t>
            </a:r>
            <a:endParaRPr sz="5550" b="1">
              <a:solidFill>
                <a:srgbClr val="12838D"/>
              </a:solidFill>
              <a:latin typeface="Arial" panose="020B0704020202020204"/>
              <a:ea typeface="Arial" panose="020B0704020202020204"/>
              <a:cs typeface="Arial" panose="020B0704020202020204"/>
            </a:endParaRPr>
          </a:p>
        </p:txBody>
      </p:sp>
      <p:sp>
        <p:nvSpPr>
          <p:cNvPr id="16" name="矩形 15"/>
          <p:cNvSpPr>
            <a:spLocks noGrp="1"/>
          </p:cNvSpPr>
          <p:nvPr/>
        </p:nvSpPr>
        <p:spPr>
          <a:xfrm>
            <a:off x="571500" y="3286125"/>
            <a:ext cx="3524250" cy="666750"/>
          </a:xfrm>
          <a:prstGeom prst="rect">
            <a:avLst/>
          </a:prstGeom>
          <a:noFill/>
          <a:ln w="0">
            <a:noFill/>
          </a:ln>
        </p:spPr>
        <p:txBody>
          <a:bodyPr wrap="square" lIns="0" tIns="0" rIns="0" bIns="0" anchor="ct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Net compound annual growth rate</a:t>
            </a:r>
            <a:endParaRPr sz="1875" b="0">
              <a:solidFill>
                <a:srgbClr val="132A43"/>
              </a:solidFill>
              <a:latin typeface="Arial" panose="020B0704020202020204"/>
              <a:ea typeface="Arial" panose="020B0704020202020204"/>
              <a:cs typeface="Arial" panose="020B0704020202020204"/>
            </a:endParaRPr>
          </a:p>
        </p:txBody>
      </p:sp>
      <p:sp>
        <p:nvSpPr>
          <p:cNvPr id="17" name="矩形 16"/>
          <p:cNvSpPr>
            <a:spLocks noGrp="1"/>
          </p:cNvSpPr>
          <p:nvPr/>
        </p:nvSpPr>
        <p:spPr>
          <a:xfrm>
            <a:off x="4352925" y="2143125"/>
            <a:ext cx="3524250" cy="952500"/>
          </a:xfrm>
          <a:prstGeom prst="rect">
            <a:avLst/>
          </a:prstGeom>
          <a:noFill/>
          <a:ln w="0">
            <a:noFill/>
          </a:ln>
        </p:spPr>
        <p:txBody>
          <a:bodyPr wrap="square" lIns="0" tIns="0" rIns="0" bIns="0" anchor="ctr"/>
          <a:lstStyle>
            <a:defPPr algn="l">
              <a:defRPr sz="5550" b="1">
                <a:solidFill>
                  <a:srgbClr val="12838D"/>
                </a:solidFill>
                <a:latin typeface="Arial" panose="020B0704020202020204"/>
                <a:ea typeface="Arial" panose="020B0704020202020204"/>
                <a:cs typeface="Arial" panose="020B0704020202020204"/>
              </a:defRPr>
            </a:defPPr>
            <a:lvl1pPr algn="l">
              <a:defRPr sz="5550" b="1">
                <a:solidFill>
                  <a:srgbClr val="12838D"/>
                </a:solidFill>
                <a:latin typeface="Arial" panose="020B0704020202020204"/>
                <a:ea typeface="Arial" panose="020B0704020202020204"/>
                <a:cs typeface="Arial" panose="020B0704020202020204"/>
              </a:defRPr>
            </a:lvl1pPr>
            <a:lvl2pPr algn="l">
              <a:defRPr sz="5550" b="1">
                <a:solidFill>
                  <a:srgbClr val="12838D"/>
                </a:solidFill>
                <a:latin typeface="Arial" panose="020B0704020202020204"/>
                <a:ea typeface="Arial" panose="020B0704020202020204"/>
                <a:cs typeface="Arial" panose="020B0704020202020204"/>
              </a:defRPr>
            </a:lvl2pPr>
            <a:lvl3pPr algn="l">
              <a:defRPr sz="5550" b="1">
                <a:solidFill>
                  <a:srgbClr val="12838D"/>
                </a:solidFill>
                <a:latin typeface="Arial" panose="020B0704020202020204"/>
                <a:ea typeface="Arial" panose="020B0704020202020204"/>
                <a:cs typeface="Arial" panose="020B0704020202020204"/>
              </a:defRPr>
            </a:lvl3pPr>
            <a:lvl4pPr algn="l">
              <a:defRPr sz="5550" b="1">
                <a:solidFill>
                  <a:srgbClr val="12838D"/>
                </a:solidFill>
                <a:latin typeface="Arial" panose="020B0704020202020204"/>
                <a:ea typeface="Arial" panose="020B0704020202020204"/>
                <a:cs typeface="Arial" panose="020B0704020202020204"/>
              </a:defRPr>
            </a:lvl4pPr>
            <a:lvl5pPr algn="l">
              <a:defRPr sz="5550" b="1">
                <a:solidFill>
                  <a:srgbClr val="12838D"/>
                </a:solidFill>
                <a:latin typeface="Arial" panose="020B0704020202020204"/>
                <a:ea typeface="Arial" panose="020B0704020202020204"/>
                <a:cs typeface="Arial" panose="020B0704020202020204"/>
              </a:defRPr>
            </a:lvl5pPr>
            <a:lvl6pPr algn="l">
              <a:defRPr sz="5550" b="1">
                <a:solidFill>
                  <a:srgbClr val="12838D"/>
                </a:solidFill>
                <a:latin typeface="Arial" panose="020B0704020202020204"/>
                <a:ea typeface="Arial" panose="020B0704020202020204"/>
                <a:cs typeface="Arial" panose="020B0704020202020204"/>
              </a:defRPr>
            </a:lvl6pPr>
            <a:lvl7pPr algn="l">
              <a:defRPr sz="5550" b="1">
                <a:solidFill>
                  <a:srgbClr val="12838D"/>
                </a:solidFill>
                <a:latin typeface="Arial" panose="020B0704020202020204"/>
                <a:ea typeface="Arial" panose="020B0704020202020204"/>
                <a:cs typeface="Arial" panose="020B0704020202020204"/>
              </a:defRPr>
            </a:lvl7pPr>
            <a:lvl8pPr algn="l">
              <a:defRPr sz="5550" b="1">
                <a:solidFill>
                  <a:srgbClr val="12838D"/>
                </a:solidFill>
                <a:latin typeface="Arial" panose="020B0704020202020204"/>
                <a:ea typeface="Arial" panose="020B0704020202020204"/>
                <a:cs typeface="Arial" panose="020B0704020202020204"/>
              </a:defRPr>
            </a:lvl8pPr>
            <a:lvl9pPr algn="l">
              <a:defRPr sz="5550" b="1">
                <a:solidFill>
                  <a:srgbClr val="12838D"/>
                </a:solidFill>
                <a:latin typeface="Arial" panose="020B0704020202020204"/>
                <a:ea typeface="Arial" panose="020B0704020202020204"/>
                <a:cs typeface="Arial" panose="020B0704020202020204"/>
              </a:defRPr>
            </a:lvl9pPr>
          </a:lstStyle>
          <a:p>
            <a:pPr algn="l">
              <a:defRPr sz="5550" b="1">
                <a:solidFill>
                  <a:srgbClr val="12838D"/>
                </a:solidFill>
                <a:latin typeface="Arial" panose="020B0704020202020204"/>
                <a:ea typeface="Arial" panose="020B0704020202020204"/>
                <a:cs typeface="Arial" panose="020B0704020202020204"/>
              </a:defRPr>
            </a:pPr>
            <a:r>
              <a:rPr sz="5550" b="1">
                <a:solidFill>
                  <a:srgbClr val="12838D"/>
                </a:solidFill>
                <a:latin typeface="Arial" panose="020B0704020202020204"/>
                <a:ea typeface="Arial" panose="020B0704020202020204"/>
                <a:cs typeface="Arial" panose="020B0704020202020204"/>
              </a:rPr>
              <a:t>2.082</a:t>
            </a:r>
            <a:endParaRPr sz="5550" b="1">
              <a:solidFill>
                <a:srgbClr val="12838D"/>
              </a:solidFill>
              <a:latin typeface="Arial" panose="020B0704020202020204"/>
              <a:ea typeface="Arial" panose="020B0704020202020204"/>
              <a:cs typeface="Arial" panose="020B0704020202020204"/>
            </a:endParaRPr>
          </a:p>
        </p:txBody>
      </p:sp>
      <p:sp>
        <p:nvSpPr>
          <p:cNvPr id="18" name="矩形 17"/>
          <p:cNvSpPr>
            <a:spLocks noGrp="1"/>
          </p:cNvSpPr>
          <p:nvPr/>
        </p:nvSpPr>
        <p:spPr>
          <a:xfrm>
            <a:off x="4352925" y="3286125"/>
            <a:ext cx="3524250" cy="666750"/>
          </a:xfrm>
          <a:prstGeom prst="rect">
            <a:avLst/>
          </a:prstGeom>
          <a:noFill/>
          <a:ln w="0">
            <a:noFill/>
          </a:ln>
        </p:spPr>
        <p:txBody>
          <a:bodyPr wrap="square" lIns="0" tIns="0" rIns="0" bIns="0" anchor="ct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Sharpe ratio, reference rate = 0</a:t>
            </a:r>
            <a:endParaRPr sz="1875" b="0">
              <a:solidFill>
                <a:srgbClr val="132A43"/>
              </a:solidFill>
              <a:latin typeface="Arial" panose="020B0704020202020204"/>
              <a:ea typeface="Arial" panose="020B0704020202020204"/>
              <a:cs typeface="Arial" panose="020B0704020202020204"/>
            </a:endParaRPr>
          </a:p>
        </p:txBody>
      </p:sp>
      <p:sp>
        <p:nvSpPr>
          <p:cNvPr id="19" name="矩形 18"/>
          <p:cNvSpPr>
            <a:spLocks noGrp="1"/>
          </p:cNvSpPr>
          <p:nvPr/>
        </p:nvSpPr>
        <p:spPr>
          <a:xfrm>
            <a:off x="8134350" y="2143125"/>
            <a:ext cx="3524250" cy="952500"/>
          </a:xfrm>
          <a:prstGeom prst="rect">
            <a:avLst/>
          </a:prstGeom>
          <a:noFill/>
          <a:ln w="0">
            <a:noFill/>
          </a:ln>
        </p:spPr>
        <p:txBody>
          <a:bodyPr wrap="square" lIns="0" tIns="0" rIns="0" bIns="0" anchor="ctr"/>
          <a:lstStyle>
            <a:defPPr algn="l">
              <a:defRPr sz="5550" b="1">
                <a:solidFill>
                  <a:srgbClr val="12838D"/>
                </a:solidFill>
                <a:latin typeface="Arial" panose="020B0704020202020204"/>
                <a:ea typeface="Arial" panose="020B0704020202020204"/>
                <a:cs typeface="Arial" panose="020B0704020202020204"/>
              </a:defRPr>
            </a:defPPr>
            <a:lvl1pPr algn="l">
              <a:defRPr sz="5550" b="1">
                <a:solidFill>
                  <a:srgbClr val="12838D"/>
                </a:solidFill>
                <a:latin typeface="Arial" panose="020B0704020202020204"/>
                <a:ea typeface="Arial" panose="020B0704020202020204"/>
                <a:cs typeface="Arial" panose="020B0704020202020204"/>
              </a:defRPr>
            </a:lvl1pPr>
            <a:lvl2pPr algn="l">
              <a:defRPr sz="5550" b="1">
                <a:solidFill>
                  <a:srgbClr val="12838D"/>
                </a:solidFill>
                <a:latin typeface="Arial" panose="020B0704020202020204"/>
                <a:ea typeface="Arial" panose="020B0704020202020204"/>
                <a:cs typeface="Arial" panose="020B0704020202020204"/>
              </a:defRPr>
            </a:lvl2pPr>
            <a:lvl3pPr algn="l">
              <a:defRPr sz="5550" b="1">
                <a:solidFill>
                  <a:srgbClr val="12838D"/>
                </a:solidFill>
                <a:latin typeface="Arial" panose="020B0704020202020204"/>
                <a:ea typeface="Arial" panose="020B0704020202020204"/>
                <a:cs typeface="Arial" panose="020B0704020202020204"/>
              </a:defRPr>
            </a:lvl3pPr>
            <a:lvl4pPr algn="l">
              <a:defRPr sz="5550" b="1">
                <a:solidFill>
                  <a:srgbClr val="12838D"/>
                </a:solidFill>
                <a:latin typeface="Arial" panose="020B0704020202020204"/>
                <a:ea typeface="Arial" panose="020B0704020202020204"/>
                <a:cs typeface="Arial" panose="020B0704020202020204"/>
              </a:defRPr>
            </a:lvl4pPr>
            <a:lvl5pPr algn="l">
              <a:defRPr sz="5550" b="1">
                <a:solidFill>
                  <a:srgbClr val="12838D"/>
                </a:solidFill>
                <a:latin typeface="Arial" panose="020B0704020202020204"/>
                <a:ea typeface="Arial" panose="020B0704020202020204"/>
                <a:cs typeface="Arial" panose="020B0704020202020204"/>
              </a:defRPr>
            </a:lvl5pPr>
            <a:lvl6pPr algn="l">
              <a:defRPr sz="5550" b="1">
                <a:solidFill>
                  <a:srgbClr val="12838D"/>
                </a:solidFill>
                <a:latin typeface="Arial" panose="020B0704020202020204"/>
                <a:ea typeface="Arial" panose="020B0704020202020204"/>
                <a:cs typeface="Arial" panose="020B0704020202020204"/>
              </a:defRPr>
            </a:lvl6pPr>
            <a:lvl7pPr algn="l">
              <a:defRPr sz="5550" b="1">
                <a:solidFill>
                  <a:srgbClr val="12838D"/>
                </a:solidFill>
                <a:latin typeface="Arial" panose="020B0704020202020204"/>
                <a:ea typeface="Arial" panose="020B0704020202020204"/>
                <a:cs typeface="Arial" panose="020B0704020202020204"/>
              </a:defRPr>
            </a:lvl7pPr>
            <a:lvl8pPr algn="l">
              <a:defRPr sz="5550" b="1">
                <a:solidFill>
                  <a:srgbClr val="12838D"/>
                </a:solidFill>
                <a:latin typeface="Arial" panose="020B0704020202020204"/>
                <a:ea typeface="Arial" panose="020B0704020202020204"/>
                <a:cs typeface="Arial" panose="020B0704020202020204"/>
              </a:defRPr>
            </a:lvl8pPr>
            <a:lvl9pPr algn="l">
              <a:defRPr sz="5550" b="1">
                <a:solidFill>
                  <a:srgbClr val="12838D"/>
                </a:solidFill>
                <a:latin typeface="Arial" panose="020B0704020202020204"/>
                <a:ea typeface="Arial" panose="020B0704020202020204"/>
                <a:cs typeface="Arial" panose="020B0704020202020204"/>
              </a:defRPr>
            </a:lvl9pPr>
          </a:lstStyle>
          <a:p>
            <a:pPr algn="l">
              <a:defRPr sz="5550" b="1">
                <a:solidFill>
                  <a:srgbClr val="12838D"/>
                </a:solidFill>
                <a:latin typeface="Arial" panose="020B0704020202020204"/>
                <a:ea typeface="Arial" panose="020B0704020202020204"/>
                <a:cs typeface="Arial" panose="020B0704020202020204"/>
              </a:defRPr>
            </a:pPr>
            <a:r>
              <a:rPr sz="5550" b="1">
                <a:solidFill>
                  <a:srgbClr val="12838D"/>
                </a:solidFill>
                <a:latin typeface="Arial" panose="020B0704020202020204"/>
                <a:ea typeface="Arial" panose="020B0704020202020204"/>
                <a:cs typeface="Arial" panose="020B0704020202020204"/>
              </a:rPr>
              <a:t>-9.15%</a:t>
            </a:r>
            <a:endParaRPr sz="5550" b="1">
              <a:solidFill>
                <a:srgbClr val="12838D"/>
              </a:solidFill>
              <a:latin typeface="Arial" panose="020B0704020202020204"/>
              <a:ea typeface="Arial" panose="020B0704020202020204"/>
              <a:cs typeface="Arial" panose="020B0704020202020204"/>
            </a:endParaRPr>
          </a:p>
        </p:txBody>
      </p:sp>
      <p:sp>
        <p:nvSpPr>
          <p:cNvPr id="20" name="矩形 19"/>
          <p:cNvSpPr>
            <a:spLocks noGrp="1"/>
          </p:cNvSpPr>
          <p:nvPr/>
        </p:nvSpPr>
        <p:spPr>
          <a:xfrm>
            <a:off x="8134350" y="3286125"/>
            <a:ext cx="3524250" cy="666750"/>
          </a:xfrm>
          <a:prstGeom prst="rect">
            <a:avLst/>
          </a:prstGeom>
          <a:noFill/>
          <a:ln w="0">
            <a:noFill/>
          </a:ln>
        </p:spPr>
        <p:txBody>
          <a:bodyPr wrap="square" lIns="0" tIns="0" rIns="0" bIns="0" anchor="ct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Maximum drawdown (MDD)</a:t>
            </a:r>
            <a:endParaRPr sz="1875" b="0">
              <a:solidFill>
                <a:srgbClr val="132A43"/>
              </a:solidFill>
              <a:latin typeface="Arial" panose="020B0704020202020204"/>
              <a:ea typeface="Arial" panose="020B0704020202020204"/>
              <a:cs typeface="Arial" panose="020B0704020202020204"/>
            </a:endParaRPr>
          </a:p>
        </p:txBody>
      </p:sp>
      <p:sp>
        <p:nvSpPr>
          <p:cNvPr id="21" name="矩形 20"/>
          <p:cNvSpPr>
            <a:spLocks noGrp="1"/>
          </p:cNvSpPr>
          <p:nvPr/>
        </p:nvSpPr>
        <p:spPr>
          <a:xfrm>
            <a:off x="571500" y="4810125"/>
            <a:ext cx="11049000" cy="523875"/>
          </a:xfrm>
          <a:prstGeom prst="rect">
            <a:avLst/>
          </a:prstGeom>
          <a:noFill/>
          <a:ln w="0">
            <a:noFill/>
          </a:ln>
        </p:spPr>
        <p:txBody>
          <a:bodyPr wrap="square" lIns="0" tIns="0" rIns="0" bIns="0" anchor="ctr"/>
          <a:lstStyle>
            <a:defPPr algn="l">
              <a:defRPr sz="2550" b="1">
                <a:solidFill>
                  <a:srgbClr val="132A43"/>
                </a:solidFill>
                <a:latin typeface="Arial" panose="020B0704020202020204"/>
                <a:ea typeface="Arial" panose="020B0704020202020204"/>
                <a:cs typeface="Arial" panose="020B0704020202020204"/>
              </a:defRPr>
            </a:defPPr>
            <a:lvl1pPr algn="l">
              <a:defRPr sz="2550" b="1">
                <a:solidFill>
                  <a:srgbClr val="132A43"/>
                </a:solidFill>
                <a:latin typeface="Arial" panose="020B0704020202020204"/>
                <a:ea typeface="Arial" panose="020B0704020202020204"/>
                <a:cs typeface="Arial" panose="020B0704020202020204"/>
              </a:defRPr>
            </a:lvl1pPr>
            <a:lvl2pPr algn="l">
              <a:defRPr sz="2550" b="1">
                <a:solidFill>
                  <a:srgbClr val="132A43"/>
                </a:solidFill>
                <a:latin typeface="Arial" panose="020B0704020202020204"/>
                <a:ea typeface="Arial" panose="020B0704020202020204"/>
                <a:cs typeface="Arial" panose="020B0704020202020204"/>
              </a:defRPr>
            </a:lvl2pPr>
            <a:lvl3pPr algn="l">
              <a:defRPr sz="2550" b="1">
                <a:solidFill>
                  <a:srgbClr val="132A43"/>
                </a:solidFill>
                <a:latin typeface="Arial" panose="020B0704020202020204"/>
                <a:ea typeface="Arial" panose="020B0704020202020204"/>
                <a:cs typeface="Arial" panose="020B0704020202020204"/>
              </a:defRPr>
            </a:lvl3pPr>
            <a:lvl4pPr algn="l">
              <a:defRPr sz="2550" b="1">
                <a:solidFill>
                  <a:srgbClr val="132A43"/>
                </a:solidFill>
                <a:latin typeface="Arial" panose="020B0704020202020204"/>
                <a:ea typeface="Arial" panose="020B0704020202020204"/>
                <a:cs typeface="Arial" panose="020B0704020202020204"/>
              </a:defRPr>
            </a:lvl4pPr>
            <a:lvl5pPr algn="l">
              <a:defRPr sz="2550" b="1">
                <a:solidFill>
                  <a:srgbClr val="132A43"/>
                </a:solidFill>
                <a:latin typeface="Arial" panose="020B0704020202020204"/>
                <a:ea typeface="Arial" panose="020B0704020202020204"/>
                <a:cs typeface="Arial" panose="020B0704020202020204"/>
              </a:defRPr>
            </a:lvl5pPr>
            <a:lvl6pPr algn="l">
              <a:defRPr sz="2550" b="1">
                <a:solidFill>
                  <a:srgbClr val="132A43"/>
                </a:solidFill>
                <a:latin typeface="Arial" panose="020B0704020202020204"/>
                <a:ea typeface="Arial" panose="020B0704020202020204"/>
                <a:cs typeface="Arial" panose="020B0704020202020204"/>
              </a:defRPr>
            </a:lvl6pPr>
            <a:lvl7pPr algn="l">
              <a:defRPr sz="2550" b="1">
                <a:solidFill>
                  <a:srgbClr val="132A43"/>
                </a:solidFill>
                <a:latin typeface="Arial" panose="020B0704020202020204"/>
                <a:ea typeface="Arial" panose="020B0704020202020204"/>
                <a:cs typeface="Arial" panose="020B0704020202020204"/>
              </a:defRPr>
            </a:lvl7pPr>
            <a:lvl8pPr algn="l">
              <a:defRPr sz="2550" b="1">
                <a:solidFill>
                  <a:srgbClr val="132A43"/>
                </a:solidFill>
                <a:latin typeface="Arial" panose="020B0704020202020204"/>
                <a:ea typeface="Arial" panose="020B0704020202020204"/>
                <a:cs typeface="Arial" panose="020B0704020202020204"/>
              </a:defRPr>
            </a:lvl8pPr>
            <a:lvl9pPr algn="l">
              <a:defRPr sz="2550" b="1">
                <a:solidFill>
                  <a:srgbClr val="132A43"/>
                </a:solidFill>
                <a:latin typeface="Arial" panose="020B0704020202020204"/>
                <a:ea typeface="Arial" panose="020B0704020202020204"/>
                <a:cs typeface="Arial" panose="020B0704020202020204"/>
              </a:defRPr>
            </a:lvl9pPr>
          </a:lstStyle>
          <a:p>
            <a:pPr algn="l">
              <a:defRPr sz="2550" b="1">
                <a:solidFill>
                  <a:srgbClr val="132A43"/>
                </a:solidFill>
                <a:latin typeface="Arial" panose="020B0704020202020204"/>
                <a:ea typeface="Arial" panose="020B0704020202020204"/>
                <a:cs typeface="Arial" panose="020B0704020202020204"/>
              </a:defRPr>
            </a:pPr>
            <a:r>
              <a:rPr sz="2550" b="1">
                <a:solidFill>
                  <a:srgbClr val="132A43"/>
                </a:solidFill>
                <a:latin typeface="Arial" panose="020B0704020202020204"/>
                <a:ea typeface="Arial" panose="020B0704020202020204"/>
                <a:cs typeface="Arial" panose="020B0704020202020204"/>
              </a:rPr>
              <a:t>Dual Momentum has the higher net CAGR: 27.26%</a:t>
            </a:r>
            <a:endParaRPr sz="2550" b="1">
              <a:solidFill>
                <a:srgbClr val="132A43"/>
              </a:solidFill>
              <a:latin typeface="Arial" panose="020B0704020202020204"/>
              <a:ea typeface="Arial" panose="020B0704020202020204"/>
              <a:cs typeface="Arial" panose="020B0704020202020204"/>
            </a:endParaRPr>
          </a:p>
        </p:txBody>
      </p:sp>
      <p:sp>
        <p:nvSpPr>
          <p:cNvPr id="22" name="矩形 21"/>
          <p:cNvSpPr>
            <a:spLocks noGrp="1"/>
          </p:cNvSpPr>
          <p:nvPr/>
        </p:nvSpPr>
        <p:spPr>
          <a:xfrm>
            <a:off x="571500" y="5572125"/>
            <a:ext cx="11049000" cy="523875"/>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MWRP leads historical B Sharpe. The next slides separate historical and short test results.</a:t>
            </a:r>
            <a:endParaRPr sz="1800" b="0">
              <a:solidFill>
                <a:srgbClr val="132A43"/>
              </a:solidFill>
              <a:latin typeface="Arial" panose="020B0704020202020204"/>
              <a:ea typeface="Arial" panose="020B0704020202020204"/>
              <a:cs typeface="Arial" panose="020B0704020202020204"/>
            </a:endParaRPr>
          </a:p>
        </p:txBody>
      </p:sp>
      <p:sp>
        <p:nvSpPr>
          <p:cNvPr id="23" name="矩形 22"/>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Net of 10 bps per traded side.</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5-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risk and return comparison</a:t>
            </a:r>
            <a:endParaRPr sz="3150" b="1">
              <a:solidFill>
                <a:srgbClr val="132A43"/>
              </a:solidFill>
              <a:latin typeface="Arial" panose="020B0704020202020204"/>
              <a:ea typeface="Arial" panose="020B0704020202020204"/>
              <a:cs typeface="Arial" panose="020B0704020202020204"/>
            </a:endParaRPr>
          </a:p>
        </p:txBody>
      </p:sp>
      <p:sp>
        <p:nvSpPr>
          <p:cNvPr id="3" name="slide-2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25</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Chart"/>
          <p:cNvGraphicFramePr/>
          <p:nvPr/>
        </p:nvGraphicFramePr>
        <p:xfrm>
          <a:off x="857250" y="1524000"/>
          <a:ext cx="10477500" cy="4524375"/>
        </p:xfrm>
        <a:graphic>
          <a:graphicData uri="http://schemas.openxmlformats.org/drawingml/2006/chart">
            <c:chart xmlns:c="http://schemas.openxmlformats.org/drawingml/2006/chart" xmlns:r="http://schemas.openxmlformats.org/officeDocument/2006/relationships" r:id="rId1"/>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All metrics use the same boundary and 10 bps trading cost.</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6-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Dual leads CAGR, MWRP leads Sharpe</a:t>
            </a:r>
            <a:endParaRPr sz="3150" b="1">
              <a:solidFill>
                <a:srgbClr val="132A43"/>
              </a:solidFill>
              <a:latin typeface="Arial" panose="020B0704020202020204"/>
              <a:ea typeface="Arial" panose="020B0704020202020204"/>
              <a:cs typeface="Arial" panose="020B0704020202020204"/>
            </a:endParaRPr>
          </a:p>
        </p:txBody>
      </p:sp>
      <p:sp>
        <p:nvSpPr>
          <p:cNvPr id="3" name="slide-2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26</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Net CAGR</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52625"/>
          <a:ext cx="5334000" cy="39052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Sharpe ratio</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1952625"/>
          <a:ext cx="5334000" cy="39052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SGD returns, RF=0, net of trading costs.</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7-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lower risk than Dual, higher risk than MGRP</a:t>
            </a:r>
            <a:endParaRPr sz="3150" b="1">
              <a:solidFill>
                <a:srgbClr val="132A43"/>
              </a:solidFill>
              <a:latin typeface="Arial" panose="020B0704020202020204"/>
              <a:ea typeface="Arial" panose="020B0704020202020204"/>
              <a:cs typeface="Arial" panose="020B0704020202020204"/>
            </a:endParaRPr>
          </a:p>
        </p:txBody>
      </p:sp>
      <p:sp>
        <p:nvSpPr>
          <p:cNvPr id="3" name="slide-2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27</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Annualized volatility</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52625"/>
          <a:ext cx="5334000" cy="39052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Maximum drawdown</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1952625"/>
          <a:ext cx="5334000" cy="39052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Drawdown includes period-opening wealth.</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8-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trading intensity and diversification</a:t>
            </a:r>
            <a:endParaRPr sz="3150" b="1">
              <a:solidFill>
                <a:srgbClr val="132A43"/>
              </a:solidFill>
              <a:latin typeface="Arial" panose="020B0704020202020204"/>
              <a:ea typeface="Arial" panose="020B0704020202020204"/>
              <a:cs typeface="Arial" panose="020B0704020202020204"/>
            </a:endParaRPr>
          </a:p>
        </p:txBody>
      </p:sp>
      <p:sp>
        <p:nvSpPr>
          <p:cNvPr id="3" name="slide-2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28</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One-way turnover per rebalance</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52625"/>
          <a:ext cx="5334000" cy="39052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Mean effective holdings</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1952625"/>
          <a:ext cx="5334000" cy="39052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Effective holdings: daily mean of 1 / sum(w²), including BIL.</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9-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wealth and drawdown</a:t>
            </a:r>
            <a:endParaRPr sz="3150" b="1">
              <a:solidFill>
                <a:srgbClr val="132A43"/>
              </a:solidFill>
              <a:latin typeface="Arial" panose="020B0704020202020204"/>
              <a:ea typeface="Arial" panose="020B0704020202020204"/>
              <a:cs typeface="Arial" panose="020B0704020202020204"/>
            </a:endParaRPr>
          </a:p>
        </p:txBody>
      </p:sp>
      <p:sp>
        <p:nvSpPr>
          <p:cNvPr id="3" name="slide-2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29</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66750" y="1428750"/>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Net wealth</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66750" y="1666875"/>
          <a:ext cx="10858500" cy="247650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66750" y="4238625"/>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Drawdown</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66750" y="4476750"/>
          <a:ext cx="10858500" cy="1476375"/>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1047750"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2023-12-29</a:t>
            </a:r>
            <a:endParaRPr sz="975" b="0">
              <a:solidFill>
                <a:srgbClr val="536B81"/>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3357563"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2024-09-04</a:t>
            </a:r>
            <a:endParaRPr sz="975" b="0">
              <a:solidFill>
                <a:srgbClr val="536B81"/>
              </a:solidFill>
              <a:latin typeface="Arial" panose="020B0704020202020204"/>
              <a:ea typeface="Arial" panose="020B0704020202020204"/>
              <a:cs typeface="Arial" panose="020B0704020202020204"/>
            </a:endParaRPr>
          </a:p>
        </p:txBody>
      </p:sp>
      <p:sp>
        <p:nvSpPr>
          <p:cNvPr id="12" name="矩形 11"/>
          <p:cNvSpPr>
            <a:spLocks noGrp="1"/>
          </p:cNvSpPr>
          <p:nvPr/>
        </p:nvSpPr>
        <p:spPr>
          <a:xfrm>
            <a:off x="5667375"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2025-05-12</a:t>
            </a:r>
            <a:endParaRPr sz="975" b="0">
              <a:solidFill>
                <a:srgbClr val="536B81"/>
              </a:solidFill>
              <a:latin typeface="Arial" panose="020B0704020202020204"/>
              <a:ea typeface="Arial" panose="020B0704020202020204"/>
              <a:cs typeface="Arial" panose="020B0704020202020204"/>
            </a:endParaRPr>
          </a:p>
        </p:txBody>
      </p:sp>
      <p:sp>
        <p:nvSpPr>
          <p:cNvPr id="13" name="矩形 12"/>
          <p:cNvSpPr>
            <a:spLocks noGrp="1"/>
          </p:cNvSpPr>
          <p:nvPr/>
        </p:nvSpPr>
        <p:spPr>
          <a:xfrm>
            <a:off x="7977188"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2026-01-15</a:t>
            </a:r>
            <a:endParaRPr sz="975" b="0">
              <a:solidFill>
                <a:srgbClr val="536B81"/>
              </a:solidFill>
              <a:latin typeface="Arial" panose="020B0704020202020204"/>
              <a:ea typeface="Arial" panose="020B0704020202020204"/>
              <a:cs typeface="Arial" panose="020B0704020202020204"/>
            </a:endParaRPr>
          </a:p>
        </p:txBody>
      </p:sp>
      <p:sp>
        <p:nvSpPr>
          <p:cNvPr id="14" name="矩形 13"/>
          <p:cNvSpPr>
            <a:spLocks noGrp="1"/>
          </p:cNvSpPr>
          <p:nvPr/>
        </p:nvSpPr>
        <p:spPr>
          <a:xfrm>
            <a:off x="10287000"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2026-09-18</a:t>
            </a:r>
            <a:endParaRPr sz="975" b="0">
              <a:solidFill>
                <a:srgbClr val="536B81"/>
              </a:solidFill>
              <a:latin typeface="Arial" panose="020B0704020202020204"/>
              <a:ea typeface="Arial" panose="020B0704020202020204"/>
              <a:cs typeface="Arial" panose="020B0704020202020204"/>
            </a:endParaRPr>
          </a:p>
        </p:txBody>
      </p:sp>
      <p:sp>
        <p:nvSpPr>
          <p:cNvPr id="15" name="矩形 14"/>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SGD, net of 10 bps per side. Continuous holdings, rebased at the preceding close.</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9-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Recent-month test: MWRP trails MGRP</a:t>
            </a:r>
            <a:endParaRPr sz="3150" b="1">
              <a:solidFill>
                <a:srgbClr val="132A43"/>
              </a:solidFill>
              <a:latin typeface="Arial" panose="020B0704020202020204"/>
              <a:ea typeface="Arial" panose="020B0704020202020204"/>
              <a:cs typeface="Arial" panose="020B0704020202020204"/>
            </a:endParaRPr>
          </a:p>
        </p:txBody>
      </p:sp>
      <p:sp>
        <p:nvSpPr>
          <p:cNvPr id="3" name="slide-2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30</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571625"/>
          <a:ext cx="11049000" cy="2047876"/>
        </p:xfrm>
        <a:graphic>
          <a:graphicData uri="http://schemas.openxmlformats.org/drawingml/2006/table">
            <a:tbl>
              <a:tblPr/>
              <a:tblGrid>
                <a:gridCol w="3238500"/>
                <a:gridCol w="2667000"/>
                <a:gridCol w="2381250"/>
                <a:gridCol w="2762250"/>
              </a:tblGrid>
              <a:tr h="511969">
                <a:tc>
                  <a:txBody>
                    <a:bodyPr/>
                    <a:lstStyle/>
                    <a:p>
                      <a:r>
                        <a:rPr sz="2025" b="1">
                          <a:solidFill>
                            <a:srgbClr val="FFFFFF"/>
                          </a:solidFill>
                          <a:latin typeface="Arial" panose="020B0704020202020204"/>
                          <a:ea typeface="Arial" panose="020B0704020202020204"/>
                          <a:cs typeface="Arial" panose="020B0704020202020204"/>
                        </a:rPr>
                        <a:t>Strategy</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Net total return</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Sharpe</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Max drawdown</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11969">
                <a:tc>
                  <a:txBody>
                    <a:bodyPr/>
                    <a:lstStyle/>
                    <a:p>
                      <a:r>
                        <a:rPr sz="2025" b="0">
                          <a:solidFill>
                            <a:srgbClr val="132A43"/>
                          </a:solidFill>
                          <a:latin typeface="Arial" panose="020B0704020202020204"/>
                          <a:ea typeface="Arial" panose="020B0704020202020204"/>
                          <a:cs typeface="Arial" panose="020B0704020202020204"/>
                        </a:rPr>
                        <a:t>Dual Momentum</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-3.05%</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-3.725</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-3.89%</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11969">
                <a:tc>
                  <a:txBody>
                    <a:bodyPr/>
                    <a:lstStyle/>
                    <a:p>
                      <a:r>
                        <a:rPr sz="2025" b="0">
                          <a:solidFill>
                            <a:srgbClr val="132A43"/>
                          </a:solidFill>
                          <a:latin typeface="Arial" panose="020B0704020202020204"/>
                          <a:ea typeface="Arial" panose="020B0704020202020204"/>
                          <a:cs typeface="Arial" panose="020B0704020202020204"/>
                        </a:rPr>
                        <a:t>MGRP</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-1.34%</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-2.025</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-2.41%</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11969">
                <a:tc>
                  <a:txBody>
                    <a:bodyPr/>
                    <a:lstStyle/>
                    <a:p>
                      <a:r>
                        <a:rPr sz="2025" b="1">
                          <a:solidFill>
                            <a:srgbClr val="132A43"/>
                          </a:solidFill>
                          <a:latin typeface="Arial" panose="020B0704020202020204"/>
                          <a:ea typeface="Arial" panose="020B0704020202020204"/>
                          <a:cs typeface="Arial" panose="020B0704020202020204"/>
                        </a:rPr>
                        <a:t>MWRP</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-1.71%</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-2.521</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-2.72%</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7" name="矩形 6"/>
          <p:cNvSpPr>
            <a:spLocks noGrp="1"/>
          </p:cNvSpPr>
          <p:nvPr/>
        </p:nvSpPr>
        <p:spPr>
          <a:xfrm>
            <a:off x="666750" y="3857625"/>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Net wealth over 21 return dates</a:t>
            </a:r>
            <a:endParaRPr sz="1650" b="1">
              <a:solidFill>
                <a:srgbClr val="12838D"/>
              </a:solidFill>
              <a:latin typeface="Arial" panose="020B0704020202020204"/>
              <a:ea typeface="Arial" panose="020B0704020202020204"/>
              <a:cs typeface="Arial" panose="020B0704020202020204"/>
            </a:endParaRPr>
          </a:p>
        </p:txBody>
      </p:sp>
      <p:graphicFrame>
        <p:nvGraphicFramePr>
          <p:cNvPr id="8" name="Chart"/>
          <p:cNvGraphicFramePr/>
          <p:nvPr/>
        </p:nvGraphicFramePr>
        <p:xfrm>
          <a:off x="666750" y="4095750"/>
          <a:ext cx="10858500" cy="1857375"/>
        </p:xfrm>
        <a:graphic>
          <a:graphicData uri="http://schemas.openxmlformats.org/drawingml/2006/chart">
            <c:chart xmlns:c="http://schemas.openxmlformats.org/drawingml/2006/chart" xmlns:r="http://schemas.openxmlformats.org/officeDocument/2006/relationships" r:id="rId1"/>
          </a:graphicData>
        </a:graphic>
      </p:graphicFrame>
      <p:sp>
        <p:nvSpPr>
          <p:cNvPr id="9" name="矩形 8"/>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Sep 19–Oct 19. Baseline Sep 18 close, first return Sep 21. Annualized Sharpe describes a short retrospective sample.</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9-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October course evaluation: partial through Oct 19</a:t>
            </a:r>
            <a:endParaRPr sz="3150" b="1">
              <a:solidFill>
                <a:srgbClr val="132A43"/>
              </a:solidFill>
              <a:latin typeface="Arial" panose="020B0704020202020204"/>
              <a:ea typeface="Arial" panose="020B0704020202020204"/>
              <a:cs typeface="Arial" panose="020B0704020202020204"/>
            </a:endParaRPr>
          </a:p>
        </p:txBody>
      </p:sp>
      <p:sp>
        <p:nvSpPr>
          <p:cNvPr id="3" name="slide-2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31</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571625"/>
          <a:ext cx="11049000" cy="2190752"/>
        </p:xfrm>
        <a:graphic>
          <a:graphicData uri="http://schemas.openxmlformats.org/drawingml/2006/table">
            <a:tbl>
              <a:tblPr/>
              <a:tblGrid>
                <a:gridCol w="3238500"/>
                <a:gridCol w="2667000"/>
                <a:gridCol w="2381250"/>
                <a:gridCol w="2762250"/>
              </a:tblGrid>
              <a:tr h="547688">
                <a:tc>
                  <a:txBody>
                    <a:bodyPr/>
                    <a:lstStyle/>
                    <a:p>
                      <a:r>
                        <a:rPr sz="2025" b="1">
                          <a:solidFill>
                            <a:srgbClr val="FFFFFF"/>
                          </a:solidFill>
                          <a:latin typeface="Arial" panose="020B0704020202020204"/>
                          <a:ea typeface="Arial" panose="020B0704020202020204"/>
                          <a:cs typeface="Arial" panose="020B0704020202020204"/>
                        </a:rPr>
                        <a:t>Strategy</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Net total return</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Sharpe</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Max drawdown</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47688">
                <a:tc>
                  <a:txBody>
                    <a:bodyPr/>
                    <a:lstStyle/>
                    <a:p>
                      <a:r>
                        <a:rPr sz="2025" b="0">
                          <a:solidFill>
                            <a:srgbClr val="132A43"/>
                          </a:solidFill>
                          <a:latin typeface="Arial" panose="020B0704020202020204"/>
                          <a:ea typeface="Arial" panose="020B0704020202020204"/>
                          <a:cs typeface="Arial" panose="020B0704020202020204"/>
                        </a:rPr>
                        <a:t>Dual Momentum</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-2.53%</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-4.452</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-3.49%</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47688">
                <a:tc>
                  <a:txBody>
                    <a:bodyPr/>
                    <a:lstStyle/>
                    <a:p>
                      <a:r>
                        <a:rPr sz="2025" b="0">
                          <a:solidFill>
                            <a:srgbClr val="132A43"/>
                          </a:solidFill>
                          <a:latin typeface="Arial" panose="020B0704020202020204"/>
                          <a:ea typeface="Arial" panose="020B0704020202020204"/>
                          <a:cs typeface="Arial" panose="020B0704020202020204"/>
                        </a:rPr>
                        <a:t>MGRP</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-1.25%</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-2.815</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-2.41%</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47688">
                <a:tc>
                  <a:txBody>
                    <a:bodyPr/>
                    <a:lstStyle/>
                    <a:p>
                      <a:r>
                        <a:rPr sz="2025" b="1">
                          <a:solidFill>
                            <a:srgbClr val="132A43"/>
                          </a:solidFill>
                          <a:latin typeface="Arial" panose="020B0704020202020204"/>
                          <a:ea typeface="Arial" panose="020B0704020202020204"/>
                          <a:cs typeface="Arial" panose="020B0704020202020204"/>
                        </a:rPr>
                        <a:t>MWRP</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-1.60%</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-3.346</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-2.72%</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7" name="矩形 6"/>
          <p:cNvSpPr>
            <a:spLocks noGrp="1"/>
          </p:cNvSpPr>
          <p:nvPr/>
        </p:nvSpPr>
        <p:spPr>
          <a:xfrm>
            <a:off x="571500" y="4238625"/>
            <a:ext cx="11049000" cy="476250"/>
          </a:xfrm>
          <a:prstGeom prst="rect">
            <a:avLst/>
          </a:prstGeom>
          <a:noFill/>
          <a:ln w="0">
            <a:noFill/>
          </a:ln>
        </p:spPr>
        <p:txBody>
          <a:bodyPr wrap="square" lIns="0" tIns="0" rIns="0" bIns="0" anchor="ctr"/>
          <a:lstStyle>
            <a:defPPr algn="l">
              <a:defRPr sz="2400" b="1">
                <a:solidFill>
                  <a:srgbClr val="12838D"/>
                </a:solidFill>
                <a:latin typeface="Arial" panose="020B0704020202020204"/>
                <a:ea typeface="Arial" panose="020B0704020202020204"/>
                <a:cs typeface="Arial" panose="020B0704020202020204"/>
              </a:defRPr>
            </a:defPPr>
            <a:lvl1pPr algn="l">
              <a:defRPr sz="2400" b="1">
                <a:solidFill>
                  <a:srgbClr val="12838D"/>
                </a:solidFill>
                <a:latin typeface="Arial" panose="020B0704020202020204"/>
                <a:ea typeface="Arial" panose="020B0704020202020204"/>
                <a:cs typeface="Arial" panose="020B0704020202020204"/>
              </a:defRPr>
            </a:lvl1pPr>
            <a:lvl2pPr algn="l">
              <a:defRPr sz="2400" b="1">
                <a:solidFill>
                  <a:srgbClr val="12838D"/>
                </a:solidFill>
                <a:latin typeface="Arial" panose="020B0704020202020204"/>
                <a:ea typeface="Arial" panose="020B0704020202020204"/>
                <a:cs typeface="Arial" panose="020B0704020202020204"/>
              </a:defRPr>
            </a:lvl2pPr>
            <a:lvl3pPr algn="l">
              <a:defRPr sz="2400" b="1">
                <a:solidFill>
                  <a:srgbClr val="12838D"/>
                </a:solidFill>
                <a:latin typeface="Arial" panose="020B0704020202020204"/>
                <a:ea typeface="Arial" panose="020B0704020202020204"/>
                <a:cs typeface="Arial" panose="020B0704020202020204"/>
              </a:defRPr>
            </a:lvl3pPr>
            <a:lvl4pPr algn="l">
              <a:defRPr sz="2400" b="1">
                <a:solidFill>
                  <a:srgbClr val="12838D"/>
                </a:solidFill>
                <a:latin typeface="Arial" panose="020B0704020202020204"/>
                <a:ea typeface="Arial" panose="020B0704020202020204"/>
                <a:cs typeface="Arial" panose="020B0704020202020204"/>
              </a:defRPr>
            </a:lvl4pPr>
            <a:lvl5pPr algn="l">
              <a:defRPr sz="2400" b="1">
                <a:solidFill>
                  <a:srgbClr val="12838D"/>
                </a:solidFill>
                <a:latin typeface="Arial" panose="020B0704020202020204"/>
                <a:ea typeface="Arial" panose="020B0704020202020204"/>
                <a:cs typeface="Arial" panose="020B0704020202020204"/>
              </a:defRPr>
            </a:lvl5pPr>
            <a:lvl6pPr algn="l">
              <a:defRPr sz="2400" b="1">
                <a:solidFill>
                  <a:srgbClr val="12838D"/>
                </a:solidFill>
                <a:latin typeface="Arial" panose="020B0704020202020204"/>
                <a:ea typeface="Arial" panose="020B0704020202020204"/>
                <a:cs typeface="Arial" panose="020B0704020202020204"/>
              </a:defRPr>
            </a:lvl6pPr>
            <a:lvl7pPr algn="l">
              <a:defRPr sz="2400" b="1">
                <a:solidFill>
                  <a:srgbClr val="12838D"/>
                </a:solidFill>
                <a:latin typeface="Arial" panose="020B0704020202020204"/>
                <a:ea typeface="Arial" panose="020B0704020202020204"/>
                <a:cs typeface="Arial" panose="020B0704020202020204"/>
              </a:defRPr>
            </a:lvl7pPr>
            <a:lvl8pPr algn="l">
              <a:defRPr sz="2400" b="1">
                <a:solidFill>
                  <a:srgbClr val="12838D"/>
                </a:solidFill>
                <a:latin typeface="Arial" panose="020B0704020202020204"/>
                <a:ea typeface="Arial" panose="020B0704020202020204"/>
                <a:cs typeface="Arial" panose="020B0704020202020204"/>
              </a:defRPr>
            </a:lvl8pPr>
            <a:lvl9pPr algn="l">
              <a:defRPr sz="2400" b="1">
                <a:solidFill>
                  <a:srgbClr val="12838D"/>
                </a:solidFill>
                <a:latin typeface="Arial" panose="020B0704020202020204"/>
                <a:ea typeface="Arial" panose="020B0704020202020204"/>
                <a:cs typeface="Arial" panose="020B0704020202020204"/>
              </a:defRPr>
            </a:lvl9pPr>
          </a:lstStyle>
          <a:p>
            <a:pPr algn="l">
              <a:defRPr sz="2400" b="1">
                <a:solidFill>
                  <a:srgbClr val="12838D"/>
                </a:solidFill>
                <a:latin typeface="Arial" panose="020B0704020202020204"/>
                <a:ea typeface="Arial" panose="020B0704020202020204"/>
                <a:cs typeface="Arial" panose="020B0704020202020204"/>
              </a:defRPr>
            </a:pPr>
            <a:r>
              <a:rPr sz="2400" b="1">
                <a:solidFill>
                  <a:srgbClr val="12838D"/>
                </a:solidFill>
                <a:latin typeface="Arial" panose="020B0704020202020204"/>
                <a:ea typeface="Arial" panose="020B0704020202020204"/>
                <a:cs typeface="Arial" panose="020B0704020202020204"/>
              </a:rPr>
              <a:t>13 daily returns, one scheduled rebalance</a:t>
            </a:r>
            <a:endParaRPr sz="2400" b="1">
              <a:solidFill>
                <a:srgbClr val="12838D"/>
              </a:solidFill>
              <a:latin typeface="Arial" panose="020B0704020202020204"/>
              <a:ea typeface="Arial" panose="020B0704020202020204"/>
              <a:cs typeface="Arial" panose="020B0704020202020204"/>
            </a:endParaRPr>
          </a:p>
        </p:txBody>
      </p:sp>
      <p:sp>
        <p:nvSpPr>
          <p:cNvPr id="8" name="矩形 7"/>
          <p:cNvSpPr>
            <a:spLocks noGrp="1"/>
          </p:cNvSpPr>
          <p:nvPr/>
        </p:nvSpPr>
        <p:spPr>
          <a:xfrm>
            <a:off x="571500" y="4953000"/>
            <a:ext cx="11049000" cy="952500"/>
          </a:xfrm>
          <a:prstGeom prst="rect">
            <a:avLst/>
          </a:prstGeom>
          <a:noFill/>
          <a:ln w="0">
            <a:noFill/>
          </a:ln>
        </p:spPr>
        <p:txBody>
          <a:bodyPr wrap="square" lIns="0" tIns="0" rIns="0" bIns="0" anchor="ctr"/>
          <a:lstStyle>
            <a:defPPr algn="l">
              <a:defRPr sz="2100" b="0">
                <a:solidFill>
                  <a:srgbClr val="132A43"/>
                </a:solidFill>
                <a:latin typeface="Arial" panose="020B0704020202020204"/>
                <a:ea typeface="Arial" panose="020B0704020202020204"/>
                <a:cs typeface="Arial" panose="020B0704020202020204"/>
              </a:defRPr>
            </a:defPPr>
            <a:lvl1pPr algn="l">
              <a:defRPr sz="2100" b="0">
                <a:solidFill>
                  <a:srgbClr val="132A43"/>
                </a:solidFill>
                <a:latin typeface="Arial" panose="020B0704020202020204"/>
                <a:ea typeface="Arial" panose="020B0704020202020204"/>
                <a:cs typeface="Arial" panose="020B0704020202020204"/>
              </a:defRPr>
            </a:lvl1pPr>
            <a:lvl2pPr algn="l">
              <a:defRPr sz="2100" b="0">
                <a:solidFill>
                  <a:srgbClr val="132A43"/>
                </a:solidFill>
                <a:latin typeface="Arial" panose="020B0704020202020204"/>
                <a:ea typeface="Arial" panose="020B0704020202020204"/>
                <a:cs typeface="Arial" panose="020B0704020202020204"/>
              </a:defRPr>
            </a:lvl2pPr>
            <a:lvl3pPr algn="l">
              <a:defRPr sz="2100" b="0">
                <a:solidFill>
                  <a:srgbClr val="132A43"/>
                </a:solidFill>
                <a:latin typeface="Arial" panose="020B0704020202020204"/>
                <a:ea typeface="Arial" panose="020B0704020202020204"/>
                <a:cs typeface="Arial" panose="020B0704020202020204"/>
              </a:defRPr>
            </a:lvl3pPr>
            <a:lvl4pPr algn="l">
              <a:defRPr sz="2100" b="0">
                <a:solidFill>
                  <a:srgbClr val="132A43"/>
                </a:solidFill>
                <a:latin typeface="Arial" panose="020B0704020202020204"/>
                <a:ea typeface="Arial" panose="020B0704020202020204"/>
                <a:cs typeface="Arial" panose="020B0704020202020204"/>
              </a:defRPr>
            </a:lvl4pPr>
            <a:lvl5pPr algn="l">
              <a:defRPr sz="2100" b="0">
                <a:solidFill>
                  <a:srgbClr val="132A43"/>
                </a:solidFill>
                <a:latin typeface="Arial" panose="020B0704020202020204"/>
                <a:ea typeface="Arial" panose="020B0704020202020204"/>
                <a:cs typeface="Arial" panose="020B0704020202020204"/>
              </a:defRPr>
            </a:lvl5pPr>
            <a:lvl6pPr algn="l">
              <a:defRPr sz="2100" b="0">
                <a:solidFill>
                  <a:srgbClr val="132A43"/>
                </a:solidFill>
                <a:latin typeface="Arial" panose="020B0704020202020204"/>
                <a:ea typeface="Arial" panose="020B0704020202020204"/>
                <a:cs typeface="Arial" panose="020B0704020202020204"/>
              </a:defRPr>
            </a:lvl6pPr>
            <a:lvl7pPr algn="l">
              <a:defRPr sz="2100" b="0">
                <a:solidFill>
                  <a:srgbClr val="132A43"/>
                </a:solidFill>
                <a:latin typeface="Arial" panose="020B0704020202020204"/>
                <a:ea typeface="Arial" panose="020B0704020202020204"/>
                <a:cs typeface="Arial" panose="020B0704020202020204"/>
              </a:defRPr>
            </a:lvl7pPr>
            <a:lvl8pPr algn="l">
              <a:defRPr sz="2100" b="0">
                <a:solidFill>
                  <a:srgbClr val="132A43"/>
                </a:solidFill>
                <a:latin typeface="Arial" panose="020B0704020202020204"/>
                <a:ea typeface="Arial" panose="020B0704020202020204"/>
                <a:cs typeface="Arial" panose="020B0704020202020204"/>
              </a:defRPr>
            </a:lvl8pPr>
            <a:lvl9pPr algn="l">
              <a:defRPr sz="2100" b="0">
                <a:solidFill>
                  <a:srgbClr val="132A43"/>
                </a:solidFill>
                <a:latin typeface="Arial" panose="020B0704020202020204"/>
                <a:ea typeface="Arial" panose="020B0704020202020204"/>
                <a:cs typeface="Arial" panose="020B0704020202020204"/>
              </a:defRPr>
            </a:lvl9pPr>
          </a:lstStyle>
          <a:p>
            <a:pPr algn="l">
              <a:defRPr sz="2100" b="0">
                <a:solidFill>
                  <a:srgbClr val="132A43"/>
                </a:solidFill>
                <a:latin typeface="Arial" panose="020B0704020202020204"/>
                <a:ea typeface="Arial" panose="020B0704020202020204"/>
                <a:cs typeface="Arial" panose="020B0704020202020204"/>
              </a:defRPr>
            </a:pPr>
            <a:r>
              <a:rPr sz="2100" b="0">
                <a:solidFill>
                  <a:srgbClr val="132A43"/>
                </a:solidFill>
                <a:latin typeface="Arial" panose="020B0704020202020204"/>
                <a:ea typeface="Arial" panose="020B0704020202020204"/>
                <a:cs typeface="Arial" panose="020B0704020202020204"/>
              </a:rPr>
              <a:t>October is a subset of the recent-month test.</a:t>
            </a:r>
            <a:endParaRPr sz="2100" b="0">
              <a:solidFill>
                <a:srgbClr val="132A43"/>
              </a:solidFill>
              <a:latin typeface="Arial" panose="020B0704020202020204"/>
              <a:ea typeface="Arial" panose="020B0704020202020204"/>
              <a:cs typeface="Arial" panose="020B0704020202020204"/>
            </a:endParaRPr>
          </a:p>
          <a:p>
            <a:pPr algn="l">
              <a:defRPr sz="2100" b="0">
                <a:solidFill>
                  <a:srgbClr val="132A43"/>
                </a:solidFill>
                <a:latin typeface="Arial" panose="020B0704020202020204"/>
                <a:ea typeface="Arial" panose="020B0704020202020204"/>
                <a:cs typeface="Arial" panose="020B0704020202020204"/>
              </a:defRPr>
            </a:pPr>
            <a:r>
              <a:rPr sz="2100" b="0">
                <a:solidFill>
                  <a:srgbClr val="132A43"/>
                </a:solidFill>
                <a:latin typeface="Arial" panose="020B0704020202020204"/>
                <a:ea typeface="Arial" panose="020B0704020202020204"/>
                <a:cs typeface="Arial" panose="020B0704020202020204"/>
              </a:rPr>
              <a:t>The full course evaluation must extend to the instructor’s week-11 cutoff.</a:t>
            </a:r>
            <a:endParaRPr sz="2100" b="0">
              <a:solidFill>
                <a:srgbClr val="132A43"/>
              </a:solidFill>
              <a:latin typeface="Arial" panose="020B0704020202020204"/>
              <a:ea typeface="Arial" panose="020B0704020202020204"/>
              <a:cs typeface="Arial" panose="020B0704020202020204"/>
            </a:endParaRPr>
          </a:p>
        </p:txBody>
      </p:sp>
      <p:sp>
        <p:nvSpPr>
          <p:cNvPr id="9" name="矩形 8"/>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Oct 1–19. Baseline Sep 30 close. Continuous holdings and 10 bps per traded side. No extra trade at the boundary.</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0-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Combined historical wealth and drawdown</a:t>
            </a:r>
            <a:endParaRPr sz="3150" b="1">
              <a:solidFill>
                <a:srgbClr val="132A43"/>
              </a:solidFill>
              <a:latin typeface="Arial" panose="020B0704020202020204"/>
              <a:ea typeface="Arial" panose="020B0704020202020204"/>
              <a:cs typeface="Arial" panose="020B0704020202020204"/>
            </a:endParaRPr>
          </a:p>
        </p:txBody>
      </p:sp>
      <p:sp>
        <p:nvSpPr>
          <p:cNvPr id="3" name="slide-3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32</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66750" y="1428750"/>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Net wealth</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66750" y="1666875"/>
          <a:ext cx="10858500" cy="247650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66750" y="4238625"/>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Drawdown</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66750" y="4476750"/>
          <a:ext cx="10858500" cy="1476375"/>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1047750"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2019-12-31</a:t>
            </a:r>
            <a:endParaRPr sz="975" b="0">
              <a:solidFill>
                <a:srgbClr val="536B81"/>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3357563"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2021-09-07</a:t>
            </a:r>
            <a:endParaRPr sz="975" b="0">
              <a:solidFill>
                <a:srgbClr val="536B81"/>
              </a:solidFill>
              <a:latin typeface="Arial" panose="020B0704020202020204"/>
              <a:ea typeface="Arial" panose="020B0704020202020204"/>
              <a:cs typeface="Arial" panose="020B0704020202020204"/>
            </a:endParaRPr>
          </a:p>
        </p:txBody>
      </p:sp>
      <p:sp>
        <p:nvSpPr>
          <p:cNvPr id="12" name="矩形 11"/>
          <p:cNvSpPr>
            <a:spLocks noGrp="1"/>
          </p:cNvSpPr>
          <p:nvPr/>
        </p:nvSpPr>
        <p:spPr>
          <a:xfrm>
            <a:off x="5667375"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2023-05-12</a:t>
            </a:r>
            <a:endParaRPr sz="975" b="0">
              <a:solidFill>
                <a:srgbClr val="536B81"/>
              </a:solidFill>
              <a:latin typeface="Arial" panose="020B0704020202020204"/>
              <a:ea typeface="Arial" panose="020B0704020202020204"/>
              <a:cs typeface="Arial" panose="020B0704020202020204"/>
            </a:endParaRPr>
          </a:p>
        </p:txBody>
      </p:sp>
      <p:sp>
        <p:nvSpPr>
          <p:cNvPr id="13" name="矩形 12"/>
          <p:cNvSpPr>
            <a:spLocks noGrp="1"/>
          </p:cNvSpPr>
          <p:nvPr/>
        </p:nvSpPr>
        <p:spPr>
          <a:xfrm>
            <a:off x="7977188"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2025-01-15</a:t>
            </a:r>
            <a:endParaRPr sz="975" b="0">
              <a:solidFill>
                <a:srgbClr val="536B81"/>
              </a:solidFill>
              <a:latin typeface="Arial" panose="020B0704020202020204"/>
              <a:ea typeface="Arial" panose="020B0704020202020204"/>
              <a:cs typeface="Arial" panose="020B0704020202020204"/>
            </a:endParaRPr>
          </a:p>
        </p:txBody>
      </p:sp>
      <p:sp>
        <p:nvSpPr>
          <p:cNvPr id="14" name="矩形 13"/>
          <p:cNvSpPr>
            <a:spLocks noGrp="1"/>
          </p:cNvSpPr>
          <p:nvPr/>
        </p:nvSpPr>
        <p:spPr>
          <a:xfrm>
            <a:off x="10287000"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2026-09-18</a:t>
            </a:r>
            <a:endParaRPr sz="975" b="0">
              <a:solidFill>
                <a:srgbClr val="536B81"/>
              </a:solidFill>
              <a:latin typeface="Arial" panose="020B0704020202020204"/>
              <a:ea typeface="Arial" panose="020B0704020202020204"/>
              <a:cs typeface="Arial" panose="020B0704020202020204"/>
            </a:endParaRPr>
          </a:p>
        </p:txBody>
      </p:sp>
      <p:sp>
        <p:nvSpPr>
          <p:cNvPr id="15" name="矩形 14"/>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Combined history: 2020 Jan–2026 Sep 18. SGD, net of 10 bps per side. Continuous holdings, rebased at the preceding close.</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1-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Capital allocations across the historical window</a:t>
            </a:r>
            <a:endParaRPr sz="3150" b="1">
              <a:solidFill>
                <a:srgbClr val="132A43"/>
              </a:solidFill>
              <a:latin typeface="Arial" panose="020B0704020202020204"/>
              <a:ea typeface="Arial" panose="020B0704020202020204"/>
              <a:cs typeface="Arial" panose="020B0704020202020204"/>
            </a:endParaRPr>
          </a:p>
        </p:txBody>
      </p:sp>
      <p:sp>
        <p:nvSpPr>
          <p:cNvPr id="3" name="slide-3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33</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714375" y="1428750"/>
            <a:ext cx="10477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Dual Momentum</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714375" y="1762125"/>
          <a:ext cx="10763250" cy="1952625"/>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714375" y="3667125"/>
            <a:ext cx="10477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MWRP</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714375" y="4000500"/>
          <a:ext cx="10763250" cy="1952625"/>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Combined history: 2020 Jan–2026 Sep 18. Actual daily closing weights, including position drift.</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0" name="slide-3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2-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diversification and peak concentration</a:t>
            </a:r>
            <a:endParaRPr sz="3150" b="1">
              <a:solidFill>
                <a:srgbClr val="132A43"/>
              </a:solidFill>
              <a:latin typeface="Arial" panose="020B0704020202020204"/>
              <a:ea typeface="Arial" panose="020B0704020202020204"/>
              <a:cs typeface="Arial" panose="020B0704020202020204"/>
            </a:endParaRPr>
          </a:p>
        </p:txBody>
      </p:sp>
      <p:sp>
        <p:nvSpPr>
          <p:cNvPr id="3" name="slide-3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34</a:t>
            </a:r>
            <a:endParaRPr sz="1050" b="0">
              <a:solidFill>
                <a:srgbClr val="586B7C"/>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666750" y="1809750"/>
            <a:ext cx="5715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Mean effective holdings</a:t>
            </a:r>
            <a:endParaRPr sz="1650" b="1">
              <a:solidFill>
                <a:srgbClr val="12838D"/>
              </a:solidFill>
              <a:latin typeface="Arial" panose="020B0704020202020204"/>
              <a:ea typeface="Arial" panose="020B0704020202020204"/>
              <a:cs typeface="Arial" panose="020B0704020202020204"/>
            </a:endParaRPr>
          </a:p>
        </p:txBody>
      </p:sp>
      <p:graphicFrame>
        <p:nvGraphicFramePr>
          <p:cNvPr id="12" name="Chart"/>
          <p:cNvGraphicFramePr/>
          <p:nvPr/>
        </p:nvGraphicFramePr>
        <p:xfrm>
          <a:off x="666750" y="2095500"/>
          <a:ext cx="5715000" cy="3333750"/>
        </p:xfrm>
        <a:graphic>
          <a:graphicData uri="http://schemas.openxmlformats.org/drawingml/2006/chart">
            <c:chart xmlns:c="http://schemas.openxmlformats.org/drawingml/2006/chart" xmlns:r="http://schemas.openxmlformats.org/officeDocument/2006/relationships" r:id="rId1"/>
          </a:graphicData>
        </a:graphic>
      </p:graphicFrame>
      <p:sp>
        <p:nvSpPr>
          <p:cNvPr id="13" name="矩形 12"/>
          <p:cNvSpPr>
            <a:spLocks noGrp="1"/>
          </p:cNvSpPr>
          <p:nvPr/>
        </p:nvSpPr>
        <p:spPr>
          <a:xfrm>
            <a:off x="7334250" y="1857375"/>
            <a:ext cx="4095750" cy="428625"/>
          </a:xfrm>
          <a:prstGeom prst="rect">
            <a:avLst/>
          </a:prstGeom>
          <a:noFill/>
          <a:ln w="0">
            <a:noFill/>
          </a:ln>
        </p:spPr>
        <p:txBody>
          <a:bodyPr wrap="square" lIns="0" tIns="0" rIns="0" bIns="0" anchor="ctr"/>
          <a:lstStyle>
            <a:defPPr algn="l">
              <a:defRPr sz="2100" b="1">
                <a:solidFill>
                  <a:srgbClr val="12838D"/>
                </a:solidFill>
                <a:latin typeface="Arial" panose="020B0704020202020204"/>
                <a:ea typeface="Arial" panose="020B0704020202020204"/>
                <a:cs typeface="Arial" panose="020B0704020202020204"/>
              </a:defRPr>
            </a:defPPr>
            <a:lvl1pPr algn="l">
              <a:defRPr sz="2100" b="1">
                <a:solidFill>
                  <a:srgbClr val="12838D"/>
                </a:solidFill>
                <a:latin typeface="Arial" panose="020B0704020202020204"/>
                <a:ea typeface="Arial" panose="020B0704020202020204"/>
                <a:cs typeface="Arial" panose="020B0704020202020204"/>
              </a:defRPr>
            </a:lvl1pPr>
            <a:lvl2pPr algn="l">
              <a:defRPr sz="2100" b="1">
                <a:solidFill>
                  <a:srgbClr val="12838D"/>
                </a:solidFill>
                <a:latin typeface="Arial" panose="020B0704020202020204"/>
                <a:ea typeface="Arial" panose="020B0704020202020204"/>
                <a:cs typeface="Arial" panose="020B0704020202020204"/>
              </a:defRPr>
            </a:lvl2pPr>
            <a:lvl3pPr algn="l">
              <a:defRPr sz="2100" b="1">
                <a:solidFill>
                  <a:srgbClr val="12838D"/>
                </a:solidFill>
                <a:latin typeface="Arial" panose="020B0704020202020204"/>
                <a:ea typeface="Arial" panose="020B0704020202020204"/>
                <a:cs typeface="Arial" panose="020B0704020202020204"/>
              </a:defRPr>
            </a:lvl3pPr>
            <a:lvl4pPr algn="l">
              <a:defRPr sz="2100" b="1">
                <a:solidFill>
                  <a:srgbClr val="12838D"/>
                </a:solidFill>
                <a:latin typeface="Arial" panose="020B0704020202020204"/>
                <a:ea typeface="Arial" panose="020B0704020202020204"/>
                <a:cs typeface="Arial" panose="020B0704020202020204"/>
              </a:defRPr>
            </a:lvl4pPr>
            <a:lvl5pPr algn="l">
              <a:defRPr sz="2100" b="1">
                <a:solidFill>
                  <a:srgbClr val="12838D"/>
                </a:solidFill>
                <a:latin typeface="Arial" panose="020B0704020202020204"/>
                <a:ea typeface="Arial" panose="020B0704020202020204"/>
                <a:cs typeface="Arial" panose="020B0704020202020204"/>
              </a:defRPr>
            </a:lvl5pPr>
            <a:lvl6pPr algn="l">
              <a:defRPr sz="2100" b="1">
                <a:solidFill>
                  <a:srgbClr val="12838D"/>
                </a:solidFill>
                <a:latin typeface="Arial" panose="020B0704020202020204"/>
                <a:ea typeface="Arial" panose="020B0704020202020204"/>
                <a:cs typeface="Arial" panose="020B0704020202020204"/>
              </a:defRPr>
            </a:lvl6pPr>
            <a:lvl7pPr algn="l">
              <a:defRPr sz="2100" b="1">
                <a:solidFill>
                  <a:srgbClr val="12838D"/>
                </a:solidFill>
                <a:latin typeface="Arial" panose="020B0704020202020204"/>
                <a:ea typeface="Arial" panose="020B0704020202020204"/>
                <a:cs typeface="Arial" panose="020B0704020202020204"/>
              </a:defRPr>
            </a:lvl7pPr>
            <a:lvl8pPr algn="l">
              <a:defRPr sz="2100" b="1">
                <a:solidFill>
                  <a:srgbClr val="12838D"/>
                </a:solidFill>
                <a:latin typeface="Arial" panose="020B0704020202020204"/>
                <a:ea typeface="Arial" panose="020B0704020202020204"/>
                <a:cs typeface="Arial" panose="020B0704020202020204"/>
              </a:defRPr>
            </a:lvl8pPr>
            <a:lvl9pPr algn="l">
              <a:defRPr sz="2100" b="1">
                <a:solidFill>
                  <a:srgbClr val="12838D"/>
                </a:solidFill>
                <a:latin typeface="Arial" panose="020B0704020202020204"/>
                <a:ea typeface="Arial" panose="020B0704020202020204"/>
                <a:cs typeface="Arial" panose="020B0704020202020204"/>
              </a:defRPr>
            </a:lvl9pPr>
          </a:lstStyle>
          <a:p>
            <a:pPr algn="l">
              <a:defRPr sz="2100" b="1">
                <a:solidFill>
                  <a:srgbClr val="12838D"/>
                </a:solidFill>
                <a:latin typeface="Arial" panose="020B0704020202020204"/>
                <a:ea typeface="Arial" panose="020B0704020202020204"/>
                <a:cs typeface="Arial" panose="020B0704020202020204"/>
              </a:defRPr>
            </a:pPr>
            <a:r>
              <a:rPr sz="2100" b="1">
                <a:solidFill>
                  <a:srgbClr val="12838D"/>
                </a:solidFill>
                <a:latin typeface="Arial" panose="020B0704020202020204"/>
                <a:ea typeface="Arial" panose="020B0704020202020204"/>
                <a:cs typeface="Arial" panose="020B0704020202020204"/>
              </a:rPr>
              <a:t>MWRP capital concentration</a:t>
            </a:r>
            <a:endParaRPr sz="2100" b="1">
              <a:solidFill>
                <a:srgbClr val="12838D"/>
              </a:solidFill>
              <a:latin typeface="Arial" panose="020B0704020202020204"/>
              <a:ea typeface="Arial" panose="020B0704020202020204"/>
              <a:cs typeface="Arial" panose="020B0704020202020204"/>
            </a:endParaRPr>
          </a:p>
        </p:txBody>
      </p:sp>
      <p:sp>
        <p:nvSpPr>
          <p:cNvPr id="14" name="矩形 13"/>
          <p:cNvSpPr>
            <a:spLocks noGrp="1"/>
          </p:cNvSpPr>
          <p:nvPr/>
        </p:nvSpPr>
        <p:spPr>
          <a:xfrm>
            <a:off x="7334250" y="2619375"/>
            <a:ext cx="4095750" cy="762000"/>
          </a:xfrm>
          <a:prstGeom prst="rect">
            <a:avLst/>
          </a:prstGeom>
          <a:noFill/>
          <a:ln w="0">
            <a:noFill/>
          </a:ln>
        </p:spPr>
        <p:txBody>
          <a:bodyPr wrap="square" lIns="0" tIns="0" rIns="0" bIns="0" anchor="ctr"/>
          <a:lstStyle>
            <a:defPPr algn="l">
              <a:defRPr sz="4800" b="1">
                <a:solidFill>
                  <a:srgbClr val="12838D"/>
                </a:solidFill>
                <a:latin typeface="Arial" panose="020B0704020202020204"/>
                <a:ea typeface="Arial" panose="020B0704020202020204"/>
                <a:cs typeface="Arial" panose="020B0704020202020204"/>
              </a:defRPr>
            </a:defPPr>
            <a:lvl1pPr algn="l">
              <a:defRPr sz="4800" b="1">
                <a:solidFill>
                  <a:srgbClr val="12838D"/>
                </a:solidFill>
                <a:latin typeface="Arial" panose="020B0704020202020204"/>
                <a:ea typeface="Arial" panose="020B0704020202020204"/>
                <a:cs typeface="Arial" panose="020B0704020202020204"/>
              </a:defRPr>
            </a:lvl1pPr>
            <a:lvl2pPr algn="l">
              <a:defRPr sz="4800" b="1">
                <a:solidFill>
                  <a:srgbClr val="12838D"/>
                </a:solidFill>
                <a:latin typeface="Arial" panose="020B0704020202020204"/>
                <a:ea typeface="Arial" panose="020B0704020202020204"/>
                <a:cs typeface="Arial" panose="020B0704020202020204"/>
              </a:defRPr>
            </a:lvl2pPr>
            <a:lvl3pPr algn="l">
              <a:defRPr sz="4800" b="1">
                <a:solidFill>
                  <a:srgbClr val="12838D"/>
                </a:solidFill>
                <a:latin typeface="Arial" panose="020B0704020202020204"/>
                <a:ea typeface="Arial" panose="020B0704020202020204"/>
                <a:cs typeface="Arial" panose="020B0704020202020204"/>
              </a:defRPr>
            </a:lvl3pPr>
            <a:lvl4pPr algn="l">
              <a:defRPr sz="4800" b="1">
                <a:solidFill>
                  <a:srgbClr val="12838D"/>
                </a:solidFill>
                <a:latin typeface="Arial" panose="020B0704020202020204"/>
                <a:ea typeface="Arial" panose="020B0704020202020204"/>
                <a:cs typeface="Arial" panose="020B0704020202020204"/>
              </a:defRPr>
            </a:lvl4pPr>
            <a:lvl5pPr algn="l">
              <a:defRPr sz="4800" b="1">
                <a:solidFill>
                  <a:srgbClr val="12838D"/>
                </a:solidFill>
                <a:latin typeface="Arial" panose="020B0704020202020204"/>
                <a:ea typeface="Arial" panose="020B0704020202020204"/>
                <a:cs typeface="Arial" panose="020B0704020202020204"/>
              </a:defRPr>
            </a:lvl5pPr>
            <a:lvl6pPr algn="l">
              <a:defRPr sz="4800" b="1">
                <a:solidFill>
                  <a:srgbClr val="12838D"/>
                </a:solidFill>
                <a:latin typeface="Arial" panose="020B0704020202020204"/>
                <a:ea typeface="Arial" panose="020B0704020202020204"/>
                <a:cs typeface="Arial" panose="020B0704020202020204"/>
              </a:defRPr>
            </a:lvl6pPr>
            <a:lvl7pPr algn="l">
              <a:defRPr sz="4800" b="1">
                <a:solidFill>
                  <a:srgbClr val="12838D"/>
                </a:solidFill>
                <a:latin typeface="Arial" panose="020B0704020202020204"/>
                <a:ea typeface="Arial" panose="020B0704020202020204"/>
                <a:cs typeface="Arial" panose="020B0704020202020204"/>
              </a:defRPr>
            </a:lvl7pPr>
            <a:lvl8pPr algn="l">
              <a:defRPr sz="4800" b="1">
                <a:solidFill>
                  <a:srgbClr val="12838D"/>
                </a:solidFill>
                <a:latin typeface="Arial" panose="020B0704020202020204"/>
                <a:ea typeface="Arial" panose="020B0704020202020204"/>
                <a:cs typeface="Arial" panose="020B0704020202020204"/>
              </a:defRPr>
            </a:lvl8pPr>
            <a:lvl9pPr algn="l">
              <a:defRPr sz="4800" b="1">
                <a:solidFill>
                  <a:srgbClr val="12838D"/>
                </a:solidFill>
                <a:latin typeface="Arial" panose="020B0704020202020204"/>
                <a:ea typeface="Arial" panose="020B0704020202020204"/>
                <a:cs typeface="Arial" panose="020B0704020202020204"/>
              </a:defRPr>
            </a:lvl9pPr>
          </a:lstStyle>
          <a:p>
            <a:pPr algn="l">
              <a:defRPr sz="4800" b="1">
                <a:solidFill>
                  <a:srgbClr val="12838D"/>
                </a:solidFill>
                <a:latin typeface="Arial" panose="020B0704020202020204"/>
                <a:ea typeface="Arial" panose="020B0704020202020204"/>
                <a:cs typeface="Arial" panose="020B0704020202020204"/>
              </a:defRPr>
            </a:pPr>
            <a:r>
              <a:rPr sz="4800" b="1">
                <a:solidFill>
                  <a:srgbClr val="12838D"/>
                </a:solidFill>
                <a:latin typeface="Arial" panose="020B0704020202020204"/>
                <a:ea typeface="Arial" panose="020B0704020202020204"/>
                <a:cs typeface="Arial" panose="020B0704020202020204"/>
              </a:rPr>
              <a:t>41.18%</a:t>
            </a:r>
            <a:endParaRPr sz="4800" b="1">
              <a:solidFill>
                <a:srgbClr val="12838D"/>
              </a:solidFill>
              <a:latin typeface="Arial" panose="020B0704020202020204"/>
              <a:ea typeface="Arial" panose="020B0704020202020204"/>
              <a:cs typeface="Arial" panose="020B0704020202020204"/>
            </a:endParaRPr>
          </a:p>
        </p:txBody>
      </p:sp>
      <p:sp>
        <p:nvSpPr>
          <p:cNvPr id="15" name="矩形 14"/>
          <p:cNvSpPr>
            <a:spLocks noGrp="1"/>
          </p:cNvSpPr>
          <p:nvPr/>
        </p:nvSpPr>
        <p:spPr>
          <a:xfrm>
            <a:off x="7334250" y="3429000"/>
            <a:ext cx="4095750" cy="476250"/>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Mean largest capital position</a:t>
            </a:r>
            <a:endParaRPr sz="1800" b="0">
              <a:solidFill>
                <a:srgbClr val="132A43"/>
              </a:solidFill>
              <a:latin typeface="Arial" panose="020B0704020202020204"/>
              <a:ea typeface="Arial" panose="020B0704020202020204"/>
              <a:cs typeface="Arial" panose="020B0704020202020204"/>
            </a:endParaRPr>
          </a:p>
        </p:txBody>
      </p:sp>
      <p:sp>
        <p:nvSpPr>
          <p:cNvPr id="16" name="矩形 15"/>
          <p:cNvSpPr>
            <a:spLocks noGrp="1"/>
          </p:cNvSpPr>
          <p:nvPr/>
        </p:nvSpPr>
        <p:spPr>
          <a:xfrm>
            <a:off x="7334250" y="4286250"/>
            <a:ext cx="4095750" cy="762000"/>
          </a:xfrm>
          <a:prstGeom prst="rect">
            <a:avLst/>
          </a:prstGeom>
          <a:noFill/>
          <a:ln w="0">
            <a:noFill/>
          </a:ln>
        </p:spPr>
        <p:txBody>
          <a:bodyPr wrap="square" lIns="0" tIns="0" rIns="0" bIns="0" anchor="ctr"/>
          <a:lstStyle>
            <a:defPPr algn="l">
              <a:defRPr sz="4800" b="1">
                <a:solidFill>
                  <a:srgbClr val="132A43"/>
                </a:solidFill>
                <a:latin typeface="Arial" panose="020B0704020202020204"/>
                <a:ea typeface="Arial" panose="020B0704020202020204"/>
                <a:cs typeface="Arial" panose="020B0704020202020204"/>
              </a:defRPr>
            </a:defPPr>
            <a:lvl1pPr algn="l">
              <a:defRPr sz="4800" b="1">
                <a:solidFill>
                  <a:srgbClr val="132A43"/>
                </a:solidFill>
                <a:latin typeface="Arial" panose="020B0704020202020204"/>
                <a:ea typeface="Arial" panose="020B0704020202020204"/>
                <a:cs typeface="Arial" panose="020B0704020202020204"/>
              </a:defRPr>
            </a:lvl1pPr>
            <a:lvl2pPr algn="l">
              <a:defRPr sz="4800" b="1">
                <a:solidFill>
                  <a:srgbClr val="132A43"/>
                </a:solidFill>
                <a:latin typeface="Arial" panose="020B0704020202020204"/>
                <a:ea typeface="Arial" panose="020B0704020202020204"/>
                <a:cs typeface="Arial" panose="020B0704020202020204"/>
              </a:defRPr>
            </a:lvl2pPr>
            <a:lvl3pPr algn="l">
              <a:defRPr sz="4800" b="1">
                <a:solidFill>
                  <a:srgbClr val="132A43"/>
                </a:solidFill>
                <a:latin typeface="Arial" panose="020B0704020202020204"/>
                <a:ea typeface="Arial" panose="020B0704020202020204"/>
                <a:cs typeface="Arial" panose="020B0704020202020204"/>
              </a:defRPr>
            </a:lvl3pPr>
            <a:lvl4pPr algn="l">
              <a:defRPr sz="4800" b="1">
                <a:solidFill>
                  <a:srgbClr val="132A43"/>
                </a:solidFill>
                <a:latin typeface="Arial" panose="020B0704020202020204"/>
                <a:ea typeface="Arial" panose="020B0704020202020204"/>
                <a:cs typeface="Arial" panose="020B0704020202020204"/>
              </a:defRPr>
            </a:lvl4pPr>
            <a:lvl5pPr algn="l">
              <a:defRPr sz="4800" b="1">
                <a:solidFill>
                  <a:srgbClr val="132A43"/>
                </a:solidFill>
                <a:latin typeface="Arial" panose="020B0704020202020204"/>
                <a:ea typeface="Arial" panose="020B0704020202020204"/>
                <a:cs typeface="Arial" panose="020B0704020202020204"/>
              </a:defRPr>
            </a:lvl5pPr>
            <a:lvl6pPr algn="l">
              <a:defRPr sz="4800" b="1">
                <a:solidFill>
                  <a:srgbClr val="132A43"/>
                </a:solidFill>
                <a:latin typeface="Arial" panose="020B0704020202020204"/>
                <a:ea typeface="Arial" panose="020B0704020202020204"/>
                <a:cs typeface="Arial" panose="020B0704020202020204"/>
              </a:defRPr>
            </a:lvl6pPr>
            <a:lvl7pPr algn="l">
              <a:defRPr sz="4800" b="1">
                <a:solidFill>
                  <a:srgbClr val="132A43"/>
                </a:solidFill>
                <a:latin typeface="Arial" panose="020B0704020202020204"/>
                <a:ea typeface="Arial" panose="020B0704020202020204"/>
                <a:cs typeface="Arial" panose="020B0704020202020204"/>
              </a:defRPr>
            </a:lvl7pPr>
            <a:lvl8pPr algn="l">
              <a:defRPr sz="4800" b="1">
                <a:solidFill>
                  <a:srgbClr val="132A43"/>
                </a:solidFill>
                <a:latin typeface="Arial" panose="020B0704020202020204"/>
                <a:ea typeface="Arial" panose="020B0704020202020204"/>
                <a:cs typeface="Arial" panose="020B0704020202020204"/>
              </a:defRPr>
            </a:lvl8pPr>
            <a:lvl9pPr algn="l">
              <a:defRPr sz="4800" b="1">
                <a:solidFill>
                  <a:srgbClr val="132A43"/>
                </a:solidFill>
                <a:latin typeface="Arial" panose="020B0704020202020204"/>
                <a:ea typeface="Arial" panose="020B0704020202020204"/>
                <a:cs typeface="Arial" panose="020B0704020202020204"/>
              </a:defRPr>
            </a:lvl9pPr>
          </a:lstStyle>
          <a:p>
            <a:pPr algn="l">
              <a:defRPr sz="4800" b="1">
                <a:solidFill>
                  <a:srgbClr val="132A43"/>
                </a:solidFill>
                <a:latin typeface="Arial" panose="020B0704020202020204"/>
                <a:ea typeface="Arial" panose="020B0704020202020204"/>
                <a:cs typeface="Arial" panose="020B0704020202020204"/>
              </a:defRPr>
            </a:pPr>
            <a:r>
              <a:rPr sz="4800" b="1">
                <a:solidFill>
                  <a:srgbClr val="132A43"/>
                </a:solidFill>
                <a:latin typeface="Arial" panose="020B0704020202020204"/>
                <a:ea typeface="Arial" panose="020B0704020202020204"/>
                <a:cs typeface="Arial" panose="020B0704020202020204"/>
              </a:rPr>
              <a:t>63.78%</a:t>
            </a:r>
            <a:endParaRPr sz="4800" b="1">
              <a:solidFill>
                <a:srgbClr val="132A43"/>
              </a:solidFill>
              <a:latin typeface="Arial" panose="020B0704020202020204"/>
              <a:ea typeface="Arial" panose="020B0704020202020204"/>
              <a:cs typeface="Arial" panose="020B0704020202020204"/>
            </a:endParaRPr>
          </a:p>
        </p:txBody>
      </p:sp>
      <p:sp>
        <p:nvSpPr>
          <p:cNvPr id="17" name="矩形 16"/>
          <p:cNvSpPr>
            <a:spLocks noGrp="1"/>
          </p:cNvSpPr>
          <p:nvPr/>
        </p:nvSpPr>
        <p:spPr>
          <a:xfrm>
            <a:off x="7334250" y="5095875"/>
            <a:ext cx="4095750" cy="476250"/>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Peak single-asset weight</a:t>
            </a:r>
            <a:endParaRPr sz="1800" b="0">
              <a:solidFill>
                <a:srgbClr val="132A43"/>
              </a:solidFill>
              <a:latin typeface="Arial" panose="020B0704020202020204"/>
              <a:ea typeface="Arial" panose="020B0704020202020204"/>
              <a:cs typeface="Arial" panose="020B0704020202020204"/>
            </a:endParaRPr>
          </a:p>
        </p:txBody>
      </p:sp>
      <p:sp>
        <p:nvSpPr>
          <p:cNvPr id="18" name="矩形 17"/>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Average diversification does not impose a hard position cap.</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8" name="slide-3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3-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trading costs and annualized return drag</a:t>
            </a:r>
            <a:endParaRPr sz="3150" b="1">
              <a:solidFill>
                <a:srgbClr val="132A43"/>
              </a:solidFill>
              <a:latin typeface="Arial" panose="020B0704020202020204"/>
              <a:ea typeface="Arial" panose="020B0704020202020204"/>
              <a:cs typeface="Arial" panose="020B0704020202020204"/>
            </a:endParaRPr>
          </a:p>
        </p:txBody>
      </p:sp>
      <p:sp>
        <p:nvSpPr>
          <p:cNvPr id="3" name="slide-3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35</a:t>
            </a:r>
            <a:endParaRPr sz="1050" b="0">
              <a:solidFill>
                <a:srgbClr val="586B7C"/>
              </a:solidFill>
              <a:latin typeface="Arial" panose="020B0704020202020204"/>
              <a:ea typeface="Arial" panose="020B0704020202020204"/>
              <a:cs typeface="Arial" panose="020B0704020202020204"/>
            </a:endParaRPr>
          </a:p>
        </p:txBody>
      </p:sp>
      <p:graphicFrame>
        <p:nvGraphicFramePr>
          <p:cNvPr id="9" name="表格 8"/>
          <p:cNvGraphicFramePr/>
          <p:nvPr/>
        </p:nvGraphicFramePr>
        <p:xfrm>
          <a:off x="571500" y="1952625"/>
          <a:ext cx="11049000" cy="2619376"/>
        </p:xfrm>
        <a:graphic>
          <a:graphicData uri="http://schemas.openxmlformats.org/drawingml/2006/table">
            <a:tbl>
              <a:tblPr/>
              <a:tblGrid>
                <a:gridCol w="3238500"/>
                <a:gridCol w="3810000"/>
                <a:gridCol w="4000500"/>
              </a:tblGrid>
              <a:tr h="654844">
                <a:tc>
                  <a:txBody>
                    <a:bodyPr/>
                    <a:lstStyle/>
                    <a:p>
                      <a:r>
                        <a:rPr sz="2025" b="1">
                          <a:solidFill>
                            <a:srgbClr val="FFFFFF"/>
                          </a:solidFill>
                          <a:latin typeface="Arial" panose="020B0704020202020204"/>
                          <a:ea typeface="Arial" panose="020B0704020202020204"/>
                          <a:cs typeface="Arial" panose="020B0704020202020204"/>
                        </a:rPr>
                        <a:t>Strategy</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Fees / opening wealth</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Gross minus net CAGR</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654844">
                <a:tc>
                  <a:txBody>
                    <a:bodyPr/>
                    <a:lstStyle/>
                    <a:p>
                      <a:r>
                        <a:rPr sz="2025" b="0">
                          <a:solidFill>
                            <a:srgbClr val="132A43"/>
                          </a:solidFill>
                          <a:latin typeface="Arial" panose="020B0704020202020204"/>
                          <a:ea typeface="Arial" panose="020B0704020202020204"/>
                          <a:cs typeface="Arial" panose="020B0704020202020204"/>
                        </a:rPr>
                        <a:t>Dual Momentum</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2.26%</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0.68 pp</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654844">
                <a:tc>
                  <a:txBody>
                    <a:bodyPr/>
                    <a:lstStyle/>
                    <a:p>
                      <a:r>
                        <a:rPr sz="2025" b="0">
                          <a:solidFill>
                            <a:srgbClr val="132A43"/>
                          </a:solidFill>
                          <a:latin typeface="Arial" panose="020B0704020202020204"/>
                          <a:ea typeface="Arial" panose="020B0704020202020204"/>
                          <a:cs typeface="Arial" panose="020B0704020202020204"/>
                        </a:rPr>
                        <a:t>MGRP</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1.90%</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0.69 pp</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654844">
                <a:tc>
                  <a:txBody>
                    <a:bodyPr/>
                    <a:lstStyle/>
                    <a:p>
                      <a:r>
                        <a:rPr sz="2025" b="1">
                          <a:solidFill>
                            <a:srgbClr val="132A43"/>
                          </a:solidFill>
                          <a:latin typeface="Arial" panose="020B0704020202020204"/>
                          <a:ea typeface="Arial" panose="020B0704020202020204"/>
                          <a:cs typeface="Arial" panose="020B0704020202020204"/>
                        </a:rPr>
                        <a:t>MWRP</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1.78%</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0.63 pp</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10" name="矩形 9"/>
          <p:cNvSpPr>
            <a:spLocks noGrp="1"/>
          </p:cNvSpPr>
          <p:nvPr/>
        </p:nvSpPr>
        <p:spPr>
          <a:xfrm>
            <a:off x="571500" y="5048250"/>
            <a:ext cx="11049000" cy="476250"/>
          </a:xfrm>
          <a:prstGeom prst="rect">
            <a:avLst/>
          </a:prstGeom>
          <a:noFill/>
          <a:ln w="0">
            <a:noFill/>
          </a:ln>
        </p:spPr>
        <p:txBody>
          <a:bodyPr wrap="square" lIns="0" tIns="0" rIns="0" bIns="0" anchor="ctr"/>
          <a:lstStyle>
            <a:defPPr algn="l">
              <a:defRPr sz="2025" b="1">
                <a:solidFill>
                  <a:srgbClr val="12838D"/>
                </a:solidFill>
                <a:latin typeface="Arial" panose="020B0704020202020204"/>
                <a:ea typeface="Arial" panose="020B0704020202020204"/>
                <a:cs typeface="Arial" panose="020B0704020202020204"/>
              </a:defRPr>
            </a:defPPr>
            <a:lvl1pPr algn="l">
              <a:defRPr sz="2025" b="1">
                <a:solidFill>
                  <a:srgbClr val="12838D"/>
                </a:solidFill>
                <a:latin typeface="Arial" panose="020B0704020202020204"/>
                <a:ea typeface="Arial" panose="020B0704020202020204"/>
                <a:cs typeface="Arial" panose="020B0704020202020204"/>
              </a:defRPr>
            </a:lvl1pPr>
            <a:lvl2pPr algn="l">
              <a:defRPr sz="2025" b="1">
                <a:solidFill>
                  <a:srgbClr val="12838D"/>
                </a:solidFill>
                <a:latin typeface="Arial" panose="020B0704020202020204"/>
                <a:ea typeface="Arial" panose="020B0704020202020204"/>
                <a:cs typeface="Arial" panose="020B0704020202020204"/>
              </a:defRPr>
            </a:lvl2pPr>
            <a:lvl3pPr algn="l">
              <a:defRPr sz="2025" b="1">
                <a:solidFill>
                  <a:srgbClr val="12838D"/>
                </a:solidFill>
                <a:latin typeface="Arial" panose="020B0704020202020204"/>
                <a:ea typeface="Arial" panose="020B0704020202020204"/>
                <a:cs typeface="Arial" panose="020B0704020202020204"/>
              </a:defRPr>
            </a:lvl3pPr>
            <a:lvl4pPr algn="l">
              <a:defRPr sz="2025" b="1">
                <a:solidFill>
                  <a:srgbClr val="12838D"/>
                </a:solidFill>
                <a:latin typeface="Arial" panose="020B0704020202020204"/>
                <a:ea typeface="Arial" panose="020B0704020202020204"/>
                <a:cs typeface="Arial" panose="020B0704020202020204"/>
              </a:defRPr>
            </a:lvl4pPr>
            <a:lvl5pPr algn="l">
              <a:defRPr sz="2025" b="1">
                <a:solidFill>
                  <a:srgbClr val="12838D"/>
                </a:solidFill>
                <a:latin typeface="Arial" panose="020B0704020202020204"/>
                <a:ea typeface="Arial" panose="020B0704020202020204"/>
                <a:cs typeface="Arial" panose="020B0704020202020204"/>
              </a:defRPr>
            </a:lvl5pPr>
            <a:lvl6pPr algn="l">
              <a:defRPr sz="2025" b="1">
                <a:solidFill>
                  <a:srgbClr val="12838D"/>
                </a:solidFill>
                <a:latin typeface="Arial" panose="020B0704020202020204"/>
                <a:ea typeface="Arial" panose="020B0704020202020204"/>
                <a:cs typeface="Arial" panose="020B0704020202020204"/>
              </a:defRPr>
            </a:lvl6pPr>
            <a:lvl7pPr algn="l">
              <a:defRPr sz="2025" b="1">
                <a:solidFill>
                  <a:srgbClr val="12838D"/>
                </a:solidFill>
                <a:latin typeface="Arial" panose="020B0704020202020204"/>
                <a:ea typeface="Arial" panose="020B0704020202020204"/>
                <a:cs typeface="Arial" panose="020B0704020202020204"/>
              </a:defRPr>
            </a:lvl7pPr>
            <a:lvl8pPr algn="l">
              <a:defRPr sz="2025" b="1">
                <a:solidFill>
                  <a:srgbClr val="12838D"/>
                </a:solidFill>
                <a:latin typeface="Arial" panose="020B0704020202020204"/>
                <a:ea typeface="Arial" panose="020B0704020202020204"/>
                <a:cs typeface="Arial" panose="020B0704020202020204"/>
              </a:defRPr>
            </a:lvl8pPr>
            <a:lvl9pPr algn="l">
              <a:defRPr sz="2025" b="1">
                <a:solidFill>
                  <a:srgbClr val="12838D"/>
                </a:solidFill>
                <a:latin typeface="Arial" panose="020B0704020202020204"/>
                <a:ea typeface="Arial" panose="020B0704020202020204"/>
                <a:cs typeface="Arial" panose="020B0704020202020204"/>
              </a:defRPr>
            </a:lvl9pPr>
          </a:lstStyle>
          <a:p>
            <a:pPr algn="l">
              <a:defRPr sz="2025" b="1">
                <a:solidFill>
                  <a:srgbClr val="12838D"/>
                </a:solidFill>
                <a:latin typeface="Arial" panose="020B0704020202020204"/>
                <a:ea typeface="Arial" panose="020B0704020202020204"/>
                <a:cs typeface="Arial" panose="020B0704020202020204"/>
              </a:defRPr>
            </a:pPr>
            <a:r>
              <a:rPr sz="2025" b="1">
                <a:solidFill>
                  <a:srgbClr val="12838D"/>
                </a:solidFill>
                <a:latin typeface="Arial" panose="020B0704020202020204"/>
                <a:ea typeface="Arial" panose="020B0704020202020204"/>
                <a:cs typeface="Arial" panose="020B0704020202020204"/>
              </a:rPr>
              <a:t>Actual trade sizes and the wealth path determine cumulative fees.</a:t>
            </a:r>
            <a:endParaRPr sz="2025" b="1">
              <a:solidFill>
                <a:srgbClr val="12838D"/>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571500" y="5619750"/>
            <a:ext cx="11049000" cy="428625"/>
          </a:xfrm>
          <a:prstGeom prst="rect">
            <a:avLst/>
          </a:prstGeom>
          <a:noFill/>
          <a:ln w="0">
            <a:noFill/>
          </a:ln>
        </p:spPr>
        <p:txBody>
          <a:bodyPr wrap="square" lIns="0" tIns="0" rIns="0" bIns="0" anchor="ct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Annualized return drag differs from cumulative cash fees.</a:t>
            </a:r>
            <a:endParaRPr sz="1875" b="0">
              <a:solidFill>
                <a:srgbClr val="132A43"/>
              </a:solidFill>
              <a:latin typeface="Arial" panose="020B0704020202020204"/>
              <a:ea typeface="Arial" panose="020B0704020202020204"/>
              <a:cs typeface="Arial" panose="020B0704020202020204"/>
            </a:endParaRPr>
          </a:p>
        </p:txBody>
      </p:sp>
      <p:sp>
        <p:nvSpPr>
          <p:cNvPr id="12" name="矩形 11"/>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Uniform 10 bps per buy/sell notional.</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34-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36</a:t>
            </a:r>
            <a:endParaRPr sz="1050" b="0">
              <a:solidFill>
                <a:srgbClr val="72B5C0"/>
              </a:solidFill>
              <a:latin typeface="Arial" panose="020B0704020202020204"/>
              <a:ea typeface="Arial" panose="020B0704020202020204"/>
              <a:cs typeface="Arial" panose="020B0704020202020204"/>
            </a:endParaRPr>
          </a:p>
        </p:txBody>
      </p:sp>
      <p:sp>
        <p:nvSpPr>
          <p:cNvPr id="2" name="slide-34-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05</a:t>
            </a:r>
            <a:endParaRPr sz="12900" b="1">
              <a:solidFill>
                <a:srgbClr val="72B5C0"/>
              </a:solidFill>
              <a:latin typeface="Arial" panose="020B0704020202020204"/>
              <a:ea typeface="Arial" panose="020B0704020202020204"/>
              <a:cs typeface="Arial" panose="020B0704020202020204"/>
            </a:endParaRPr>
          </a:p>
        </p:txBody>
      </p:sp>
      <p:sp>
        <p:nvSpPr>
          <p:cNvPr id="3" name="slide-34-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Where Does the Improvement Come From?</a:t>
            </a:r>
            <a:endParaRPr sz="3900" b="1">
              <a:solidFill>
                <a:srgbClr val="FFFFFF"/>
              </a:solidFill>
              <a:latin typeface="Arial" panose="020B0704020202020204"/>
              <a:ea typeface="Arial" panose="020B0704020202020204"/>
              <a:cs typeface="Arial" panose="020B0704020202020204"/>
            </a:endParaRPr>
          </a:p>
        </p:txBody>
      </p:sp>
      <p:sp>
        <p:nvSpPr>
          <p:cNvPr id="4" name="slide-34-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Separate eligibility, allocation and momentum-weighted risk preferences</a:t>
            </a:r>
            <a:endParaRPr sz="2175" b="0">
              <a:solidFill>
                <a:srgbClr val="D4E3EB"/>
              </a:solidFill>
              <a:latin typeface="Arial" panose="020B0704020202020204"/>
              <a:ea typeface="Arial" panose="020B0704020202020204"/>
              <a:cs typeface="Arial" panose="020B0704020202020204"/>
            </a:endParaRPr>
          </a:p>
        </p:txBody>
      </p:sp>
      <p:sp>
        <p:nvSpPr>
          <p:cNvPr id="5" name="slide-34-text-4"/>
          <p:cNvSpPr>
            <a:spLocks noGrp="1"/>
          </p:cNvSpPr>
          <p:nvPr/>
        </p:nvSpPr>
        <p:spPr>
          <a:xfrm>
            <a:off x="571500" y="6038850"/>
            <a:ext cx="6191250" cy="285750"/>
          </a:xfrm>
          <a:prstGeom prst="rect">
            <a:avLst/>
          </a:prstGeom>
          <a:noFill/>
          <a:ln w="0">
            <a:noFill/>
          </a:ln>
        </p:spPr>
        <p:txBody>
          <a:bodyPr wrap="square" lIns="0" tIns="0" rIns="0" bIns="0" anchor="t">
            <a:noAutofit/>
          </a:bodyPr>
          <a:lstStyle>
            <a:defPPr algn="l">
              <a:defRPr sz="1650" b="0">
                <a:solidFill>
                  <a:srgbClr val="72B5C0"/>
                </a:solidFill>
                <a:latin typeface="Arial" panose="020B0704020202020204"/>
                <a:ea typeface="Arial" panose="020B0704020202020204"/>
                <a:cs typeface="Arial" panose="020B0704020202020204"/>
              </a:defRPr>
            </a:defPPr>
            <a:lvl1pPr algn="l">
              <a:buNone/>
              <a:defRPr sz="1650" b="0">
                <a:solidFill>
                  <a:srgbClr val="72B5C0"/>
                </a:solidFill>
                <a:latin typeface="Arial" panose="020B0704020202020204"/>
                <a:ea typeface="Arial" panose="020B0704020202020204"/>
                <a:cs typeface="Arial" panose="020B0704020202020204"/>
              </a:defRPr>
            </a:lvl1pPr>
            <a:lvl2pPr algn="l">
              <a:buNone/>
              <a:defRPr sz="1650" b="0">
                <a:solidFill>
                  <a:srgbClr val="72B5C0"/>
                </a:solidFill>
                <a:latin typeface="Arial" panose="020B0704020202020204"/>
                <a:ea typeface="Arial" panose="020B0704020202020204"/>
                <a:cs typeface="Arial" panose="020B0704020202020204"/>
              </a:defRPr>
            </a:lvl2pPr>
            <a:lvl3pPr algn="l">
              <a:buNone/>
              <a:defRPr sz="1650" b="0">
                <a:solidFill>
                  <a:srgbClr val="72B5C0"/>
                </a:solidFill>
                <a:latin typeface="Arial" panose="020B0704020202020204"/>
                <a:ea typeface="Arial" panose="020B0704020202020204"/>
                <a:cs typeface="Arial" panose="020B0704020202020204"/>
              </a:defRPr>
            </a:lvl3pPr>
            <a:lvl4pPr algn="l">
              <a:buNone/>
              <a:defRPr sz="1650" b="0">
                <a:solidFill>
                  <a:srgbClr val="72B5C0"/>
                </a:solidFill>
                <a:latin typeface="Arial" panose="020B0704020202020204"/>
                <a:ea typeface="Arial" panose="020B0704020202020204"/>
                <a:cs typeface="Arial" panose="020B0704020202020204"/>
              </a:defRPr>
            </a:lvl4pPr>
            <a:lvl5pPr algn="l">
              <a:buNone/>
              <a:defRPr sz="1650" b="0">
                <a:solidFill>
                  <a:srgbClr val="72B5C0"/>
                </a:solidFill>
                <a:latin typeface="Arial" panose="020B0704020202020204"/>
                <a:ea typeface="Arial" panose="020B0704020202020204"/>
                <a:cs typeface="Arial" panose="020B0704020202020204"/>
              </a:defRPr>
            </a:lvl5pPr>
            <a:lvl6pPr algn="l">
              <a:buNone/>
              <a:defRPr sz="1650" b="0">
                <a:solidFill>
                  <a:srgbClr val="72B5C0"/>
                </a:solidFill>
                <a:latin typeface="Arial" panose="020B0704020202020204"/>
                <a:ea typeface="Arial" panose="020B0704020202020204"/>
                <a:cs typeface="Arial" panose="020B0704020202020204"/>
              </a:defRPr>
            </a:lvl6pPr>
            <a:lvl7pPr algn="l">
              <a:buNone/>
              <a:defRPr sz="1650" b="0">
                <a:solidFill>
                  <a:srgbClr val="72B5C0"/>
                </a:solidFill>
                <a:latin typeface="Arial" panose="020B0704020202020204"/>
                <a:ea typeface="Arial" panose="020B0704020202020204"/>
                <a:cs typeface="Arial" panose="020B0704020202020204"/>
              </a:defRPr>
            </a:lvl7pPr>
            <a:lvl8pPr algn="l">
              <a:buNone/>
              <a:defRPr sz="1650" b="0">
                <a:solidFill>
                  <a:srgbClr val="72B5C0"/>
                </a:solidFill>
                <a:latin typeface="Arial" panose="020B0704020202020204"/>
                <a:ea typeface="Arial" panose="020B0704020202020204"/>
                <a:cs typeface="Arial" panose="020B0704020202020204"/>
              </a:defRPr>
            </a:lvl8pPr>
            <a:lvl9pPr algn="l">
              <a:buNone/>
              <a:defRPr sz="1650" b="0">
                <a:solidFill>
                  <a:srgbClr val="72B5C0"/>
                </a:solidFill>
                <a:latin typeface="Arial" panose="020B0704020202020204"/>
                <a:ea typeface="Arial" panose="020B0704020202020204"/>
                <a:cs typeface="Arial" panose="020B0704020202020204"/>
              </a:defRPr>
            </a:lvl9pPr>
          </a:lstStyle>
          <a:p>
            <a:pPr algn="l">
              <a:buNone/>
              <a:defRPr sz="1650" b="0">
                <a:solidFill>
                  <a:srgbClr val="72B5C0"/>
                </a:solidFill>
                <a:latin typeface="Arial" panose="020B0704020202020204"/>
                <a:ea typeface="Arial" panose="020B0704020202020204"/>
                <a:cs typeface="Arial" panose="020B0704020202020204"/>
              </a:defRPr>
            </a:pPr>
            <a:r>
              <a:rPr sz="1650" b="0">
                <a:solidFill>
                  <a:srgbClr val="72B5C0"/>
                </a:solidFill>
                <a:latin typeface="Arial" panose="020B0704020202020204"/>
                <a:ea typeface="Arial" panose="020B0704020202020204"/>
                <a:cs typeface="Arial" panose="020B0704020202020204"/>
              </a:rPr>
              <a:t>Speaker 5</a:t>
            </a:r>
            <a:endParaRPr sz="1650" b="0">
              <a:solidFill>
                <a:srgbClr val="72B5C0"/>
              </a:solidFill>
              <a:latin typeface="Arial" panose="020B0704020202020204"/>
              <a:ea typeface="Arial" panose="020B0704020202020204"/>
              <a:cs typeface="Arial" panose="020B070402020202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5-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Eligibility and allocation across historical subperiods</a:t>
            </a:r>
            <a:endParaRPr sz="3150" b="1">
              <a:solidFill>
                <a:srgbClr val="132A43"/>
              </a:solidFill>
              <a:latin typeface="Arial" panose="020B0704020202020204"/>
              <a:ea typeface="Arial" panose="020B0704020202020204"/>
              <a:cs typeface="Arial" panose="020B0704020202020204"/>
            </a:endParaRPr>
          </a:p>
        </p:txBody>
      </p:sp>
      <p:sp>
        <p:nvSpPr>
          <p:cNvPr id="3" name="slide-3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37</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76212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A net CAGR</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2047875"/>
          <a:ext cx="5334000" cy="37147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76212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B net CAGR</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2047875"/>
          <a:ext cx="5334000" cy="37147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A: 2020–2023. Historical B: 2024 Jan–2026 Sep 18. Component comparisons, same accounting.</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6-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improves historical B returns with more risk</a:t>
            </a:r>
            <a:endParaRPr sz="3150" b="1">
              <a:solidFill>
                <a:srgbClr val="132A43"/>
              </a:solidFill>
              <a:latin typeface="Arial" panose="020B0704020202020204"/>
              <a:ea typeface="Arial" panose="020B0704020202020204"/>
              <a:cs typeface="Arial" panose="020B0704020202020204"/>
            </a:endParaRPr>
          </a:p>
        </p:txBody>
      </p:sp>
      <p:sp>
        <p:nvSpPr>
          <p:cNvPr id="3" name="slide-3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38</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762125"/>
          <a:ext cx="11049000" cy="3714750"/>
        </p:xfrm>
        <a:graphic>
          <a:graphicData uri="http://schemas.openxmlformats.org/drawingml/2006/table">
            <a:tbl>
              <a:tblPr/>
              <a:tblGrid>
                <a:gridCol w="3619500"/>
                <a:gridCol w="2190750"/>
                <a:gridCol w="2190750"/>
                <a:gridCol w="3048000"/>
              </a:tblGrid>
              <a:tr h="619125">
                <a:tc>
                  <a:txBody>
                    <a:bodyPr/>
                    <a:lstStyle/>
                    <a:p>
                      <a:r>
                        <a:rPr sz="1800" b="1">
                          <a:solidFill>
                            <a:srgbClr val="FFFFFF"/>
                          </a:solidFill>
                          <a:latin typeface="Arial" panose="020B0704020202020204"/>
                          <a:ea typeface="Arial" panose="020B0704020202020204"/>
                          <a:cs typeface="Arial" panose="020B0704020202020204"/>
                        </a:rPr>
                        <a:t>Metric</a:t>
                      </a:r>
                      <a:endParaRPr sz="1800"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800" b="1">
                          <a:solidFill>
                            <a:srgbClr val="FFFFFF"/>
                          </a:solidFill>
                          <a:latin typeface="Arial" panose="020B0704020202020204"/>
                          <a:ea typeface="Arial" panose="020B0704020202020204"/>
                          <a:cs typeface="Arial" panose="020B0704020202020204"/>
                        </a:rPr>
                        <a:t>MGRP</a:t>
                      </a:r>
                      <a:endParaRPr sz="18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800" b="1">
                          <a:solidFill>
                            <a:srgbClr val="FFFFFF"/>
                          </a:solidFill>
                          <a:latin typeface="Arial" panose="020B0704020202020204"/>
                          <a:ea typeface="Arial" panose="020B0704020202020204"/>
                          <a:cs typeface="Arial" panose="020B0704020202020204"/>
                        </a:rPr>
                        <a:t>MWRP</a:t>
                      </a:r>
                      <a:endParaRPr sz="18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800" b="1">
                          <a:solidFill>
                            <a:srgbClr val="FFFFFF"/>
                          </a:solidFill>
                          <a:latin typeface="Arial" panose="020B0704020202020204"/>
                          <a:ea typeface="Arial" panose="020B0704020202020204"/>
                          <a:cs typeface="Arial" panose="020B0704020202020204"/>
                        </a:rPr>
                        <a:t>MWRP minus MGRP</a:t>
                      </a:r>
                      <a:endParaRPr sz="18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619125">
                <a:tc>
                  <a:txBody>
                    <a:bodyPr/>
                    <a:lstStyle/>
                    <a:p>
                      <a:r>
                        <a:rPr sz="1800" b="0">
                          <a:solidFill>
                            <a:srgbClr val="132A43"/>
                          </a:solidFill>
                          <a:latin typeface="Arial" panose="020B0704020202020204"/>
                          <a:ea typeface="Arial" panose="020B0704020202020204"/>
                          <a:cs typeface="Arial" panose="020B0704020202020204"/>
                        </a:rPr>
                        <a:t>Net CAGR</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21.25%</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23.75%</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2.50 pp</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619125">
                <a:tc>
                  <a:txBody>
                    <a:bodyPr/>
                    <a:lstStyle/>
                    <a:p>
                      <a:r>
                        <a:rPr sz="1800" b="0">
                          <a:solidFill>
                            <a:srgbClr val="132A43"/>
                          </a:solidFill>
                          <a:latin typeface="Arial" panose="020B0704020202020204"/>
                          <a:ea typeface="Arial" panose="020B0704020202020204"/>
                          <a:cs typeface="Arial" panose="020B0704020202020204"/>
                        </a:rPr>
                        <a:t>Sharpe</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1.978</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2.082</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0.104</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619125">
                <a:tc>
                  <a:txBody>
                    <a:bodyPr/>
                    <a:lstStyle/>
                    <a:p>
                      <a:r>
                        <a:rPr sz="1800" b="0">
                          <a:solidFill>
                            <a:srgbClr val="132A43"/>
                          </a:solidFill>
                          <a:latin typeface="Arial" panose="020B0704020202020204"/>
                          <a:ea typeface="Arial" panose="020B0704020202020204"/>
                          <a:cs typeface="Arial" panose="020B0704020202020204"/>
                        </a:rPr>
                        <a:t>Annual volatility</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9.74%</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10.24%</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0.49 pp</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619125">
                <a:tc>
                  <a:txBody>
                    <a:bodyPr/>
                    <a:lstStyle/>
                    <a:p>
                      <a:r>
                        <a:rPr sz="1800" b="0">
                          <a:solidFill>
                            <a:srgbClr val="132A43"/>
                          </a:solidFill>
                          <a:latin typeface="Arial" panose="020B0704020202020204"/>
                          <a:ea typeface="Arial" panose="020B0704020202020204"/>
                          <a:cs typeface="Arial" panose="020B0704020202020204"/>
                        </a:rPr>
                        <a:t>Maximum drawdown</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-9.66%</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-9.15%</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0.50 pp</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619125">
                <a:tc>
                  <a:txBody>
                    <a:bodyPr/>
                    <a:lstStyle/>
                    <a:p>
                      <a:r>
                        <a:rPr sz="1800" b="0">
                          <a:solidFill>
                            <a:srgbClr val="132A43"/>
                          </a:solidFill>
                          <a:latin typeface="Arial" panose="020B0704020202020204"/>
                          <a:ea typeface="Arial" panose="020B0704020202020204"/>
                          <a:cs typeface="Arial" panose="020B0704020202020204"/>
                        </a:rPr>
                        <a:t>Turnover / rebalance</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23.35%</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20.90%</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-2.44 pp</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bl>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Historical paired comparison. Short test results differ.</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3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 weighting changes participation, not eligibility</a:t>
            </a:r>
            <a:endParaRPr sz="3150" b="1">
              <a:solidFill>
                <a:srgbClr val="132A43"/>
              </a:solidFill>
              <a:latin typeface="Arial" panose="020B0704020202020204"/>
              <a:ea typeface="Arial" panose="020B0704020202020204"/>
              <a:cs typeface="Arial" panose="020B0704020202020204"/>
            </a:endParaRPr>
          </a:p>
        </p:txBody>
      </p:sp>
      <p:sp>
        <p:nvSpPr>
          <p:cNvPr id="3" name="slide-3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39</a:t>
            </a:r>
            <a:endParaRPr sz="1050" b="0">
              <a:solidFill>
                <a:srgbClr val="586B7C"/>
              </a:solidFill>
              <a:latin typeface="Arial" panose="020B0704020202020204"/>
              <a:ea typeface="Arial" panose="020B0704020202020204"/>
              <a:cs typeface="Arial" panose="020B0704020202020204"/>
            </a:endParaRPr>
          </a:p>
        </p:txBody>
      </p:sp>
      <p:sp>
        <p:nvSpPr>
          <p:cNvPr id="4" name="slide-37-text-3"/>
          <p:cNvSpPr>
            <a:spLocks noGrp="1"/>
          </p:cNvSpPr>
          <p:nvPr/>
        </p:nvSpPr>
        <p:spPr>
          <a:xfrm>
            <a:off x="571500" y="171450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5" name="slide-37-text-4"/>
          <p:cNvSpPr>
            <a:spLocks noGrp="1"/>
          </p:cNvSpPr>
          <p:nvPr/>
        </p:nvSpPr>
        <p:spPr>
          <a:xfrm>
            <a:off x="1476375" y="171450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Same eligible set and defensive timing</a:t>
            </a:r>
            <a:endParaRPr sz="2175" b="1">
              <a:solidFill>
                <a:srgbClr val="132A43"/>
              </a:solidFill>
              <a:latin typeface="Arial" panose="020B0704020202020204"/>
              <a:ea typeface="Arial" panose="020B0704020202020204"/>
              <a:cs typeface="Arial" panose="020B0704020202020204"/>
            </a:endParaRPr>
          </a:p>
        </p:txBody>
      </p:sp>
      <p:sp>
        <p:nvSpPr>
          <p:cNvPr id="6" name="slide-37-text-5"/>
          <p:cNvSpPr>
            <a:spLocks noGrp="1"/>
          </p:cNvSpPr>
          <p:nvPr/>
        </p:nvSpPr>
        <p:spPr>
          <a:xfrm>
            <a:off x="1476375" y="2171700"/>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MGRP and MWRP change allocation, not the list of qualifying assets.</a:t>
            </a:r>
            <a:endParaRPr sz="1875" b="0">
              <a:solidFill>
                <a:srgbClr val="213043"/>
              </a:solidFill>
              <a:latin typeface="Arial" panose="020B0704020202020204"/>
              <a:ea typeface="Arial" panose="020B0704020202020204"/>
              <a:cs typeface="Arial" panose="020B0704020202020204"/>
            </a:endParaRPr>
          </a:p>
        </p:txBody>
      </p:sp>
      <p:sp>
        <p:nvSpPr>
          <p:cNvPr id="7" name="slide-37-text-6"/>
          <p:cNvSpPr>
            <a:spLocks noGrp="1"/>
          </p:cNvSpPr>
          <p:nvPr/>
        </p:nvSpPr>
        <p:spPr>
          <a:xfrm>
            <a:off x="571500" y="30956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8" name="slide-37-text-7"/>
          <p:cNvSpPr>
            <a:spLocks noGrp="1"/>
          </p:cNvSpPr>
          <p:nvPr/>
        </p:nvSpPr>
        <p:spPr>
          <a:xfrm>
            <a:off x="1476375" y="30956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33 of 33 </a:t>
            </a:r>
            <a:r>
              <a:rPr sz="2175" b="1">
                <a:solidFill>
                  <a:srgbClr val="132A43"/>
                </a:solidFill>
                <a:latin typeface="Arial" panose="020B0704020202020204"/>
                <a:ea typeface="Arial" panose="020B0704020202020204"/>
                <a:cs typeface="Arial" panose="020B0704020202020204"/>
              </a:rPr>
              <a:t>historical B decisions</a:t>
            </a:r>
            <a:r>
              <a:rPr sz="2175" b="1">
                <a:solidFill>
                  <a:srgbClr val="132A43"/>
                </a:solidFill>
                <a:latin typeface="Arial" panose="020B0704020202020204"/>
                <a:ea typeface="Arial" panose="020B0704020202020204"/>
                <a:cs typeface="Arial" panose="020B0704020202020204"/>
              </a:rPr>
              <a:t> have different target weights</a:t>
            </a:r>
            <a:endParaRPr sz="2175" b="1">
              <a:solidFill>
                <a:srgbClr val="132A43"/>
              </a:solidFill>
              <a:latin typeface="Arial" panose="020B0704020202020204"/>
              <a:ea typeface="Arial" panose="020B0704020202020204"/>
              <a:cs typeface="Arial" panose="020B0704020202020204"/>
            </a:endParaRPr>
          </a:p>
        </p:txBody>
      </p:sp>
      <p:sp>
        <p:nvSpPr>
          <p:cNvPr id="9" name="slide-37-text-8"/>
          <p:cNvSpPr>
            <a:spLocks noGrp="1"/>
          </p:cNvSpPr>
          <p:nvPr/>
        </p:nvSpPr>
        <p:spPr>
          <a:xfrm>
            <a:off x="1476375" y="35528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Average allocation distance: 13.18%. This is not turnover.</a:t>
            </a:r>
            <a:endParaRPr sz="1875" b="0">
              <a:solidFill>
                <a:srgbClr val="213043"/>
              </a:solidFill>
              <a:latin typeface="Arial" panose="020B0704020202020204"/>
              <a:ea typeface="Arial" panose="020B0704020202020204"/>
              <a:cs typeface="Arial" panose="020B0704020202020204"/>
            </a:endParaRPr>
          </a:p>
        </p:txBody>
      </p:sp>
      <p:sp>
        <p:nvSpPr>
          <p:cNvPr id="10" name="slide-37-text-9"/>
          <p:cNvSpPr>
            <a:spLocks noGrp="1"/>
          </p:cNvSpPr>
          <p:nvPr/>
        </p:nvSpPr>
        <p:spPr>
          <a:xfrm>
            <a:off x="571500" y="44767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03</a:t>
            </a:r>
            <a:endParaRPr sz="2925" b="1">
              <a:solidFill>
                <a:srgbClr val="167F89"/>
              </a:solidFill>
              <a:latin typeface="Arial" panose="020B0704020202020204"/>
              <a:ea typeface="Arial" panose="020B0704020202020204"/>
              <a:cs typeface="Arial" panose="020B0704020202020204"/>
            </a:endParaRPr>
          </a:p>
        </p:txBody>
      </p:sp>
      <p:sp>
        <p:nvSpPr>
          <p:cNvPr id="11" name="slide-37-text-10"/>
          <p:cNvSpPr>
            <a:spLocks noGrp="1"/>
          </p:cNvSpPr>
          <p:nvPr/>
        </p:nvSpPr>
        <p:spPr>
          <a:xfrm>
            <a:off x="1476375" y="44767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The strongest momentum asset is largest in capital only 10/33 months</a:t>
            </a:r>
            <a:endParaRPr sz="2175" b="1">
              <a:solidFill>
                <a:srgbClr val="132A43"/>
              </a:solidFill>
              <a:latin typeface="Arial" panose="020B0704020202020204"/>
              <a:ea typeface="Arial" panose="020B0704020202020204"/>
              <a:cs typeface="Arial" panose="020B0704020202020204"/>
            </a:endParaRPr>
          </a:p>
        </p:txBody>
      </p:sp>
      <p:sp>
        <p:nvSpPr>
          <p:cNvPr id="12" name="slide-37-text-11"/>
          <p:cNvSpPr>
            <a:spLocks noGrp="1"/>
          </p:cNvSpPr>
          <p:nvPr/>
        </p:nvSpPr>
        <p:spPr>
          <a:xfrm>
            <a:off x="1476375" y="4933950"/>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30.30%. Covariance still determines how risk preferences become money.</a:t>
            </a:r>
            <a:endParaRPr sz="1875" b="0">
              <a:solidFill>
                <a:srgbClr val="213043"/>
              </a:solidFill>
              <a:latin typeface="Arial" panose="020B0704020202020204"/>
              <a:ea typeface="Arial" panose="020B0704020202020204"/>
              <a:cs typeface="Arial" panose="020B0704020202020204"/>
            </a:endParaRPr>
          </a:p>
        </p:txBody>
      </p:sp>
      <p:sp>
        <p:nvSpPr>
          <p:cNvPr id="13" name="slide-37-text-12"/>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Historical B ends Sep 18. The 33 execution decisions remain unchanged. Historical A differs in 41/48 decisions.</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increases participation in the commodity trend</a:t>
            </a:r>
            <a:endParaRPr sz="3150" b="1">
              <a:solidFill>
                <a:srgbClr val="132A43"/>
              </a:solidFill>
              <a:latin typeface="Arial" panose="020B0704020202020204"/>
              <a:ea typeface="Arial" panose="020B0704020202020204"/>
              <a:cs typeface="Arial" panose="020B0704020202020204"/>
            </a:endParaRPr>
          </a:p>
        </p:txBody>
      </p:sp>
      <p:sp>
        <p:nvSpPr>
          <p:cNvPr id="3" name="slide-3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40</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82587" y="1152525"/>
            <a:ext cx="9226826" cy="53054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9-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Gold participation during historical backtest B</a:t>
            </a:r>
            <a:endParaRPr sz="3150" b="1">
              <a:solidFill>
                <a:srgbClr val="132A43"/>
              </a:solidFill>
              <a:latin typeface="Arial" panose="020B0704020202020204"/>
              <a:ea typeface="Arial" panose="020B0704020202020204"/>
              <a:cs typeface="Arial" panose="020B0704020202020204"/>
            </a:endParaRPr>
          </a:p>
        </p:txBody>
      </p:sp>
      <p:sp>
        <p:nvSpPr>
          <p:cNvPr id="3" name="slide-3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41</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66750" y="1571625"/>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Actual GLD weight</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66750" y="1809750"/>
          <a:ext cx="10858500" cy="23812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66750" y="4476750"/>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GLD SGD total-return index</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66750" y="4714875"/>
          <a:ext cx="10858500" cy="1190625"/>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714375" y="5953125"/>
            <a:ext cx="10477500" cy="285750"/>
          </a:xfrm>
          <a:prstGeom prst="rect">
            <a:avLst/>
          </a:prstGeom>
          <a:noFill/>
          <a:ln w="0">
            <a:noFill/>
          </a:ln>
        </p:spPr>
        <p:txBody>
          <a:bodyPr wrap="square" lIns="0" tIns="0" rIns="0" bIns="0" anchor="ctr"/>
          <a:lstStyle>
            <a:defPPr algn="l">
              <a:defRPr sz="1500" b="1">
                <a:solidFill>
                  <a:srgbClr val="12838D"/>
                </a:solidFill>
                <a:latin typeface="Arial" panose="020B0704020202020204"/>
                <a:ea typeface="Arial" panose="020B0704020202020204"/>
                <a:cs typeface="Arial" panose="020B0704020202020204"/>
              </a:defRPr>
            </a:defPPr>
            <a:lvl1pPr algn="l">
              <a:defRPr sz="1500" b="1">
                <a:solidFill>
                  <a:srgbClr val="12838D"/>
                </a:solidFill>
                <a:latin typeface="Arial" panose="020B0704020202020204"/>
                <a:ea typeface="Arial" panose="020B0704020202020204"/>
                <a:cs typeface="Arial" panose="020B0704020202020204"/>
              </a:defRPr>
            </a:lvl1pPr>
            <a:lvl2pPr algn="l">
              <a:defRPr sz="1500" b="1">
                <a:solidFill>
                  <a:srgbClr val="12838D"/>
                </a:solidFill>
                <a:latin typeface="Arial" panose="020B0704020202020204"/>
                <a:ea typeface="Arial" panose="020B0704020202020204"/>
                <a:cs typeface="Arial" panose="020B0704020202020204"/>
              </a:defRPr>
            </a:lvl2pPr>
            <a:lvl3pPr algn="l">
              <a:defRPr sz="1500" b="1">
                <a:solidFill>
                  <a:srgbClr val="12838D"/>
                </a:solidFill>
                <a:latin typeface="Arial" panose="020B0704020202020204"/>
                <a:ea typeface="Arial" panose="020B0704020202020204"/>
                <a:cs typeface="Arial" panose="020B0704020202020204"/>
              </a:defRPr>
            </a:lvl3pPr>
            <a:lvl4pPr algn="l">
              <a:defRPr sz="1500" b="1">
                <a:solidFill>
                  <a:srgbClr val="12838D"/>
                </a:solidFill>
                <a:latin typeface="Arial" panose="020B0704020202020204"/>
                <a:ea typeface="Arial" panose="020B0704020202020204"/>
                <a:cs typeface="Arial" panose="020B0704020202020204"/>
              </a:defRPr>
            </a:lvl4pPr>
            <a:lvl5pPr algn="l">
              <a:defRPr sz="1500" b="1">
                <a:solidFill>
                  <a:srgbClr val="12838D"/>
                </a:solidFill>
                <a:latin typeface="Arial" panose="020B0704020202020204"/>
                <a:ea typeface="Arial" panose="020B0704020202020204"/>
                <a:cs typeface="Arial" panose="020B0704020202020204"/>
              </a:defRPr>
            </a:lvl5pPr>
            <a:lvl6pPr algn="l">
              <a:defRPr sz="1500" b="1">
                <a:solidFill>
                  <a:srgbClr val="12838D"/>
                </a:solidFill>
                <a:latin typeface="Arial" panose="020B0704020202020204"/>
                <a:ea typeface="Arial" panose="020B0704020202020204"/>
                <a:cs typeface="Arial" panose="020B0704020202020204"/>
              </a:defRPr>
            </a:lvl6pPr>
            <a:lvl7pPr algn="l">
              <a:defRPr sz="1500" b="1">
                <a:solidFill>
                  <a:srgbClr val="12838D"/>
                </a:solidFill>
                <a:latin typeface="Arial" panose="020B0704020202020204"/>
                <a:ea typeface="Arial" panose="020B0704020202020204"/>
                <a:cs typeface="Arial" panose="020B0704020202020204"/>
              </a:defRPr>
            </a:lvl7pPr>
            <a:lvl8pPr algn="l">
              <a:defRPr sz="1500" b="1">
                <a:solidFill>
                  <a:srgbClr val="12838D"/>
                </a:solidFill>
                <a:latin typeface="Arial" panose="020B0704020202020204"/>
                <a:ea typeface="Arial" panose="020B0704020202020204"/>
                <a:cs typeface="Arial" panose="020B0704020202020204"/>
              </a:defRPr>
            </a:lvl8pPr>
            <a:lvl9pPr algn="l">
              <a:defRPr sz="1500" b="1">
                <a:solidFill>
                  <a:srgbClr val="12838D"/>
                </a:solidFill>
                <a:latin typeface="Arial" panose="020B0704020202020204"/>
                <a:ea typeface="Arial" panose="020B0704020202020204"/>
                <a:cs typeface="Arial" panose="020B0704020202020204"/>
              </a:defRPr>
            </a:lvl9pPr>
          </a:lstStyle>
          <a:p>
            <a:pPr algn="l">
              <a:defRPr sz="1500" b="1">
                <a:solidFill>
                  <a:srgbClr val="12838D"/>
                </a:solidFill>
                <a:latin typeface="Arial" panose="020B0704020202020204"/>
                <a:ea typeface="Arial" panose="020B0704020202020204"/>
                <a:cs typeface="Arial" panose="020B0704020202020204"/>
              </a:defRPr>
            </a:pPr>
            <a:r>
              <a:rPr sz="1500" b="1">
                <a:solidFill>
                  <a:srgbClr val="12838D"/>
                </a:solidFill>
                <a:latin typeface="Arial" panose="020B0704020202020204"/>
                <a:ea typeface="Arial" panose="020B0704020202020204"/>
                <a:cs typeface="Arial" panose="020B0704020202020204"/>
              </a:rPr>
              <a:t>GLD contribution / opening wealth: MGRP 18.34%; MWRP 23.66%</a:t>
            </a:r>
            <a:endParaRPr sz="1500" b="1">
              <a:solidFill>
                <a:srgbClr val="12838D"/>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Asset return index and portfolio contribution use different scales.</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4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40-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asset P&amp;L reconciles total return</a:t>
            </a:r>
            <a:endParaRPr sz="3150" b="1">
              <a:solidFill>
                <a:srgbClr val="132A43"/>
              </a:solidFill>
              <a:latin typeface="Arial" panose="020B0704020202020204"/>
              <a:ea typeface="Arial" panose="020B0704020202020204"/>
              <a:cs typeface="Arial" panose="020B0704020202020204"/>
            </a:endParaRPr>
          </a:p>
        </p:txBody>
      </p:sp>
      <p:sp>
        <p:nvSpPr>
          <p:cNvPr id="3" name="slide-4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42</a:t>
            </a:r>
            <a:endParaRPr sz="1050" b="0">
              <a:solidFill>
                <a:srgbClr val="586B7C"/>
              </a:solidFill>
              <a:latin typeface="Arial" panose="020B0704020202020204"/>
              <a:ea typeface="Arial" panose="020B0704020202020204"/>
              <a:cs typeface="Arial" panose="020B0704020202020204"/>
            </a:endParaRPr>
          </a:p>
        </p:txBody>
      </p:sp>
      <p:graphicFrame>
        <p:nvGraphicFramePr>
          <p:cNvPr id="7" name="表格 6"/>
          <p:cNvGraphicFramePr/>
          <p:nvPr/>
        </p:nvGraphicFramePr>
        <p:xfrm>
          <a:off x="952500" y="1571625"/>
          <a:ext cx="10287000" cy="4238630"/>
        </p:xfrm>
        <a:graphic>
          <a:graphicData uri="http://schemas.openxmlformats.org/drawingml/2006/table">
            <a:tbl>
              <a:tblPr/>
              <a:tblGrid>
                <a:gridCol w="4572000"/>
                <a:gridCol w="2857500"/>
                <a:gridCol w="2857500"/>
              </a:tblGrid>
              <a:tr h="423863">
                <a:tc>
                  <a:txBody>
                    <a:bodyPr/>
                    <a:lstStyle/>
                    <a:p>
                      <a:r>
                        <a:rPr sz="1725" b="1">
                          <a:solidFill>
                            <a:srgbClr val="FFFFFF"/>
                          </a:solidFill>
                          <a:latin typeface="Arial" panose="020B0704020202020204"/>
                          <a:ea typeface="Arial" panose="020B0704020202020204"/>
                          <a:cs typeface="Arial" panose="020B0704020202020204"/>
                        </a:rPr>
                        <a:t>Asset / cost</a:t>
                      </a:r>
                      <a:endParaRPr sz="17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725" b="1">
                          <a:solidFill>
                            <a:srgbClr val="FFFFFF"/>
                          </a:solidFill>
                          <a:latin typeface="Arial" panose="020B0704020202020204"/>
                          <a:ea typeface="Arial" panose="020B0704020202020204"/>
                          <a:cs typeface="Arial" panose="020B0704020202020204"/>
                        </a:rPr>
                        <a:t>MGRP</a:t>
                      </a:r>
                      <a:endParaRPr sz="17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725" b="1">
                          <a:solidFill>
                            <a:srgbClr val="FFFFFF"/>
                          </a:solidFill>
                          <a:latin typeface="Arial" panose="020B0704020202020204"/>
                          <a:ea typeface="Arial" panose="020B0704020202020204"/>
                          <a:cs typeface="Arial" panose="020B0704020202020204"/>
                        </a:rPr>
                        <a:t>MWRP</a:t>
                      </a:r>
                      <a:endParaRPr sz="17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423863">
                <a:tc>
                  <a:txBody>
                    <a:bodyPr/>
                    <a:lstStyle/>
                    <a:p>
                      <a:r>
                        <a:rPr sz="1725" b="0">
                          <a:solidFill>
                            <a:srgbClr val="132A43"/>
                          </a:solidFill>
                          <a:latin typeface="Arial" panose="020B0704020202020204"/>
                          <a:ea typeface="Arial" panose="020B0704020202020204"/>
                          <a:cs typeface="Arial" panose="020B0704020202020204"/>
                        </a:rPr>
                        <a:t>SPY</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8.02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7.98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423863">
                <a:tc>
                  <a:txBody>
                    <a:bodyPr/>
                    <a:lstStyle/>
                    <a:p>
                      <a:r>
                        <a:rPr sz="1725" b="0">
                          <a:solidFill>
                            <a:srgbClr val="132A43"/>
                          </a:solidFill>
                          <a:latin typeface="Arial" panose="020B0704020202020204"/>
                          <a:ea typeface="Arial" panose="020B0704020202020204"/>
                          <a:cs typeface="Arial" panose="020B0704020202020204"/>
                        </a:rPr>
                        <a:t>ES3.SI</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30.39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33.07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423863">
                <a:tc>
                  <a:txBody>
                    <a:bodyPr/>
                    <a:lstStyle/>
                    <a:p>
                      <a:r>
                        <a:rPr sz="1725" b="0">
                          <a:solidFill>
                            <a:srgbClr val="132A43"/>
                          </a:solidFill>
                          <a:latin typeface="Arial" panose="020B0704020202020204"/>
                          <a:ea typeface="Arial" panose="020B0704020202020204"/>
                          <a:cs typeface="Arial" panose="020B0704020202020204"/>
                        </a:rPr>
                        <a:t>TLT</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-2.18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-1.92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423863">
                <a:tc>
                  <a:txBody>
                    <a:bodyPr/>
                    <a:lstStyle/>
                    <a:p>
                      <a:r>
                        <a:rPr sz="1725" b="0">
                          <a:solidFill>
                            <a:srgbClr val="132A43"/>
                          </a:solidFill>
                          <a:latin typeface="Arial" panose="020B0704020202020204"/>
                          <a:ea typeface="Arial" panose="020B0704020202020204"/>
                          <a:cs typeface="Arial" panose="020B0704020202020204"/>
                        </a:rPr>
                        <a:t>GLD</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18.34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23.66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423863">
                <a:tc>
                  <a:txBody>
                    <a:bodyPr/>
                    <a:lstStyle/>
                    <a:p>
                      <a:r>
                        <a:rPr sz="1725" b="0">
                          <a:solidFill>
                            <a:srgbClr val="132A43"/>
                          </a:solidFill>
                          <a:latin typeface="Arial" panose="020B0704020202020204"/>
                          <a:ea typeface="Arial" panose="020B0704020202020204"/>
                          <a:cs typeface="Arial" panose="020B0704020202020204"/>
                        </a:rPr>
                        <a:t>IEMG</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13.29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11.81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423863">
                <a:tc>
                  <a:txBody>
                    <a:bodyPr/>
                    <a:lstStyle/>
                    <a:p>
                      <a:r>
                        <a:rPr sz="1725" b="0">
                          <a:solidFill>
                            <a:srgbClr val="132A43"/>
                          </a:solidFill>
                          <a:latin typeface="Arial" panose="020B0704020202020204"/>
                          <a:ea typeface="Arial" panose="020B0704020202020204"/>
                          <a:cs typeface="Arial" panose="020B0704020202020204"/>
                        </a:rPr>
                        <a:t>PDBC</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2.82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5.57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423863">
                <a:tc>
                  <a:txBody>
                    <a:bodyPr/>
                    <a:lstStyle/>
                    <a:p>
                      <a:r>
                        <a:rPr sz="1725" b="0">
                          <a:solidFill>
                            <a:srgbClr val="132A43"/>
                          </a:solidFill>
                          <a:latin typeface="Arial" panose="020B0704020202020204"/>
                          <a:ea typeface="Arial" panose="020B0704020202020204"/>
                          <a:cs typeface="Arial" panose="020B0704020202020204"/>
                        </a:rPr>
                        <a:t>BIL</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0.00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0.00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423863">
                <a:tc>
                  <a:txBody>
                    <a:bodyPr/>
                    <a:lstStyle/>
                    <a:p>
                      <a:r>
                        <a:rPr sz="1725" b="0">
                          <a:solidFill>
                            <a:srgbClr val="132A43"/>
                          </a:solidFill>
                          <a:latin typeface="Arial" panose="020B0704020202020204"/>
                          <a:ea typeface="Arial" panose="020B0704020202020204"/>
                          <a:cs typeface="Arial" panose="020B0704020202020204"/>
                        </a:rPr>
                        <a:t>Trading Cost</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-1.90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-1.78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423863">
                <a:tc>
                  <a:txBody>
                    <a:bodyPr/>
                    <a:lstStyle/>
                    <a:p>
                      <a:r>
                        <a:rPr sz="1725" b="0">
                          <a:solidFill>
                            <a:srgbClr val="132A43"/>
                          </a:solidFill>
                          <a:latin typeface="Arial" panose="020B0704020202020204"/>
                          <a:ea typeface="Arial" panose="020B0704020202020204"/>
                          <a:cs typeface="Arial" panose="020B0704020202020204"/>
                        </a:rPr>
                        <a:t>Net total return</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68.78%</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78.39%</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bl>
          </a:graphicData>
        </a:graphic>
      </p:graphicFrame>
      <p:sp>
        <p:nvSpPr>
          <p:cNvPr id="8" name="矩形 7"/>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Additive P&amp;L / opening wealth. Values are percentage-point contributions, not CAGR.</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41-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43</a:t>
            </a:r>
            <a:endParaRPr sz="1050" b="0">
              <a:solidFill>
                <a:srgbClr val="72B5C0"/>
              </a:solidFill>
              <a:latin typeface="Arial" panose="020B0704020202020204"/>
              <a:ea typeface="Arial" panose="020B0704020202020204"/>
              <a:cs typeface="Arial" panose="020B0704020202020204"/>
            </a:endParaRPr>
          </a:p>
        </p:txBody>
      </p:sp>
      <p:sp>
        <p:nvSpPr>
          <p:cNvPr id="2" name="slide-41-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06</a:t>
            </a:r>
            <a:endParaRPr sz="12900" b="1">
              <a:solidFill>
                <a:srgbClr val="72B5C0"/>
              </a:solidFill>
              <a:latin typeface="Arial" panose="020B0704020202020204"/>
              <a:ea typeface="Arial" panose="020B0704020202020204"/>
              <a:cs typeface="Arial" panose="020B0704020202020204"/>
            </a:endParaRPr>
          </a:p>
        </p:txBody>
      </p:sp>
      <p:sp>
        <p:nvSpPr>
          <p:cNvPr id="3" name="slide-41-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Robustness &amp; Final Takeaways</a:t>
            </a:r>
            <a:endParaRPr sz="3900" b="1">
              <a:solidFill>
                <a:srgbClr val="FFFFFF"/>
              </a:solidFill>
              <a:latin typeface="Arial" panose="020B0704020202020204"/>
              <a:ea typeface="Arial" panose="020B0704020202020204"/>
              <a:cs typeface="Arial" panose="020B0704020202020204"/>
            </a:endParaRPr>
          </a:p>
        </p:txBody>
      </p:sp>
      <p:sp>
        <p:nvSpPr>
          <p:cNvPr id="4" name="slide-41-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Show less favorable periods and define the limits of the evidence</a:t>
            </a:r>
            <a:endParaRPr sz="2175" b="0">
              <a:solidFill>
                <a:srgbClr val="D4E3EB"/>
              </a:solidFill>
              <a:latin typeface="Arial" panose="020B0704020202020204"/>
              <a:ea typeface="Arial" panose="020B0704020202020204"/>
              <a:cs typeface="Arial" panose="020B0704020202020204"/>
            </a:endParaRPr>
          </a:p>
        </p:txBody>
      </p:sp>
      <p:sp>
        <p:nvSpPr>
          <p:cNvPr id="5" name="slide-41-text-4"/>
          <p:cNvSpPr>
            <a:spLocks noGrp="1"/>
          </p:cNvSpPr>
          <p:nvPr/>
        </p:nvSpPr>
        <p:spPr>
          <a:xfrm>
            <a:off x="571500" y="6038850"/>
            <a:ext cx="6191250" cy="285750"/>
          </a:xfrm>
          <a:prstGeom prst="rect">
            <a:avLst/>
          </a:prstGeom>
          <a:noFill/>
          <a:ln w="0">
            <a:noFill/>
          </a:ln>
        </p:spPr>
        <p:txBody>
          <a:bodyPr wrap="square" lIns="0" tIns="0" rIns="0" bIns="0" anchor="t">
            <a:noAutofit/>
          </a:bodyPr>
          <a:lstStyle>
            <a:defPPr algn="l">
              <a:defRPr sz="1650" b="0">
                <a:solidFill>
                  <a:srgbClr val="72B5C0"/>
                </a:solidFill>
                <a:latin typeface="Arial" panose="020B0704020202020204"/>
                <a:ea typeface="Arial" panose="020B0704020202020204"/>
                <a:cs typeface="Arial" panose="020B0704020202020204"/>
              </a:defRPr>
            </a:defPPr>
            <a:lvl1pPr algn="l">
              <a:buNone/>
              <a:defRPr sz="1650" b="0">
                <a:solidFill>
                  <a:srgbClr val="72B5C0"/>
                </a:solidFill>
                <a:latin typeface="Arial" panose="020B0704020202020204"/>
                <a:ea typeface="Arial" panose="020B0704020202020204"/>
                <a:cs typeface="Arial" panose="020B0704020202020204"/>
              </a:defRPr>
            </a:lvl1pPr>
            <a:lvl2pPr algn="l">
              <a:buNone/>
              <a:defRPr sz="1650" b="0">
                <a:solidFill>
                  <a:srgbClr val="72B5C0"/>
                </a:solidFill>
                <a:latin typeface="Arial" panose="020B0704020202020204"/>
                <a:ea typeface="Arial" panose="020B0704020202020204"/>
                <a:cs typeface="Arial" panose="020B0704020202020204"/>
              </a:defRPr>
            </a:lvl2pPr>
            <a:lvl3pPr algn="l">
              <a:buNone/>
              <a:defRPr sz="1650" b="0">
                <a:solidFill>
                  <a:srgbClr val="72B5C0"/>
                </a:solidFill>
                <a:latin typeface="Arial" panose="020B0704020202020204"/>
                <a:ea typeface="Arial" panose="020B0704020202020204"/>
                <a:cs typeface="Arial" panose="020B0704020202020204"/>
              </a:defRPr>
            </a:lvl3pPr>
            <a:lvl4pPr algn="l">
              <a:buNone/>
              <a:defRPr sz="1650" b="0">
                <a:solidFill>
                  <a:srgbClr val="72B5C0"/>
                </a:solidFill>
                <a:latin typeface="Arial" panose="020B0704020202020204"/>
                <a:ea typeface="Arial" panose="020B0704020202020204"/>
                <a:cs typeface="Arial" panose="020B0704020202020204"/>
              </a:defRPr>
            </a:lvl4pPr>
            <a:lvl5pPr algn="l">
              <a:buNone/>
              <a:defRPr sz="1650" b="0">
                <a:solidFill>
                  <a:srgbClr val="72B5C0"/>
                </a:solidFill>
                <a:latin typeface="Arial" panose="020B0704020202020204"/>
                <a:ea typeface="Arial" panose="020B0704020202020204"/>
                <a:cs typeface="Arial" panose="020B0704020202020204"/>
              </a:defRPr>
            </a:lvl5pPr>
            <a:lvl6pPr algn="l">
              <a:buNone/>
              <a:defRPr sz="1650" b="0">
                <a:solidFill>
                  <a:srgbClr val="72B5C0"/>
                </a:solidFill>
                <a:latin typeface="Arial" panose="020B0704020202020204"/>
                <a:ea typeface="Arial" panose="020B0704020202020204"/>
                <a:cs typeface="Arial" panose="020B0704020202020204"/>
              </a:defRPr>
            </a:lvl6pPr>
            <a:lvl7pPr algn="l">
              <a:buNone/>
              <a:defRPr sz="1650" b="0">
                <a:solidFill>
                  <a:srgbClr val="72B5C0"/>
                </a:solidFill>
                <a:latin typeface="Arial" panose="020B0704020202020204"/>
                <a:ea typeface="Arial" panose="020B0704020202020204"/>
                <a:cs typeface="Arial" panose="020B0704020202020204"/>
              </a:defRPr>
            </a:lvl7pPr>
            <a:lvl8pPr algn="l">
              <a:buNone/>
              <a:defRPr sz="1650" b="0">
                <a:solidFill>
                  <a:srgbClr val="72B5C0"/>
                </a:solidFill>
                <a:latin typeface="Arial" panose="020B0704020202020204"/>
                <a:ea typeface="Arial" panose="020B0704020202020204"/>
                <a:cs typeface="Arial" panose="020B0704020202020204"/>
              </a:defRPr>
            </a:lvl8pPr>
            <a:lvl9pPr algn="l">
              <a:buNone/>
              <a:defRPr sz="1650" b="0">
                <a:solidFill>
                  <a:srgbClr val="72B5C0"/>
                </a:solidFill>
                <a:latin typeface="Arial" panose="020B0704020202020204"/>
                <a:ea typeface="Arial" panose="020B0704020202020204"/>
                <a:cs typeface="Arial" panose="020B0704020202020204"/>
              </a:defRPr>
            </a:lvl9pPr>
          </a:lstStyle>
          <a:p>
            <a:pPr algn="l">
              <a:buNone/>
              <a:defRPr sz="1650" b="0">
                <a:solidFill>
                  <a:srgbClr val="72B5C0"/>
                </a:solidFill>
                <a:latin typeface="Arial" panose="020B0704020202020204"/>
                <a:ea typeface="Arial" panose="020B0704020202020204"/>
                <a:cs typeface="Arial" panose="020B0704020202020204"/>
              </a:defRPr>
            </a:pPr>
            <a:r>
              <a:rPr sz="1650" b="0">
                <a:solidFill>
                  <a:srgbClr val="72B5C0"/>
                </a:solidFill>
                <a:latin typeface="Arial" panose="020B0704020202020204"/>
                <a:ea typeface="Arial" panose="020B0704020202020204"/>
                <a:cs typeface="Arial" panose="020B0704020202020204"/>
              </a:rPr>
              <a:t>Speaker 1</a:t>
            </a:r>
            <a:endParaRPr sz="1650" b="0">
              <a:solidFill>
                <a:srgbClr val="72B5C0"/>
              </a:solidFill>
              <a:latin typeface="Arial" panose="020B0704020202020204"/>
              <a:ea typeface="Arial" panose="020B0704020202020204"/>
              <a:cs typeface="Arial" panose="020B070402020202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2-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Annual returns and the partial 2026 historical period</a:t>
            </a:r>
            <a:endParaRPr sz="3150" b="1">
              <a:solidFill>
                <a:srgbClr val="132A43"/>
              </a:solidFill>
              <a:latin typeface="Arial" panose="020B0704020202020204"/>
              <a:ea typeface="Arial" panose="020B0704020202020204"/>
              <a:cs typeface="Arial" panose="020B0704020202020204"/>
            </a:endParaRPr>
          </a:p>
        </p:txBody>
      </p:sp>
      <p:sp>
        <p:nvSpPr>
          <p:cNvPr id="3" name="slide-4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44</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952625"/>
          <a:ext cx="11049000" cy="3333750"/>
        </p:xfrm>
        <a:graphic>
          <a:graphicData uri="http://schemas.openxmlformats.org/drawingml/2006/table">
            <a:tbl>
              <a:tblPr/>
              <a:tblGrid>
                <a:gridCol w="2381250"/>
                <a:gridCol w="1238250"/>
                <a:gridCol w="1238250"/>
                <a:gridCol w="1238250"/>
                <a:gridCol w="1238250"/>
                <a:gridCol w="1238250"/>
                <a:gridCol w="1238250"/>
                <a:gridCol w="1238250"/>
              </a:tblGrid>
              <a:tr h="476250">
                <a:tc>
                  <a:txBody>
                    <a:bodyPr/>
                    <a:lstStyle/>
                    <a:p>
                      <a:r>
                        <a:rPr sz="1500" b="1">
                          <a:solidFill>
                            <a:srgbClr val="FFFFFF"/>
                          </a:solidFill>
                          <a:latin typeface="Arial" panose="020B0704020202020204"/>
                          <a:ea typeface="Arial" panose="020B0704020202020204"/>
                          <a:cs typeface="Arial" panose="020B0704020202020204"/>
                        </a:rPr>
                        <a:t>Strategy</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2020</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2021</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2022</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2023</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2024</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2025</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2026</a:t>
                      </a:r>
                      <a:endParaRPr sz="1500" b="1">
                        <a:solidFill>
                          <a:srgbClr val="FFFFFF"/>
                        </a:solidFill>
                        <a:latin typeface="Arial" panose="020B0704020202020204"/>
                        <a:ea typeface="Arial" panose="020B0704020202020204"/>
                        <a:cs typeface="Arial" panose="020B0704020202020204"/>
                      </a:endParaRPr>
                    </a:p>
                    <a:p>
                      <a:r>
                        <a:rPr sz="1500" b="1">
                          <a:solidFill>
                            <a:srgbClr val="FFFFFF"/>
                          </a:solidFill>
                          <a:latin typeface="Arial" panose="020B0704020202020204"/>
                          <a:ea typeface="Arial" panose="020B0704020202020204"/>
                          <a:cs typeface="Arial" panose="020B0704020202020204"/>
                        </a:rPr>
                        <a:t>to Sep 18</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476250">
                <a:tc>
                  <a:txBody>
                    <a:bodyPr/>
                    <a:lstStyle/>
                    <a:p>
                      <a:r>
                        <a:rPr sz="1500" b="0">
                          <a:solidFill>
                            <a:srgbClr val="132A43"/>
                          </a:solidFill>
                          <a:latin typeface="Arial" panose="020B0704020202020204"/>
                          <a:ea typeface="Arial" panose="020B0704020202020204"/>
                          <a:cs typeface="Arial" panose="020B0704020202020204"/>
                        </a:rPr>
                        <a:t>Equal Weight</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00" b="0">
                          <a:solidFill>
                            <a:srgbClr val="132A43"/>
                          </a:solidFill>
                          <a:latin typeface="Arial" panose="020B0704020202020204"/>
                          <a:ea typeface="Arial" panose="020B0704020202020204"/>
                          <a:cs typeface="Arial" panose="020B0704020202020204"/>
                        </a:rPr>
                        <a:t>8.6%</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13.8%</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-8.4%</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6.9%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14.9%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18.6%</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16.9%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r h="476250">
                <a:tc>
                  <a:txBody>
                    <a:bodyPr/>
                    <a:lstStyle/>
                    <a:p>
                      <a:r>
                        <a:rPr sz="1500" b="0">
                          <a:solidFill>
                            <a:srgbClr val="132A43"/>
                          </a:solidFill>
                          <a:latin typeface="Arial" panose="020B0704020202020204"/>
                          <a:ea typeface="Arial" panose="020B0704020202020204"/>
                          <a:cs typeface="Arial" panose="020B0704020202020204"/>
                        </a:rPr>
                        <a:t>EWMA Risk Parity</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500" b="0">
                          <a:solidFill>
                            <a:srgbClr val="132A43"/>
                          </a:solidFill>
                          <a:latin typeface="Arial" panose="020B0704020202020204"/>
                          <a:ea typeface="Arial" panose="020B0704020202020204"/>
                          <a:cs typeface="Arial" panose="020B0704020202020204"/>
                        </a:rPr>
                        <a:t>7.9%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10.0%</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-7.2%</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6.2%</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14.5%</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16.3%</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13.9%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r h="476250">
                <a:tc>
                  <a:txBody>
                    <a:bodyPr/>
                    <a:lstStyle/>
                    <a:p>
                      <a:r>
                        <a:rPr sz="1500" b="0">
                          <a:solidFill>
                            <a:srgbClr val="132A43"/>
                          </a:solidFill>
                          <a:latin typeface="Arial" panose="020B0704020202020204"/>
                          <a:ea typeface="Arial" panose="020B0704020202020204"/>
                          <a:cs typeface="Arial" panose="020B0704020202020204"/>
                        </a:rPr>
                        <a:t>Dual Momentum</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00" b="0">
                          <a:solidFill>
                            <a:srgbClr val="132A43"/>
                          </a:solidFill>
                          <a:latin typeface="Arial" panose="020B0704020202020204"/>
                          <a:ea typeface="Arial" panose="020B0704020202020204"/>
                          <a:cs typeface="Arial" panose="020B0704020202020204"/>
                        </a:rPr>
                        <a:t>20.5%</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23.1%</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1.8%</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1.3%</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28.7%</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32.0%</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13.3%</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r h="476250">
                <a:tc>
                  <a:txBody>
                    <a:bodyPr/>
                    <a:lstStyle/>
                    <a:p>
                      <a:r>
                        <a:rPr sz="1500" b="0">
                          <a:solidFill>
                            <a:srgbClr val="132A43"/>
                          </a:solidFill>
                          <a:latin typeface="Arial" panose="020B0704020202020204"/>
                          <a:ea typeface="Arial" panose="020B0704020202020204"/>
                          <a:cs typeface="Arial" panose="020B0704020202020204"/>
                        </a:rPr>
                        <a:t>Gated EW</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500" b="0">
                          <a:solidFill>
                            <a:srgbClr val="132A43"/>
                          </a:solidFill>
                          <a:latin typeface="Arial" panose="020B0704020202020204"/>
                          <a:ea typeface="Arial" panose="020B0704020202020204"/>
                          <a:cs typeface="Arial" panose="020B0704020202020204"/>
                        </a:rPr>
                        <a:t>9.4%</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18.8%</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-4.5%</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-1.6%</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17.1%</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21.7%</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20.4%</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r h="476250">
                <a:tc>
                  <a:txBody>
                    <a:bodyPr/>
                    <a:lstStyle/>
                    <a:p>
                      <a:r>
                        <a:rPr sz="1500" b="0">
                          <a:solidFill>
                            <a:srgbClr val="132A43"/>
                          </a:solidFill>
                          <a:latin typeface="Arial" panose="020B0704020202020204"/>
                          <a:ea typeface="Arial" panose="020B0704020202020204"/>
                          <a:cs typeface="Arial" panose="020B0704020202020204"/>
                        </a:rPr>
                        <a:t>MGRP</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00" b="0">
                          <a:solidFill>
                            <a:srgbClr val="132A43"/>
                          </a:solidFill>
                          <a:latin typeface="Arial" panose="020B0704020202020204"/>
                          <a:ea typeface="Arial" panose="020B0704020202020204"/>
                          <a:cs typeface="Arial" panose="020B0704020202020204"/>
                        </a:rPr>
                        <a:t>13.6%</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16.2%</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-6.9%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-2.4%</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16.6%</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19.9%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20.7%</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r h="476250">
                <a:tc>
                  <a:txBody>
                    <a:bodyPr/>
                    <a:lstStyle/>
                    <a:p>
                      <a:r>
                        <a:rPr sz="1500" b="1">
                          <a:solidFill>
                            <a:srgbClr val="132A43"/>
                          </a:solidFill>
                          <a:latin typeface="Arial" panose="020B0704020202020204"/>
                          <a:ea typeface="Arial" panose="020B0704020202020204"/>
                          <a:cs typeface="Arial" panose="020B0704020202020204"/>
                        </a:rPr>
                        <a:t>MWRP</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1500" b="1">
                          <a:solidFill>
                            <a:srgbClr val="132A43"/>
                          </a:solidFill>
                          <a:latin typeface="Arial" panose="020B0704020202020204"/>
                          <a:ea typeface="Arial" panose="020B0704020202020204"/>
                          <a:cs typeface="Arial" panose="020B0704020202020204"/>
                        </a:rPr>
                        <a:t>15.1%</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1">
                          <a:solidFill>
                            <a:srgbClr val="132A43"/>
                          </a:solidFill>
                          <a:latin typeface="Arial" panose="020B0704020202020204"/>
                          <a:ea typeface="Arial" panose="020B0704020202020204"/>
                          <a:cs typeface="Arial" panose="020B0704020202020204"/>
                        </a:rPr>
                        <a:t>17.6%</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1">
                          <a:solidFill>
                            <a:srgbClr val="132A43"/>
                          </a:solidFill>
                          <a:latin typeface="Arial" panose="020B0704020202020204"/>
                          <a:ea typeface="Arial" panose="020B0704020202020204"/>
                          <a:cs typeface="Arial" panose="020B0704020202020204"/>
                        </a:rPr>
                        <a:t>-5.7%</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1">
                          <a:solidFill>
                            <a:srgbClr val="132A43"/>
                          </a:solidFill>
                          <a:latin typeface="Arial" panose="020B0704020202020204"/>
                          <a:ea typeface="Arial" panose="020B0704020202020204"/>
                          <a:cs typeface="Arial" panose="020B0704020202020204"/>
                        </a:rPr>
                        <a:t>-2.4%</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1">
                          <a:solidFill>
                            <a:srgbClr val="132A43"/>
                          </a:solidFill>
                          <a:latin typeface="Arial" panose="020B0704020202020204"/>
                          <a:ea typeface="Arial" panose="020B0704020202020204"/>
                          <a:cs typeface="Arial" panose="020B0704020202020204"/>
                        </a:rPr>
                        <a:t>20.0%</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1">
                          <a:solidFill>
                            <a:srgbClr val="132A43"/>
                          </a:solidFill>
                          <a:latin typeface="Arial" panose="020B0704020202020204"/>
                          <a:ea typeface="Arial" panose="020B0704020202020204"/>
                          <a:cs typeface="Arial" panose="020B0704020202020204"/>
                        </a:rPr>
                        <a:t>24.3%</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1">
                          <a:solidFill>
                            <a:srgbClr val="132A43"/>
                          </a:solidFill>
                          <a:latin typeface="Arial" panose="020B0704020202020204"/>
                          <a:ea typeface="Arial" panose="020B0704020202020204"/>
                          <a:cs typeface="Arial" panose="020B0704020202020204"/>
                        </a:rPr>
                        <a:t>19.6%</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bl>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2020–2025 are complete calendar years. The 2026 column stops Sep 18 and excludes the recent-month test.</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3-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return and Sharpe comparisons</a:t>
            </a:r>
            <a:endParaRPr sz="3150" b="1">
              <a:solidFill>
                <a:srgbClr val="132A43"/>
              </a:solidFill>
              <a:latin typeface="Arial" panose="020B0704020202020204"/>
              <a:ea typeface="Arial" panose="020B0704020202020204"/>
              <a:cs typeface="Arial" panose="020B0704020202020204"/>
            </a:endParaRPr>
          </a:p>
        </p:txBody>
      </p:sp>
      <p:sp>
        <p:nvSpPr>
          <p:cNvPr id="3" name="slide-4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45</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61925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A net CAGR</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05000"/>
          <a:ext cx="5334000" cy="190500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61925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A Sharpe</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1905000"/>
          <a:ext cx="5334000" cy="190500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619125" y="381000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B net CAGR</a:t>
            </a:r>
            <a:endParaRPr sz="1650" b="1">
              <a:solidFill>
                <a:srgbClr val="12838D"/>
              </a:solidFill>
              <a:latin typeface="Arial" panose="020B0704020202020204"/>
              <a:ea typeface="Arial" panose="020B0704020202020204"/>
              <a:cs typeface="Arial" panose="020B0704020202020204"/>
            </a:endParaRPr>
          </a:p>
        </p:txBody>
      </p:sp>
      <p:graphicFrame>
        <p:nvGraphicFramePr>
          <p:cNvPr id="11" name="Chart"/>
          <p:cNvGraphicFramePr/>
          <p:nvPr/>
        </p:nvGraphicFramePr>
        <p:xfrm>
          <a:off x="619125" y="4095750"/>
          <a:ext cx="5334000" cy="1905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6238875" y="381000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B Sharpe</a:t>
            </a:r>
            <a:endParaRPr sz="1650" b="1">
              <a:solidFill>
                <a:srgbClr val="12838D"/>
              </a:solidFill>
              <a:latin typeface="Arial" panose="020B0704020202020204"/>
              <a:ea typeface="Arial" panose="020B0704020202020204"/>
              <a:cs typeface="Arial" panose="020B0704020202020204"/>
            </a:endParaRPr>
          </a:p>
        </p:txBody>
      </p:sp>
      <p:graphicFrame>
        <p:nvGraphicFramePr>
          <p:cNvPr id="13" name="Chart"/>
          <p:cNvGraphicFramePr/>
          <p:nvPr/>
        </p:nvGraphicFramePr>
        <p:xfrm>
          <a:off x="6238875" y="4095750"/>
          <a:ext cx="5334000" cy="1905000"/>
        </p:xfrm>
        <a:graphic>
          <a:graphicData uri="http://schemas.openxmlformats.org/drawingml/2006/chart">
            <c:chart xmlns:c="http://schemas.openxmlformats.org/drawingml/2006/chart" xmlns:r="http://schemas.openxmlformats.org/officeDocument/2006/relationships" r:id="rId4"/>
          </a:graphicData>
        </a:graphic>
      </p:graphicFrame>
      <p:sp>
        <p:nvSpPr>
          <p:cNvPr id="14" name="矩形 13"/>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ends Sep 18. MWRP improves on MGRP in both historical periods. The short test does not repeat this ordering.</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4-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risk and drawdown comparisons</a:t>
            </a:r>
            <a:endParaRPr sz="3150" b="1">
              <a:solidFill>
                <a:srgbClr val="132A43"/>
              </a:solidFill>
              <a:latin typeface="Arial" panose="020B0704020202020204"/>
              <a:ea typeface="Arial" panose="020B0704020202020204"/>
              <a:cs typeface="Arial" panose="020B0704020202020204"/>
            </a:endParaRPr>
          </a:p>
        </p:txBody>
      </p:sp>
      <p:sp>
        <p:nvSpPr>
          <p:cNvPr id="3" name="slide-4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46</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61925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A volatility</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05000"/>
          <a:ext cx="5334000" cy="190500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61925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A drawdown</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1905000"/>
          <a:ext cx="5334000" cy="190500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619125" y="381000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B volatility</a:t>
            </a:r>
            <a:endParaRPr sz="1650" b="1">
              <a:solidFill>
                <a:srgbClr val="12838D"/>
              </a:solidFill>
              <a:latin typeface="Arial" panose="020B0704020202020204"/>
              <a:ea typeface="Arial" panose="020B0704020202020204"/>
              <a:cs typeface="Arial" panose="020B0704020202020204"/>
            </a:endParaRPr>
          </a:p>
        </p:txBody>
      </p:sp>
      <p:graphicFrame>
        <p:nvGraphicFramePr>
          <p:cNvPr id="11" name="Chart"/>
          <p:cNvGraphicFramePr/>
          <p:nvPr/>
        </p:nvGraphicFramePr>
        <p:xfrm>
          <a:off x="619125" y="4095750"/>
          <a:ext cx="5334000" cy="1905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6238875" y="381000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B drawdown</a:t>
            </a:r>
            <a:endParaRPr sz="1650" b="1">
              <a:solidFill>
                <a:srgbClr val="12838D"/>
              </a:solidFill>
              <a:latin typeface="Arial" panose="020B0704020202020204"/>
              <a:ea typeface="Arial" panose="020B0704020202020204"/>
              <a:cs typeface="Arial" panose="020B0704020202020204"/>
            </a:endParaRPr>
          </a:p>
        </p:txBody>
      </p:sp>
      <p:graphicFrame>
        <p:nvGraphicFramePr>
          <p:cNvPr id="13" name="Chart"/>
          <p:cNvGraphicFramePr/>
          <p:nvPr/>
        </p:nvGraphicFramePr>
        <p:xfrm>
          <a:off x="6238875" y="4095750"/>
          <a:ext cx="5334000" cy="1905000"/>
        </p:xfrm>
        <a:graphic>
          <a:graphicData uri="http://schemas.openxmlformats.org/drawingml/2006/chart">
            <c:chart xmlns:c="http://schemas.openxmlformats.org/drawingml/2006/chart" xmlns:r="http://schemas.openxmlformats.org/officeDocument/2006/relationships" r:id="rId4"/>
          </a:graphicData>
        </a:graphic>
      </p:graphicFrame>
      <p:sp>
        <p:nvSpPr>
          <p:cNvPr id="14" name="矩形 13"/>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2020–2023 and 2024 Jan–2026 Sep 18. Risk differences depend on the market environment.</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5-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return comparisons across trading costs</a:t>
            </a:r>
            <a:endParaRPr sz="3150" b="1">
              <a:solidFill>
                <a:srgbClr val="132A43"/>
              </a:solidFill>
              <a:latin typeface="Arial" panose="020B0704020202020204"/>
              <a:ea typeface="Arial" panose="020B0704020202020204"/>
              <a:cs typeface="Arial" panose="020B0704020202020204"/>
            </a:endParaRPr>
          </a:p>
        </p:txBody>
      </p:sp>
      <p:sp>
        <p:nvSpPr>
          <p:cNvPr id="3" name="slide-4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47</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523875"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5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523875" y="2047875"/>
          <a:ext cx="3619500" cy="37147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4286250"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10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4286250" y="2047875"/>
          <a:ext cx="3619500" cy="37147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8048625"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25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11" name="Chart"/>
          <p:cNvGraphicFramePr/>
          <p:nvPr/>
        </p:nvGraphicFramePr>
        <p:xfrm>
          <a:off x="8048625" y="2047875"/>
          <a:ext cx="3619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Trading costs change. Strategy rules and execution dates remain fixed.</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6-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Trading costs preserve the historical A return gap</a:t>
            </a:r>
            <a:endParaRPr sz="3150" b="1">
              <a:solidFill>
                <a:srgbClr val="132A43"/>
              </a:solidFill>
              <a:latin typeface="Arial" panose="020B0704020202020204"/>
              <a:ea typeface="Arial" panose="020B0704020202020204"/>
              <a:cs typeface="Arial" panose="020B0704020202020204"/>
            </a:endParaRPr>
          </a:p>
        </p:txBody>
      </p:sp>
      <p:sp>
        <p:nvSpPr>
          <p:cNvPr id="3" name="slide-4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48</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523875"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5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523875" y="2047875"/>
          <a:ext cx="3619500" cy="37147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4286250"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10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4286250" y="2047875"/>
          <a:ext cx="3619500" cy="37147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8048625"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25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11" name="Chart"/>
          <p:cNvGraphicFramePr/>
          <p:nvPr/>
        </p:nvGraphicFramePr>
        <p:xfrm>
          <a:off x="8048625" y="2047875"/>
          <a:ext cx="3619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A: 2020 Jan–2023 Dec. Trading costs change. Strategy rules and execution dates remain fixed.</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3" name="slide-4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7-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benefits and short test results differ</a:t>
            </a:r>
            <a:endParaRPr sz="3150" b="1">
              <a:solidFill>
                <a:srgbClr val="132A43"/>
              </a:solidFill>
              <a:latin typeface="Arial" panose="020B0704020202020204"/>
              <a:ea typeface="Arial" panose="020B0704020202020204"/>
              <a:cs typeface="Arial" panose="020B0704020202020204"/>
            </a:endParaRPr>
          </a:p>
        </p:txBody>
      </p:sp>
      <p:sp>
        <p:nvSpPr>
          <p:cNvPr id="3" name="slide-4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49</a:t>
            </a:r>
            <a:endParaRPr sz="1050" b="0">
              <a:solidFill>
                <a:srgbClr val="586B7C"/>
              </a:solidFill>
              <a:latin typeface="Arial" panose="020B0704020202020204"/>
              <a:ea typeface="Arial" panose="020B0704020202020204"/>
              <a:cs typeface="Arial" panose="020B0704020202020204"/>
            </a:endParaRPr>
          </a:p>
        </p:txBody>
      </p:sp>
      <p:sp>
        <p:nvSpPr>
          <p:cNvPr id="14" name="矩形 13"/>
          <p:cNvSpPr>
            <a:spLocks noGrp="1"/>
          </p:cNvSpPr>
          <p:nvPr/>
        </p:nvSpPr>
        <p:spPr>
          <a:xfrm>
            <a:off x="571500" y="1809750"/>
            <a:ext cx="762000" cy="571500"/>
          </a:xfrm>
          <a:prstGeom prst="rect">
            <a:avLst/>
          </a:prstGeom>
          <a:noFill/>
          <a:ln w="0">
            <a:noFill/>
          </a:ln>
        </p:spPr>
        <p:txBody>
          <a:bodyPr wrap="square" lIns="0" tIns="0" rIns="0" bIns="0" anchor="ctr"/>
          <a:lstStyle>
            <a:defPPr algn="l">
              <a:defRPr sz="2850" b="1">
                <a:solidFill>
                  <a:srgbClr val="12838D"/>
                </a:solidFill>
                <a:latin typeface="Arial" panose="020B0704020202020204"/>
                <a:ea typeface="Arial" panose="020B0704020202020204"/>
                <a:cs typeface="Arial" panose="020B0704020202020204"/>
              </a:defRPr>
            </a:defPPr>
            <a:lvl1pPr algn="l">
              <a:defRPr sz="2850" b="1">
                <a:solidFill>
                  <a:srgbClr val="12838D"/>
                </a:solidFill>
                <a:latin typeface="Arial" panose="020B0704020202020204"/>
                <a:ea typeface="Arial" panose="020B0704020202020204"/>
                <a:cs typeface="Arial" panose="020B0704020202020204"/>
              </a:defRPr>
            </a:lvl1pPr>
            <a:lvl2pPr algn="l">
              <a:defRPr sz="2850" b="1">
                <a:solidFill>
                  <a:srgbClr val="12838D"/>
                </a:solidFill>
                <a:latin typeface="Arial" panose="020B0704020202020204"/>
                <a:ea typeface="Arial" panose="020B0704020202020204"/>
                <a:cs typeface="Arial" panose="020B0704020202020204"/>
              </a:defRPr>
            </a:lvl2pPr>
            <a:lvl3pPr algn="l">
              <a:defRPr sz="2850" b="1">
                <a:solidFill>
                  <a:srgbClr val="12838D"/>
                </a:solidFill>
                <a:latin typeface="Arial" panose="020B0704020202020204"/>
                <a:ea typeface="Arial" panose="020B0704020202020204"/>
                <a:cs typeface="Arial" panose="020B0704020202020204"/>
              </a:defRPr>
            </a:lvl3pPr>
            <a:lvl4pPr algn="l">
              <a:defRPr sz="2850" b="1">
                <a:solidFill>
                  <a:srgbClr val="12838D"/>
                </a:solidFill>
                <a:latin typeface="Arial" panose="020B0704020202020204"/>
                <a:ea typeface="Arial" panose="020B0704020202020204"/>
                <a:cs typeface="Arial" panose="020B0704020202020204"/>
              </a:defRPr>
            </a:lvl4pPr>
            <a:lvl5pPr algn="l">
              <a:defRPr sz="2850" b="1">
                <a:solidFill>
                  <a:srgbClr val="12838D"/>
                </a:solidFill>
                <a:latin typeface="Arial" panose="020B0704020202020204"/>
                <a:ea typeface="Arial" panose="020B0704020202020204"/>
                <a:cs typeface="Arial" panose="020B0704020202020204"/>
              </a:defRPr>
            </a:lvl5pPr>
            <a:lvl6pPr algn="l">
              <a:defRPr sz="2850" b="1">
                <a:solidFill>
                  <a:srgbClr val="12838D"/>
                </a:solidFill>
                <a:latin typeface="Arial" panose="020B0704020202020204"/>
                <a:ea typeface="Arial" panose="020B0704020202020204"/>
                <a:cs typeface="Arial" panose="020B0704020202020204"/>
              </a:defRPr>
            </a:lvl6pPr>
            <a:lvl7pPr algn="l">
              <a:defRPr sz="2850" b="1">
                <a:solidFill>
                  <a:srgbClr val="12838D"/>
                </a:solidFill>
                <a:latin typeface="Arial" panose="020B0704020202020204"/>
                <a:ea typeface="Arial" panose="020B0704020202020204"/>
                <a:cs typeface="Arial" panose="020B0704020202020204"/>
              </a:defRPr>
            </a:lvl7pPr>
            <a:lvl8pPr algn="l">
              <a:defRPr sz="2850" b="1">
                <a:solidFill>
                  <a:srgbClr val="12838D"/>
                </a:solidFill>
                <a:latin typeface="Arial" panose="020B0704020202020204"/>
                <a:ea typeface="Arial" panose="020B0704020202020204"/>
                <a:cs typeface="Arial" panose="020B0704020202020204"/>
              </a:defRPr>
            </a:lvl8pPr>
            <a:lvl9pPr algn="l">
              <a:defRPr sz="2850" b="1">
                <a:solidFill>
                  <a:srgbClr val="12838D"/>
                </a:solidFill>
                <a:latin typeface="Arial" panose="020B0704020202020204"/>
                <a:ea typeface="Arial" panose="020B0704020202020204"/>
                <a:cs typeface="Arial" panose="020B0704020202020204"/>
              </a:defRPr>
            </a:lvl9pPr>
          </a:lstStyle>
          <a:p>
            <a:pPr algn="l">
              <a:defRPr sz="2850" b="1">
                <a:solidFill>
                  <a:srgbClr val="12838D"/>
                </a:solidFill>
                <a:latin typeface="Arial" panose="020B0704020202020204"/>
                <a:ea typeface="Arial" panose="020B0704020202020204"/>
                <a:cs typeface="Arial" panose="020B0704020202020204"/>
              </a:defRPr>
            </a:pPr>
            <a:r>
              <a:rPr sz="2850" b="1">
                <a:solidFill>
                  <a:srgbClr val="12838D"/>
                </a:solidFill>
                <a:latin typeface="Arial" panose="020B0704020202020204"/>
                <a:ea typeface="Arial" panose="020B0704020202020204"/>
                <a:cs typeface="Arial" panose="020B0704020202020204"/>
              </a:rPr>
              <a:t>01</a:t>
            </a:r>
            <a:endParaRPr sz="2850" b="1">
              <a:solidFill>
                <a:srgbClr val="12838D"/>
              </a:solidFill>
              <a:latin typeface="Arial" panose="020B0704020202020204"/>
              <a:ea typeface="Arial" panose="020B0704020202020204"/>
              <a:cs typeface="Arial" panose="020B0704020202020204"/>
            </a:endParaRPr>
          </a:p>
        </p:txBody>
      </p:sp>
      <p:sp>
        <p:nvSpPr>
          <p:cNvPr id="15" name="矩形 14"/>
          <p:cNvSpPr>
            <a:spLocks noGrp="1"/>
          </p:cNvSpPr>
          <p:nvPr/>
        </p:nvSpPr>
        <p:spPr>
          <a:xfrm>
            <a:off x="1571625" y="1762125"/>
            <a:ext cx="9906000" cy="523875"/>
          </a:xfrm>
          <a:prstGeom prst="rect">
            <a:avLst/>
          </a:prstGeom>
          <a:noFill/>
          <a:ln w="0">
            <a:noFill/>
          </a:ln>
        </p:spPr>
        <p:txBody>
          <a:bodyPr wrap="square" lIns="0" tIns="0" rIns="0" bIns="0" anchor="ctr"/>
          <a:lstStyle>
            <a:defPPr algn="l">
              <a:defRPr sz="2250" b="1">
                <a:solidFill>
                  <a:srgbClr val="132A43"/>
                </a:solidFill>
                <a:latin typeface="Arial" panose="020B0704020202020204"/>
                <a:ea typeface="Arial" panose="020B0704020202020204"/>
                <a:cs typeface="Arial" panose="020B0704020202020204"/>
              </a:defRPr>
            </a:defPPr>
            <a:lvl1pPr algn="l">
              <a:defRPr sz="2250" b="1">
                <a:solidFill>
                  <a:srgbClr val="132A43"/>
                </a:solidFill>
                <a:latin typeface="Arial" panose="020B0704020202020204"/>
                <a:ea typeface="Arial" panose="020B0704020202020204"/>
                <a:cs typeface="Arial" panose="020B0704020202020204"/>
              </a:defRPr>
            </a:lvl1pPr>
            <a:lvl2pPr algn="l">
              <a:defRPr sz="2250" b="1">
                <a:solidFill>
                  <a:srgbClr val="132A43"/>
                </a:solidFill>
                <a:latin typeface="Arial" panose="020B0704020202020204"/>
                <a:ea typeface="Arial" panose="020B0704020202020204"/>
                <a:cs typeface="Arial" panose="020B0704020202020204"/>
              </a:defRPr>
            </a:lvl2pPr>
            <a:lvl3pPr algn="l">
              <a:defRPr sz="2250" b="1">
                <a:solidFill>
                  <a:srgbClr val="132A43"/>
                </a:solidFill>
                <a:latin typeface="Arial" panose="020B0704020202020204"/>
                <a:ea typeface="Arial" panose="020B0704020202020204"/>
                <a:cs typeface="Arial" panose="020B0704020202020204"/>
              </a:defRPr>
            </a:lvl3pPr>
            <a:lvl4pPr algn="l">
              <a:defRPr sz="2250" b="1">
                <a:solidFill>
                  <a:srgbClr val="132A43"/>
                </a:solidFill>
                <a:latin typeface="Arial" panose="020B0704020202020204"/>
                <a:ea typeface="Arial" panose="020B0704020202020204"/>
                <a:cs typeface="Arial" panose="020B0704020202020204"/>
              </a:defRPr>
            </a:lvl4pPr>
            <a:lvl5pPr algn="l">
              <a:defRPr sz="2250" b="1">
                <a:solidFill>
                  <a:srgbClr val="132A43"/>
                </a:solidFill>
                <a:latin typeface="Arial" panose="020B0704020202020204"/>
                <a:ea typeface="Arial" panose="020B0704020202020204"/>
                <a:cs typeface="Arial" panose="020B0704020202020204"/>
              </a:defRPr>
            </a:lvl5pPr>
            <a:lvl6pPr algn="l">
              <a:defRPr sz="2250" b="1">
                <a:solidFill>
                  <a:srgbClr val="132A43"/>
                </a:solidFill>
                <a:latin typeface="Arial" panose="020B0704020202020204"/>
                <a:ea typeface="Arial" panose="020B0704020202020204"/>
                <a:cs typeface="Arial" panose="020B0704020202020204"/>
              </a:defRPr>
            </a:lvl6pPr>
            <a:lvl7pPr algn="l">
              <a:defRPr sz="2250" b="1">
                <a:solidFill>
                  <a:srgbClr val="132A43"/>
                </a:solidFill>
                <a:latin typeface="Arial" panose="020B0704020202020204"/>
                <a:ea typeface="Arial" panose="020B0704020202020204"/>
                <a:cs typeface="Arial" panose="020B0704020202020204"/>
              </a:defRPr>
            </a:lvl7pPr>
            <a:lvl8pPr algn="l">
              <a:defRPr sz="2250" b="1">
                <a:solidFill>
                  <a:srgbClr val="132A43"/>
                </a:solidFill>
                <a:latin typeface="Arial" panose="020B0704020202020204"/>
                <a:ea typeface="Arial" panose="020B0704020202020204"/>
                <a:cs typeface="Arial" panose="020B0704020202020204"/>
              </a:defRPr>
            </a:lvl8pPr>
            <a:lvl9pPr algn="l">
              <a:defRPr sz="2250" b="1">
                <a:solidFill>
                  <a:srgbClr val="132A43"/>
                </a:solidFill>
                <a:latin typeface="Arial" panose="020B0704020202020204"/>
                <a:ea typeface="Arial" panose="020B0704020202020204"/>
                <a:cs typeface="Arial" panose="020B0704020202020204"/>
              </a:defRPr>
            </a:lvl9pPr>
          </a:lstStyle>
          <a:p>
            <a:pPr algn="l">
              <a:defRPr sz="2250" b="1">
                <a:solidFill>
                  <a:srgbClr val="132A43"/>
                </a:solidFill>
                <a:latin typeface="Arial" panose="020B0704020202020204"/>
                <a:ea typeface="Arial" panose="020B0704020202020204"/>
                <a:cs typeface="Arial" panose="020B0704020202020204"/>
              </a:defRPr>
            </a:pPr>
            <a:r>
              <a:rPr sz="2250" b="1">
                <a:solidFill>
                  <a:srgbClr val="132A43"/>
                </a:solidFill>
                <a:latin typeface="Arial" panose="020B0704020202020204"/>
                <a:ea typeface="Arial" panose="020B0704020202020204"/>
                <a:cs typeface="Arial" panose="020B0704020202020204"/>
              </a:rPr>
              <a:t>Historical B favors momentum-weighted risk budgets</a:t>
            </a:r>
            <a:endParaRPr sz="2250" b="1">
              <a:solidFill>
                <a:srgbClr val="132A43"/>
              </a:solidFill>
              <a:latin typeface="Arial" panose="020B0704020202020204"/>
              <a:ea typeface="Arial" panose="020B0704020202020204"/>
              <a:cs typeface="Arial" panose="020B0704020202020204"/>
            </a:endParaRPr>
          </a:p>
        </p:txBody>
      </p:sp>
      <p:sp>
        <p:nvSpPr>
          <p:cNvPr id="16" name="矩形 15"/>
          <p:cNvSpPr>
            <a:spLocks noGrp="1"/>
          </p:cNvSpPr>
          <p:nvPr/>
        </p:nvSpPr>
        <p:spPr>
          <a:xfrm>
            <a:off x="1571625" y="2333625"/>
            <a:ext cx="9906000" cy="619125"/>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MWRP leads MGRP in CAGR and Sharpe, with higher volatility.</a:t>
            </a:r>
            <a:endParaRPr sz="1800" b="0">
              <a:solidFill>
                <a:srgbClr val="132A43"/>
              </a:solidFill>
              <a:latin typeface="Arial" panose="020B0704020202020204"/>
              <a:ea typeface="Arial" panose="020B0704020202020204"/>
              <a:cs typeface="Arial" panose="020B0704020202020204"/>
            </a:endParaRPr>
          </a:p>
        </p:txBody>
      </p:sp>
      <p:sp>
        <p:nvSpPr>
          <p:cNvPr id="17" name="矩形 16"/>
          <p:cNvSpPr>
            <a:spLocks noGrp="1"/>
          </p:cNvSpPr>
          <p:nvPr/>
        </p:nvSpPr>
        <p:spPr>
          <a:xfrm>
            <a:off x="571500" y="3190875"/>
            <a:ext cx="762000" cy="571500"/>
          </a:xfrm>
          <a:prstGeom prst="rect">
            <a:avLst/>
          </a:prstGeom>
          <a:noFill/>
          <a:ln w="0">
            <a:noFill/>
          </a:ln>
        </p:spPr>
        <p:txBody>
          <a:bodyPr wrap="square" lIns="0" tIns="0" rIns="0" bIns="0" anchor="ctr"/>
          <a:lstStyle>
            <a:defPPr algn="l">
              <a:defRPr sz="2850" b="1">
                <a:solidFill>
                  <a:srgbClr val="12838D"/>
                </a:solidFill>
                <a:latin typeface="Arial" panose="020B0704020202020204"/>
                <a:ea typeface="Arial" panose="020B0704020202020204"/>
                <a:cs typeface="Arial" panose="020B0704020202020204"/>
              </a:defRPr>
            </a:defPPr>
            <a:lvl1pPr algn="l">
              <a:defRPr sz="2850" b="1">
                <a:solidFill>
                  <a:srgbClr val="12838D"/>
                </a:solidFill>
                <a:latin typeface="Arial" panose="020B0704020202020204"/>
                <a:ea typeface="Arial" panose="020B0704020202020204"/>
                <a:cs typeface="Arial" panose="020B0704020202020204"/>
              </a:defRPr>
            </a:lvl1pPr>
            <a:lvl2pPr algn="l">
              <a:defRPr sz="2850" b="1">
                <a:solidFill>
                  <a:srgbClr val="12838D"/>
                </a:solidFill>
                <a:latin typeface="Arial" panose="020B0704020202020204"/>
                <a:ea typeface="Arial" panose="020B0704020202020204"/>
                <a:cs typeface="Arial" panose="020B0704020202020204"/>
              </a:defRPr>
            </a:lvl2pPr>
            <a:lvl3pPr algn="l">
              <a:defRPr sz="2850" b="1">
                <a:solidFill>
                  <a:srgbClr val="12838D"/>
                </a:solidFill>
                <a:latin typeface="Arial" panose="020B0704020202020204"/>
                <a:ea typeface="Arial" panose="020B0704020202020204"/>
                <a:cs typeface="Arial" panose="020B0704020202020204"/>
              </a:defRPr>
            </a:lvl3pPr>
            <a:lvl4pPr algn="l">
              <a:defRPr sz="2850" b="1">
                <a:solidFill>
                  <a:srgbClr val="12838D"/>
                </a:solidFill>
                <a:latin typeface="Arial" panose="020B0704020202020204"/>
                <a:ea typeface="Arial" panose="020B0704020202020204"/>
                <a:cs typeface="Arial" panose="020B0704020202020204"/>
              </a:defRPr>
            </a:lvl4pPr>
            <a:lvl5pPr algn="l">
              <a:defRPr sz="2850" b="1">
                <a:solidFill>
                  <a:srgbClr val="12838D"/>
                </a:solidFill>
                <a:latin typeface="Arial" panose="020B0704020202020204"/>
                <a:ea typeface="Arial" panose="020B0704020202020204"/>
                <a:cs typeface="Arial" panose="020B0704020202020204"/>
              </a:defRPr>
            </a:lvl5pPr>
            <a:lvl6pPr algn="l">
              <a:defRPr sz="2850" b="1">
                <a:solidFill>
                  <a:srgbClr val="12838D"/>
                </a:solidFill>
                <a:latin typeface="Arial" panose="020B0704020202020204"/>
                <a:ea typeface="Arial" panose="020B0704020202020204"/>
                <a:cs typeface="Arial" panose="020B0704020202020204"/>
              </a:defRPr>
            </a:lvl6pPr>
            <a:lvl7pPr algn="l">
              <a:defRPr sz="2850" b="1">
                <a:solidFill>
                  <a:srgbClr val="12838D"/>
                </a:solidFill>
                <a:latin typeface="Arial" panose="020B0704020202020204"/>
                <a:ea typeface="Arial" panose="020B0704020202020204"/>
                <a:cs typeface="Arial" panose="020B0704020202020204"/>
              </a:defRPr>
            </a:lvl7pPr>
            <a:lvl8pPr algn="l">
              <a:defRPr sz="2850" b="1">
                <a:solidFill>
                  <a:srgbClr val="12838D"/>
                </a:solidFill>
                <a:latin typeface="Arial" panose="020B0704020202020204"/>
                <a:ea typeface="Arial" panose="020B0704020202020204"/>
                <a:cs typeface="Arial" panose="020B0704020202020204"/>
              </a:defRPr>
            </a:lvl8pPr>
            <a:lvl9pPr algn="l">
              <a:defRPr sz="2850" b="1">
                <a:solidFill>
                  <a:srgbClr val="12838D"/>
                </a:solidFill>
                <a:latin typeface="Arial" panose="020B0704020202020204"/>
                <a:ea typeface="Arial" panose="020B0704020202020204"/>
                <a:cs typeface="Arial" panose="020B0704020202020204"/>
              </a:defRPr>
            </a:lvl9pPr>
          </a:lstStyle>
          <a:p>
            <a:pPr algn="l">
              <a:defRPr sz="2850" b="1">
                <a:solidFill>
                  <a:srgbClr val="12838D"/>
                </a:solidFill>
                <a:latin typeface="Arial" panose="020B0704020202020204"/>
                <a:ea typeface="Arial" panose="020B0704020202020204"/>
                <a:cs typeface="Arial" panose="020B0704020202020204"/>
              </a:defRPr>
            </a:pPr>
            <a:r>
              <a:rPr sz="2850" b="1">
                <a:solidFill>
                  <a:srgbClr val="12838D"/>
                </a:solidFill>
                <a:latin typeface="Arial" panose="020B0704020202020204"/>
                <a:ea typeface="Arial" panose="020B0704020202020204"/>
                <a:cs typeface="Arial" panose="020B0704020202020204"/>
              </a:rPr>
              <a:t>02</a:t>
            </a:r>
            <a:endParaRPr sz="2850" b="1">
              <a:solidFill>
                <a:srgbClr val="12838D"/>
              </a:solidFill>
              <a:latin typeface="Arial" panose="020B0704020202020204"/>
              <a:ea typeface="Arial" panose="020B0704020202020204"/>
              <a:cs typeface="Arial" panose="020B0704020202020204"/>
            </a:endParaRPr>
          </a:p>
        </p:txBody>
      </p:sp>
      <p:sp>
        <p:nvSpPr>
          <p:cNvPr id="18" name="矩形 17"/>
          <p:cNvSpPr>
            <a:spLocks noGrp="1"/>
          </p:cNvSpPr>
          <p:nvPr/>
        </p:nvSpPr>
        <p:spPr>
          <a:xfrm>
            <a:off x="1571625" y="3143250"/>
            <a:ext cx="9906000" cy="523875"/>
          </a:xfrm>
          <a:prstGeom prst="rect">
            <a:avLst/>
          </a:prstGeom>
          <a:noFill/>
          <a:ln w="0">
            <a:noFill/>
          </a:ln>
        </p:spPr>
        <p:txBody>
          <a:bodyPr wrap="square" lIns="0" tIns="0" rIns="0" bIns="0" anchor="ctr"/>
          <a:lstStyle>
            <a:defPPr algn="l">
              <a:defRPr sz="2250" b="1">
                <a:solidFill>
                  <a:srgbClr val="132A43"/>
                </a:solidFill>
                <a:latin typeface="Arial" panose="020B0704020202020204"/>
                <a:ea typeface="Arial" panose="020B0704020202020204"/>
                <a:cs typeface="Arial" panose="020B0704020202020204"/>
              </a:defRPr>
            </a:defPPr>
            <a:lvl1pPr algn="l">
              <a:defRPr sz="2250" b="1">
                <a:solidFill>
                  <a:srgbClr val="132A43"/>
                </a:solidFill>
                <a:latin typeface="Arial" panose="020B0704020202020204"/>
                <a:ea typeface="Arial" panose="020B0704020202020204"/>
                <a:cs typeface="Arial" panose="020B0704020202020204"/>
              </a:defRPr>
            </a:lvl1pPr>
            <a:lvl2pPr algn="l">
              <a:defRPr sz="2250" b="1">
                <a:solidFill>
                  <a:srgbClr val="132A43"/>
                </a:solidFill>
                <a:latin typeface="Arial" panose="020B0704020202020204"/>
                <a:ea typeface="Arial" panose="020B0704020202020204"/>
                <a:cs typeface="Arial" panose="020B0704020202020204"/>
              </a:defRPr>
            </a:lvl2pPr>
            <a:lvl3pPr algn="l">
              <a:defRPr sz="2250" b="1">
                <a:solidFill>
                  <a:srgbClr val="132A43"/>
                </a:solidFill>
                <a:latin typeface="Arial" panose="020B0704020202020204"/>
                <a:ea typeface="Arial" panose="020B0704020202020204"/>
                <a:cs typeface="Arial" panose="020B0704020202020204"/>
              </a:defRPr>
            </a:lvl3pPr>
            <a:lvl4pPr algn="l">
              <a:defRPr sz="2250" b="1">
                <a:solidFill>
                  <a:srgbClr val="132A43"/>
                </a:solidFill>
                <a:latin typeface="Arial" panose="020B0704020202020204"/>
                <a:ea typeface="Arial" panose="020B0704020202020204"/>
                <a:cs typeface="Arial" panose="020B0704020202020204"/>
              </a:defRPr>
            </a:lvl4pPr>
            <a:lvl5pPr algn="l">
              <a:defRPr sz="2250" b="1">
                <a:solidFill>
                  <a:srgbClr val="132A43"/>
                </a:solidFill>
                <a:latin typeface="Arial" panose="020B0704020202020204"/>
                <a:ea typeface="Arial" panose="020B0704020202020204"/>
                <a:cs typeface="Arial" panose="020B0704020202020204"/>
              </a:defRPr>
            </a:lvl5pPr>
            <a:lvl6pPr algn="l">
              <a:defRPr sz="2250" b="1">
                <a:solidFill>
                  <a:srgbClr val="132A43"/>
                </a:solidFill>
                <a:latin typeface="Arial" panose="020B0704020202020204"/>
                <a:ea typeface="Arial" panose="020B0704020202020204"/>
                <a:cs typeface="Arial" panose="020B0704020202020204"/>
              </a:defRPr>
            </a:lvl6pPr>
            <a:lvl7pPr algn="l">
              <a:defRPr sz="2250" b="1">
                <a:solidFill>
                  <a:srgbClr val="132A43"/>
                </a:solidFill>
                <a:latin typeface="Arial" panose="020B0704020202020204"/>
                <a:ea typeface="Arial" panose="020B0704020202020204"/>
                <a:cs typeface="Arial" panose="020B0704020202020204"/>
              </a:defRPr>
            </a:lvl7pPr>
            <a:lvl8pPr algn="l">
              <a:defRPr sz="2250" b="1">
                <a:solidFill>
                  <a:srgbClr val="132A43"/>
                </a:solidFill>
                <a:latin typeface="Arial" panose="020B0704020202020204"/>
                <a:ea typeface="Arial" panose="020B0704020202020204"/>
                <a:cs typeface="Arial" panose="020B0704020202020204"/>
              </a:defRPr>
            </a:lvl8pPr>
            <a:lvl9pPr algn="l">
              <a:defRPr sz="2250" b="1">
                <a:solidFill>
                  <a:srgbClr val="132A43"/>
                </a:solidFill>
                <a:latin typeface="Arial" panose="020B0704020202020204"/>
                <a:ea typeface="Arial" panose="020B0704020202020204"/>
                <a:cs typeface="Arial" panose="020B0704020202020204"/>
              </a:defRPr>
            </a:lvl9pPr>
          </a:lstStyle>
          <a:p>
            <a:pPr algn="l">
              <a:defRPr sz="2250" b="1">
                <a:solidFill>
                  <a:srgbClr val="132A43"/>
                </a:solidFill>
                <a:latin typeface="Arial" panose="020B0704020202020204"/>
                <a:ea typeface="Arial" panose="020B0704020202020204"/>
                <a:cs typeface="Arial" panose="020B0704020202020204"/>
              </a:defRPr>
            </a:pPr>
            <a:r>
              <a:rPr sz="2250" b="1">
                <a:solidFill>
                  <a:srgbClr val="132A43"/>
                </a:solidFill>
                <a:latin typeface="Arial" panose="020B0704020202020204"/>
                <a:ea typeface="Arial" panose="020B0704020202020204"/>
                <a:cs typeface="Arial" panose="020B0704020202020204"/>
              </a:rPr>
              <a:t>The recent-month test favors MGRP</a:t>
            </a:r>
            <a:endParaRPr sz="2250" b="1">
              <a:solidFill>
                <a:srgbClr val="132A43"/>
              </a:solidFill>
              <a:latin typeface="Arial" panose="020B0704020202020204"/>
              <a:ea typeface="Arial" panose="020B0704020202020204"/>
              <a:cs typeface="Arial" panose="020B0704020202020204"/>
            </a:endParaRPr>
          </a:p>
        </p:txBody>
      </p:sp>
      <p:sp>
        <p:nvSpPr>
          <p:cNvPr id="19" name="矩形 18"/>
          <p:cNvSpPr>
            <a:spLocks noGrp="1"/>
          </p:cNvSpPr>
          <p:nvPr/>
        </p:nvSpPr>
        <p:spPr>
          <a:xfrm>
            <a:off x="1571625" y="3714750"/>
            <a:ext cx="9906000" cy="619125"/>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Net return: MGRP −1.34%, MWRP −1.71%, Dual −3.05%.</a:t>
            </a:r>
            <a:endParaRPr sz="1800" b="0">
              <a:solidFill>
                <a:srgbClr val="132A43"/>
              </a:solidFill>
              <a:latin typeface="Arial" panose="020B0704020202020204"/>
              <a:ea typeface="Arial" panose="020B0704020202020204"/>
              <a:cs typeface="Arial" panose="020B0704020202020204"/>
            </a:endParaRPr>
          </a:p>
        </p:txBody>
      </p:sp>
      <p:sp>
        <p:nvSpPr>
          <p:cNvPr id="20" name="矩形 19"/>
          <p:cNvSpPr>
            <a:spLocks noGrp="1"/>
          </p:cNvSpPr>
          <p:nvPr/>
        </p:nvSpPr>
        <p:spPr>
          <a:xfrm>
            <a:off x="571500" y="4572000"/>
            <a:ext cx="762000" cy="571500"/>
          </a:xfrm>
          <a:prstGeom prst="rect">
            <a:avLst/>
          </a:prstGeom>
          <a:noFill/>
          <a:ln w="0">
            <a:noFill/>
          </a:ln>
        </p:spPr>
        <p:txBody>
          <a:bodyPr wrap="square" lIns="0" tIns="0" rIns="0" bIns="0" anchor="ctr"/>
          <a:lstStyle>
            <a:defPPr algn="l">
              <a:defRPr sz="2850" b="1">
                <a:solidFill>
                  <a:srgbClr val="12838D"/>
                </a:solidFill>
                <a:latin typeface="Arial" panose="020B0704020202020204"/>
                <a:ea typeface="Arial" panose="020B0704020202020204"/>
                <a:cs typeface="Arial" panose="020B0704020202020204"/>
              </a:defRPr>
            </a:defPPr>
            <a:lvl1pPr algn="l">
              <a:defRPr sz="2850" b="1">
                <a:solidFill>
                  <a:srgbClr val="12838D"/>
                </a:solidFill>
                <a:latin typeface="Arial" panose="020B0704020202020204"/>
                <a:ea typeface="Arial" panose="020B0704020202020204"/>
                <a:cs typeface="Arial" panose="020B0704020202020204"/>
              </a:defRPr>
            </a:lvl1pPr>
            <a:lvl2pPr algn="l">
              <a:defRPr sz="2850" b="1">
                <a:solidFill>
                  <a:srgbClr val="12838D"/>
                </a:solidFill>
                <a:latin typeface="Arial" panose="020B0704020202020204"/>
                <a:ea typeface="Arial" panose="020B0704020202020204"/>
                <a:cs typeface="Arial" panose="020B0704020202020204"/>
              </a:defRPr>
            </a:lvl2pPr>
            <a:lvl3pPr algn="l">
              <a:defRPr sz="2850" b="1">
                <a:solidFill>
                  <a:srgbClr val="12838D"/>
                </a:solidFill>
                <a:latin typeface="Arial" panose="020B0704020202020204"/>
                <a:ea typeface="Arial" panose="020B0704020202020204"/>
                <a:cs typeface="Arial" panose="020B0704020202020204"/>
              </a:defRPr>
            </a:lvl3pPr>
            <a:lvl4pPr algn="l">
              <a:defRPr sz="2850" b="1">
                <a:solidFill>
                  <a:srgbClr val="12838D"/>
                </a:solidFill>
                <a:latin typeface="Arial" panose="020B0704020202020204"/>
                <a:ea typeface="Arial" panose="020B0704020202020204"/>
                <a:cs typeface="Arial" panose="020B0704020202020204"/>
              </a:defRPr>
            </a:lvl4pPr>
            <a:lvl5pPr algn="l">
              <a:defRPr sz="2850" b="1">
                <a:solidFill>
                  <a:srgbClr val="12838D"/>
                </a:solidFill>
                <a:latin typeface="Arial" panose="020B0704020202020204"/>
                <a:ea typeface="Arial" panose="020B0704020202020204"/>
                <a:cs typeface="Arial" panose="020B0704020202020204"/>
              </a:defRPr>
            </a:lvl5pPr>
            <a:lvl6pPr algn="l">
              <a:defRPr sz="2850" b="1">
                <a:solidFill>
                  <a:srgbClr val="12838D"/>
                </a:solidFill>
                <a:latin typeface="Arial" panose="020B0704020202020204"/>
                <a:ea typeface="Arial" panose="020B0704020202020204"/>
                <a:cs typeface="Arial" panose="020B0704020202020204"/>
              </a:defRPr>
            </a:lvl6pPr>
            <a:lvl7pPr algn="l">
              <a:defRPr sz="2850" b="1">
                <a:solidFill>
                  <a:srgbClr val="12838D"/>
                </a:solidFill>
                <a:latin typeface="Arial" panose="020B0704020202020204"/>
                <a:ea typeface="Arial" panose="020B0704020202020204"/>
                <a:cs typeface="Arial" panose="020B0704020202020204"/>
              </a:defRPr>
            </a:lvl7pPr>
            <a:lvl8pPr algn="l">
              <a:defRPr sz="2850" b="1">
                <a:solidFill>
                  <a:srgbClr val="12838D"/>
                </a:solidFill>
                <a:latin typeface="Arial" panose="020B0704020202020204"/>
                <a:ea typeface="Arial" panose="020B0704020202020204"/>
                <a:cs typeface="Arial" panose="020B0704020202020204"/>
              </a:defRPr>
            </a:lvl8pPr>
            <a:lvl9pPr algn="l">
              <a:defRPr sz="2850" b="1">
                <a:solidFill>
                  <a:srgbClr val="12838D"/>
                </a:solidFill>
                <a:latin typeface="Arial" panose="020B0704020202020204"/>
                <a:ea typeface="Arial" panose="020B0704020202020204"/>
                <a:cs typeface="Arial" panose="020B0704020202020204"/>
              </a:defRPr>
            </a:lvl9pPr>
          </a:lstStyle>
          <a:p>
            <a:pPr algn="l">
              <a:defRPr sz="2850" b="1">
                <a:solidFill>
                  <a:srgbClr val="12838D"/>
                </a:solidFill>
                <a:latin typeface="Arial" panose="020B0704020202020204"/>
                <a:ea typeface="Arial" panose="020B0704020202020204"/>
                <a:cs typeface="Arial" panose="020B0704020202020204"/>
              </a:defRPr>
            </a:pPr>
            <a:r>
              <a:rPr sz="2850" b="1">
                <a:solidFill>
                  <a:srgbClr val="12838D"/>
                </a:solidFill>
                <a:latin typeface="Arial" panose="020B0704020202020204"/>
                <a:ea typeface="Arial" panose="020B0704020202020204"/>
                <a:cs typeface="Arial" panose="020B0704020202020204"/>
              </a:rPr>
              <a:t>03</a:t>
            </a:r>
            <a:endParaRPr sz="2850" b="1">
              <a:solidFill>
                <a:srgbClr val="12838D"/>
              </a:solidFill>
              <a:latin typeface="Arial" panose="020B0704020202020204"/>
              <a:ea typeface="Arial" panose="020B0704020202020204"/>
              <a:cs typeface="Arial" panose="020B0704020202020204"/>
            </a:endParaRPr>
          </a:p>
        </p:txBody>
      </p:sp>
      <p:sp>
        <p:nvSpPr>
          <p:cNvPr id="21" name="矩形 20"/>
          <p:cNvSpPr>
            <a:spLocks noGrp="1"/>
          </p:cNvSpPr>
          <p:nvPr/>
        </p:nvSpPr>
        <p:spPr>
          <a:xfrm>
            <a:off x="1571625" y="4524375"/>
            <a:ext cx="9906000" cy="523875"/>
          </a:xfrm>
          <a:prstGeom prst="rect">
            <a:avLst/>
          </a:prstGeom>
          <a:noFill/>
          <a:ln w="0">
            <a:noFill/>
          </a:ln>
        </p:spPr>
        <p:txBody>
          <a:bodyPr wrap="square" lIns="0" tIns="0" rIns="0" bIns="0" anchor="ctr"/>
          <a:lstStyle>
            <a:defPPr algn="l">
              <a:defRPr sz="2250" b="1">
                <a:solidFill>
                  <a:srgbClr val="132A43"/>
                </a:solidFill>
                <a:latin typeface="Arial" panose="020B0704020202020204"/>
                <a:ea typeface="Arial" panose="020B0704020202020204"/>
                <a:cs typeface="Arial" panose="020B0704020202020204"/>
              </a:defRPr>
            </a:defPPr>
            <a:lvl1pPr algn="l">
              <a:defRPr sz="2250" b="1">
                <a:solidFill>
                  <a:srgbClr val="132A43"/>
                </a:solidFill>
                <a:latin typeface="Arial" panose="020B0704020202020204"/>
                <a:ea typeface="Arial" panose="020B0704020202020204"/>
                <a:cs typeface="Arial" panose="020B0704020202020204"/>
              </a:defRPr>
            </a:lvl1pPr>
            <a:lvl2pPr algn="l">
              <a:defRPr sz="2250" b="1">
                <a:solidFill>
                  <a:srgbClr val="132A43"/>
                </a:solidFill>
                <a:latin typeface="Arial" panose="020B0704020202020204"/>
                <a:ea typeface="Arial" panose="020B0704020202020204"/>
                <a:cs typeface="Arial" panose="020B0704020202020204"/>
              </a:defRPr>
            </a:lvl2pPr>
            <a:lvl3pPr algn="l">
              <a:defRPr sz="2250" b="1">
                <a:solidFill>
                  <a:srgbClr val="132A43"/>
                </a:solidFill>
                <a:latin typeface="Arial" panose="020B0704020202020204"/>
                <a:ea typeface="Arial" panose="020B0704020202020204"/>
                <a:cs typeface="Arial" panose="020B0704020202020204"/>
              </a:defRPr>
            </a:lvl3pPr>
            <a:lvl4pPr algn="l">
              <a:defRPr sz="2250" b="1">
                <a:solidFill>
                  <a:srgbClr val="132A43"/>
                </a:solidFill>
                <a:latin typeface="Arial" panose="020B0704020202020204"/>
                <a:ea typeface="Arial" panose="020B0704020202020204"/>
                <a:cs typeface="Arial" panose="020B0704020202020204"/>
              </a:defRPr>
            </a:lvl4pPr>
            <a:lvl5pPr algn="l">
              <a:defRPr sz="2250" b="1">
                <a:solidFill>
                  <a:srgbClr val="132A43"/>
                </a:solidFill>
                <a:latin typeface="Arial" panose="020B0704020202020204"/>
                <a:ea typeface="Arial" panose="020B0704020202020204"/>
                <a:cs typeface="Arial" panose="020B0704020202020204"/>
              </a:defRPr>
            </a:lvl5pPr>
            <a:lvl6pPr algn="l">
              <a:defRPr sz="2250" b="1">
                <a:solidFill>
                  <a:srgbClr val="132A43"/>
                </a:solidFill>
                <a:latin typeface="Arial" panose="020B0704020202020204"/>
                <a:ea typeface="Arial" panose="020B0704020202020204"/>
                <a:cs typeface="Arial" panose="020B0704020202020204"/>
              </a:defRPr>
            </a:lvl6pPr>
            <a:lvl7pPr algn="l">
              <a:defRPr sz="2250" b="1">
                <a:solidFill>
                  <a:srgbClr val="132A43"/>
                </a:solidFill>
                <a:latin typeface="Arial" panose="020B0704020202020204"/>
                <a:ea typeface="Arial" panose="020B0704020202020204"/>
                <a:cs typeface="Arial" panose="020B0704020202020204"/>
              </a:defRPr>
            </a:lvl7pPr>
            <a:lvl8pPr algn="l">
              <a:defRPr sz="2250" b="1">
                <a:solidFill>
                  <a:srgbClr val="132A43"/>
                </a:solidFill>
                <a:latin typeface="Arial" panose="020B0704020202020204"/>
                <a:ea typeface="Arial" panose="020B0704020202020204"/>
                <a:cs typeface="Arial" panose="020B0704020202020204"/>
              </a:defRPr>
            </a:lvl8pPr>
            <a:lvl9pPr algn="l">
              <a:defRPr sz="2250" b="1">
                <a:solidFill>
                  <a:srgbClr val="132A43"/>
                </a:solidFill>
                <a:latin typeface="Arial" panose="020B0704020202020204"/>
                <a:ea typeface="Arial" panose="020B0704020202020204"/>
                <a:cs typeface="Arial" panose="020B0704020202020204"/>
              </a:defRPr>
            </a:lvl9pPr>
          </a:lstStyle>
          <a:p>
            <a:pPr algn="l">
              <a:defRPr sz="2250" b="1">
                <a:solidFill>
                  <a:srgbClr val="132A43"/>
                </a:solidFill>
                <a:latin typeface="Arial" panose="020B0704020202020204"/>
                <a:ea typeface="Arial" panose="020B0704020202020204"/>
                <a:cs typeface="Arial" panose="020B0704020202020204"/>
              </a:defRPr>
            </a:pPr>
            <a:r>
              <a:rPr sz="2250" b="1">
                <a:solidFill>
                  <a:srgbClr val="132A43"/>
                </a:solidFill>
                <a:latin typeface="Arial" panose="020B0704020202020204"/>
                <a:ea typeface="Arial" panose="020B0704020202020204"/>
                <a:cs typeface="Arial" panose="020B0704020202020204"/>
              </a:rPr>
              <a:t>Performance depends on the window</a:t>
            </a:r>
            <a:endParaRPr sz="2250" b="1">
              <a:solidFill>
                <a:srgbClr val="132A43"/>
              </a:solidFill>
              <a:latin typeface="Arial" panose="020B0704020202020204"/>
              <a:ea typeface="Arial" panose="020B0704020202020204"/>
              <a:cs typeface="Arial" panose="020B0704020202020204"/>
            </a:endParaRPr>
          </a:p>
        </p:txBody>
      </p:sp>
      <p:sp>
        <p:nvSpPr>
          <p:cNvPr id="22" name="矩形 21"/>
          <p:cNvSpPr>
            <a:spLocks noGrp="1"/>
          </p:cNvSpPr>
          <p:nvPr/>
        </p:nvSpPr>
        <p:spPr>
          <a:xfrm>
            <a:off x="1571625" y="5095875"/>
            <a:ext cx="9906000" cy="619125"/>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Dual leads combined historical CAGR and Sharpe. Twenty-one test days offer limited evidence.</a:t>
            </a:r>
            <a:endParaRPr sz="1800" b="0">
              <a:solidFill>
                <a:srgbClr val="132A43"/>
              </a:solidFill>
              <a:latin typeface="Arial" panose="020B0704020202020204"/>
              <a:ea typeface="Arial" panose="020B0704020202020204"/>
              <a:cs typeface="Arial" panose="020B070402020202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4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evidence leaves material uncertainty</a:t>
            </a:r>
            <a:endParaRPr sz="3150" b="1">
              <a:solidFill>
                <a:srgbClr val="132A43"/>
              </a:solidFill>
              <a:latin typeface="Arial" panose="020B0704020202020204"/>
              <a:ea typeface="Arial" panose="020B0704020202020204"/>
              <a:cs typeface="Arial" panose="020B0704020202020204"/>
            </a:endParaRPr>
          </a:p>
        </p:txBody>
      </p:sp>
      <p:sp>
        <p:nvSpPr>
          <p:cNvPr id="3" name="slide-4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50</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47825"/>
          <a:ext cx="11049000" cy="3762375"/>
        </p:xfrm>
        <a:graphic>
          <a:graphicData uri="http://schemas.openxmlformats.org/drawingml/2006/table">
            <a:tbl>
              <a:tblPr/>
              <a:tblGrid>
                <a:gridCol w="5048250"/>
                <a:gridCol w="6000750"/>
              </a:tblGrid>
              <a:tr h="537482">
                <a:tc>
                  <a:txBody>
                    <a:bodyPr>
                      <a:spAutoFit/>
                    </a:bodyPr>
                    <a:lstStyle/>
                    <a:p>
                      <a:r>
                        <a:rPr sz="1800" b="1">
                          <a:solidFill>
                            <a:srgbClr val="FFFFFF"/>
                          </a:solidFill>
                          <a:latin typeface="Arial" panose="020B0704020202020204"/>
                          <a:ea typeface="Arial" panose="020B0704020202020204"/>
                          <a:cs typeface="Arial" panose="020B0704020202020204"/>
                        </a:rPr>
                        <a:t>Limitation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Implication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Historical strategy-selection bias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No independent prospective evidence</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Limited ETF universe</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Results may not generalize to other assets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Asynchronous market and FX closes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Daily basket execution is an approximation</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Simplified costs and taxes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Actual investor implementation may differ</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Imperfect covariance forecasts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Future risk shares can miss assigned targets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BIL retains USD/SGD risk</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Defensive does not mean risk-free in SGD</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48-text-3"/>
          <p:cNvSpPr>
            <a:spLocks noGrp="1"/>
          </p:cNvSpPr>
          <p:nvPr/>
        </p:nvSpPr>
        <p:spPr>
          <a:xfrm>
            <a:off x="571500" y="5829300"/>
            <a:ext cx="11049000" cy="590550"/>
          </a:xfrm>
          <a:prstGeom prst="rect">
            <a:avLst/>
          </a:prstGeom>
          <a:noFill/>
          <a:ln w="0">
            <a:noFill/>
          </a:ln>
        </p:spPr>
        <p:txBody>
          <a:bodyPr wrap="square" lIns="0" tIns="0" rIns="0" bIns="0" anchor="t">
            <a:noAutofit/>
          </a:bodyPr>
          <a:lstStyle>
            <a:defPPr algn="l">
              <a:defRPr sz="2175" b="1">
                <a:solidFill>
                  <a:srgbClr val="167F89"/>
                </a:solidFill>
                <a:latin typeface="Arial" panose="020B0704020202020204"/>
                <a:ea typeface="Arial" panose="020B0704020202020204"/>
                <a:cs typeface="Arial" panose="020B0704020202020204"/>
              </a:defRPr>
            </a:defPPr>
            <a:lvl1pPr algn="l">
              <a:buNone/>
              <a:defRPr sz="2175" b="1">
                <a:solidFill>
                  <a:srgbClr val="167F89"/>
                </a:solidFill>
                <a:latin typeface="Arial" panose="020B0704020202020204"/>
                <a:ea typeface="Arial" panose="020B0704020202020204"/>
                <a:cs typeface="Arial" panose="020B0704020202020204"/>
              </a:defRPr>
            </a:lvl1pPr>
            <a:lvl2pPr algn="l">
              <a:buNone/>
              <a:defRPr sz="2175" b="1">
                <a:solidFill>
                  <a:srgbClr val="167F89"/>
                </a:solidFill>
                <a:latin typeface="Arial" panose="020B0704020202020204"/>
                <a:ea typeface="Arial" panose="020B0704020202020204"/>
                <a:cs typeface="Arial" panose="020B0704020202020204"/>
              </a:defRPr>
            </a:lvl2pPr>
            <a:lvl3pPr algn="l">
              <a:buNone/>
              <a:defRPr sz="2175" b="1">
                <a:solidFill>
                  <a:srgbClr val="167F89"/>
                </a:solidFill>
                <a:latin typeface="Arial" panose="020B0704020202020204"/>
                <a:ea typeface="Arial" panose="020B0704020202020204"/>
                <a:cs typeface="Arial" panose="020B0704020202020204"/>
              </a:defRPr>
            </a:lvl3pPr>
            <a:lvl4pPr algn="l">
              <a:buNone/>
              <a:defRPr sz="2175" b="1">
                <a:solidFill>
                  <a:srgbClr val="167F89"/>
                </a:solidFill>
                <a:latin typeface="Arial" panose="020B0704020202020204"/>
                <a:ea typeface="Arial" panose="020B0704020202020204"/>
                <a:cs typeface="Arial" panose="020B0704020202020204"/>
              </a:defRPr>
            </a:lvl4pPr>
            <a:lvl5pPr algn="l">
              <a:buNone/>
              <a:defRPr sz="2175" b="1">
                <a:solidFill>
                  <a:srgbClr val="167F89"/>
                </a:solidFill>
                <a:latin typeface="Arial" panose="020B0704020202020204"/>
                <a:ea typeface="Arial" panose="020B0704020202020204"/>
                <a:cs typeface="Arial" panose="020B0704020202020204"/>
              </a:defRPr>
            </a:lvl5pPr>
            <a:lvl6pPr algn="l">
              <a:buNone/>
              <a:defRPr sz="2175" b="1">
                <a:solidFill>
                  <a:srgbClr val="167F89"/>
                </a:solidFill>
                <a:latin typeface="Arial" panose="020B0704020202020204"/>
                <a:ea typeface="Arial" panose="020B0704020202020204"/>
                <a:cs typeface="Arial" panose="020B0704020202020204"/>
              </a:defRPr>
            </a:lvl6pPr>
            <a:lvl7pPr algn="l">
              <a:buNone/>
              <a:defRPr sz="2175" b="1">
                <a:solidFill>
                  <a:srgbClr val="167F89"/>
                </a:solidFill>
                <a:latin typeface="Arial" panose="020B0704020202020204"/>
                <a:ea typeface="Arial" panose="020B0704020202020204"/>
                <a:cs typeface="Arial" panose="020B0704020202020204"/>
              </a:defRPr>
            </a:lvl7pPr>
            <a:lvl8pPr algn="l">
              <a:buNone/>
              <a:defRPr sz="2175" b="1">
                <a:solidFill>
                  <a:srgbClr val="167F89"/>
                </a:solidFill>
                <a:latin typeface="Arial" panose="020B0704020202020204"/>
                <a:ea typeface="Arial" panose="020B0704020202020204"/>
                <a:cs typeface="Arial" panose="020B0704020202020204"/>
              </a:defRPr>
            </a:lvl8pPr>
            <a:lvl9pPr algn="l">
              <a:buNone/>
              <a:defRPr sz="2175" b="1">
                <a:solidFill>
                  <a:srgbClr val="167F89"/>
                </a:solidFill>
                <a:latin typeface="Arial" panose="020B0704020202020204"/>
                <a:ea typeface="Arial" panose="020B0704020202020204"/>
                <a:cs typeface="Arial" panose="020B0704020202020204"/>
              </a:defRPr>
            </a:lvl9pPr>
          </a:lstStyle>
          <a:p>
            <a:pPr algn="l">
              <a:buNone/>
              <a:defRPr sz="2175" b="1">
                <a:solidFill>
                  <a:srgbClr val="167F89"/>
                </a:solidFill>
                <a:latin typeface="Arial" panose="020B0704020202020204"/>
                <a:ea typeface="Arial" panose="020B0704020202020204"/>
                <a:cs typeface="Arial" panose="020B0704020202020204"/>
              </a:defRPr>
            </a:pPr>
            <a:r>
              <a:rPr sz="2175" b="1">
                <a:solidFill>
                  <a:srgbClr val="167F89"/>
                </a:solidFill>
                <a:latin typeface="Arial" panose="020B0704020202020204"/>
                <a:ea typeface="Arial" panose="020B0704020202020204"/>
                <a:cs typeface="Arial" panose="020B0704020202020204"/>
              </a:rPr>
              <a:t>Recent-month test: 21 retrospective returns. October coverage ends Oct 19.</a:t>
            </a:r>
            <a:endParaRPr sz="2175"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7" name="slide-49-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51</a:t>
            </a:r>
            <a:endParaRPr sz="1050" b="0">
              <a:solidFill>
                <a:srgbClr val="72B5C0"/>
              </a:solidFill>
              <a:latin typeface="Arial" panose="020B0704020202020204"/>
              <a:ea typeface="Arial" panose="020B0704020202020204"/>
              <a:cs typeface="Arial" panose="020B0704020202020204"/>
            </a:endParaRPr>
          </a:p>
        </p:txBody>
      </p:sp>
      <p:sp>
        <p:nvSpPr>
          <p:cNvPr id="2" name="slide-49-text-1"/>
          <p:cNvSpPr>
            <a:spLocks noGrp="1"/>
          </p:cNvSpPr>
          <p:nvPr/>
        </p:nvSpPr>
        <p:spPr>
          <a:xfrm>
            <a:off x="571500" y="457200"/>
            <a:ext cx="10858500" cy="266700"/>
          </a:xfrm>
          <a:prstGeom prst="rect">
            <a:avLst/>
          </a:prstGeom>
          <a:noFill/>
          <a:ln w="0">
            <a:noFill/>
          </a:ln>
        </p:spPr>
        <p:txBody>
          <a:bodyPr wrap="square" lIns="0" tIns="0" rIns="0" bIns="0" anchor="t">
            <a:noAutofit/>
          </a:bodyPr>
          <a:lstStyle>
            <a:defPPr algn="l">
              <a:defRPr sz="1425" b="1">
                <a:solidFill>
                  <a:srgbClr val="72B5C0"/>
                </a:solidFill>
                <a:latin typeface="Arial" panose="020B0704020202020204"/>
                <a:ea typeface="Arial" panose="020B0704020202020204"/>
                <a:cs typeface="Arial" panose="020B0704020202020204"/>
              </a:defRPr>
            </a:defPPr>
            <a:lvl1pPr algn="l">
              <a:buNone/>
              <a:defRPr sz="1425" b="1">
                <a:solidFill>
                  <a:srgbClr val="72B5C0"/>
                </a:solidFill>
                <a:latin typeface="Arial" panose="020B0704020202020204"/>
                <a:ea typeface="Arial" panose="020B0704020202020204"/>
                <a:cs typeface="Arial" panose="020B0704020202020204"/>
              </a:defRPr>
            </a:lvl1pPr>
            <a:lvl2pPr algn="l">
              <a:buNone/>
              <a:defRPr sz="1425" b="1">
                <a:solidFill>
                  <a:srgbClr val="72B5C0"/>
                </a:solidFill>
                <a:latin typeface="Arial" panose="020B0704020202020204"/>
                <a:ea typeface="Arial" panose="020B0704020202020204"/>
                <a:cs typeface="Arial" panose="020B0704020202020204"/>
              </a:defRPr>
            </a:lvl2pPr>
            <a:lvl3pPr algn="l">
              <a:buNone/>
              <a:defRPr sz="1425" b="1">
                <a:solidFill>
                  <a:srgbClr val="72B5C0"/>
                </a:solidFill>
                <a:latin typeface="Arial" panose="020B0704020202020204"/>
                <a:ea typeface="Arial" panose="020B0704020202020204"/>
                <a:cs typeface="Arial" panose="020B0704020202020204"/>
              </a:defRPr>
            </a:lvl3pPr>
            <a:lvl4pPr algn="l">
              <a:buNone/>
              <a:defRPr sz="1425" b="1">
                <a:solidFill>
                  <a:srgbClr val="72B5C0"/>
                </a:solidFill>
                <a:latin typeface="Arial" panose="020B0704020202020204"/>
                <a:ea typeface="Arial" panose="020B0704020202020204"/>
                <a:cs typeface="Arial" panose="020B0704020202020204"/>
              </a:defRPr>
            </a:lvl4pPr>
            <a:lvl5pPr algn="l">
              <a:buNone/>
              <a:defRPr sz="1425" b="1">
                <a:solidFill>
                  <a:srgbClr val="72B5C0"/>
                </a:solidFill>
                <a:latin typeface="Arial" panose="020B0704020202020204"/>
                <a:ea typeface="Arial" panose="020B0704020202020204"/>
                <a:cs typeface="Arial" panose="020B0704020202020204"/>
              </a:defRPr>
            </a:lvl5pPr>
            <a:lvl6pPr algn="l">
              <a:buNone/>
              <a:defRPr sz="1425" b="1">
                <a:solidFill>
                  <a:srgbClr val="72B5C0"/>
                </a:solidFill>
                <a:latin typeface="Arial" panose="020B0704020202020204"/>
                <a:ea typeface="Arial" panose="020B0704020202020204"/>
                <a:cs typeface="Arial" panose="020B0704020202020204"/>
              </a:defRPr>
            </a:lvl6pPr>
            <a:lvl7pPr algn="l">
              <a:buNone/>
              <a:defRPr sz="1425" b="1">
                <a:solidFill>
                  <a:srgbClr val="72B5C0"/>
                </a:solidFill>
                <a:latin typeface="Arial" panose="020B0704020202020204"/>
                <a:ea typeface="Arial" panose="020B0704020202020204"/>
                <a:cs typeface="Arial" panose="020B0704020202020204"/>
              </a:defRPr>
            </a:lvl7pPr>
            <a:lvl8pPr algn="l">
              <a:buNone/>
              <a:defRPr sz="1425" b="1">
                <a:solidFill>
                  <a:srgbClr val="72B5C0"/>
                </a:solidFill>
                <a:latin typeface="Arial" panose="020B0704020202020204"/>
                <a:ea typeface="Arial" panose="020B0704020202020204"/>
                <a:cs typeface="Arial" panose="020B0704020202020204"/>
              </a:defRPr>
            </a:lvl8pPr>
            <a:lvl9pPr algn="l">
              <a:buNone/>
              <a:defRPr sz="1425" b="1">
                <a:solidFill>
                  <a:srgbClr val="72B5C0"/>
                </a:solidFill>
                <a:latin typeface="Arial" panose="020B0704020202020204"/>
                <a:ea typeface="Arial" panose="020B0704020202020204"/>
                <a:cs typeface="Arial" panose="020B0704020202020204"/>
              </a:defRPr>
            </a:lvl9pPr>
          </a:lstStyle>
          <a:p>
            <a:pPr algn="l">
              <a:buNone/>
              <a:defRPr sz="1425" b="1">
                <a:solidFill>
                  <a:srgbClr val="72B5C0"/>
                </a:solidFill>
                <a:latin typeface="Arial" panose="020B0704020202020204"/>
                <a:ea typeface="Arial" panose="020B0704020202020204"/>
                <a:cs typeface="Arial" panose="020B0704020202020204"/>
              </a:defRPr>
            </a:pPr>
            <a:r>
              <a:rPr sz="1425" b="1">
                <a:solidFill>
                  <a:srgbClr val="72B5C0"/>
                </a:solidFill>
                <a:latin typeface="Arial" panose="020B0704020202020204"/>
                <a:ea typeface="Arial" panose="020B0704020202020204"/>
                <a:cs typeface="Arial" panose="020B0704020202020204"/>
              </a:rPr>
              <a:t>CONCLUSION</a:t>
            </a:r>
            <a:endParaRPr sz="1425" b="1">
              <a:solidFill>
                <a:srgbClr val="72B5C0"/>
              </a:solidFill>
              <a:latin typeface="Arial" panose="020B0704020202020204"/>
              <a:ea typeface="Arial" panose="020B0704020202020204"/>
              <a:cs typeface="Arial" panose="020B0704020202020204"/>
            </a:endParaRPr>
          </a:p>
        </p:txBody>
      </p:sp>
      <p:sp>
        <p:nvSpPr>
          <p:cNvPr id="3" name="slide-49-text-2"/>
          <p:cNvSpPr>
            <a:spLocks noGrp="1"/>
          </p:cNvSpPr>
          <p:nvPr/>
        </p:nvSpPr>
        <p:spPr>
          <a:xfrm>
            <a:off x="571500" y="1447800"/>
            <a:ext cx="10953750" cy="1600200"/>
          </a:xfrm>
          <a:prstGeom prst="rect">
            <a:avLst/>
          </a:prstGeom>
          <a:noFill/>
          <a:ln w="0">
            <a:noFill/>
          </a:ln>
        </p:spPr>
        <p:txBody>
          <a:bodyPr wrap="square" lIns="0" tIns="0" rIns="0" bIns="0" anchor="t">
            <a:noAutofit/>
          </a:bodyPr>
          <a:lstStyle>
            <a:defPPr algn="l">
              <a:defRPr sz="4800" b="1">
                <a:solidFill>
                  <a:srgbClr val="FFFFFF"/>
                </a:solidFill>
                <a:latin typeface="Arial" panose="020B0704020202020204"/>
                <a:ea typeface="Arial" panose="020B0704020202020204"/>
                <a:cs typeface="Arial" panose="020B0704020202020204"/>
              </a:defRPr>
            </a:defPPr>
            <a:lvl1pPr algn="l">
              <a:buNone/>
              <a:defRPr sz="4800" b="1">
                <a:solidFill>
                  <a:srgbClr val="FFFFFF"/>
                </a:solidFill>
                <a:latin typeface="Arial" panose="020B0704020202020204"/>
                <a:ea typeface="Arial" panose="020B0704020202020204"/>
                <a:cs typeface="Arial" panose="020B0704020202020204"/>
              </a:defRPr>
            </a:lvl1pPr>
            <a:lvl2pPr algn="l">
              <a:buNone/>
              <a:defRPr sz="4800" b="1">
                <a:solidFill>
                  <a:srgbClr val="FFFFFF"/>
                </a:solidFill>
                <a:latin typeface="Arial" panose="020B0704020202020204"/>
                <a:ea typeface="Arial" panose="020B0704020202020204"/>
                <a:cs typeface="Arial" panose="020B0704020202020204"/>
              </a:defRPr>
            </a:lvl2pPr>
            <a:lvl3pPr algn="l">
              <a:buNone/>
              <a:defRPr sz="4800" b="1">
                <a:solidFill>
                  <a:srgbClr val="FFFFFF"/>
                </a:solidFill>
                <a:latin typeface="Arial" panose="020B0704020202020204"/>
                <a:ea typeface="Arial" panose="020B0704020202020204"/>
                <a:cs typeface="Arial" panose="020B0704020202020204"/>
              </a:defRPr>
            </a:lvl3pPr>
            <a:lvl4pPr algn="l">
              <a:buNone/>
              <a:defRPr sz="4800" b="1">
                <a:solidFill>
                  <a:srgbClr val="FFFFFF"/>
                </a:solidFill>
                <a:latin typeface="Arial" panose="020B0704020202020204"/>
                <a:ea typeface="Arial" panose="020B0704020202020204"/>
                <a:cs typeface="Arial" panose="020B0704020202020204"/>
              </a:defRPr>
            </a:lvl4pPr>
            <a:lvl5pPr algn="l">
              <a:buNone/>
              <a:defRPr sz="4800" b="1">
                <a:solidFill>
                  <a:srgbClr val="FFFFFF"/>
                </a:solidFill>
                <a:latin typeface="Arial" panose="020B0704020202020204"/>
                <a:ea typeface="Arial" panose="020B0704020202020204"/>
                <a:cs typeface="Arial" panose="020B0704020202020204"/>
              </a:defRPr>
            </a:lvl5pPr>
            <a:lvl6pPr algn="l">
              <a:buNone/>
              <a:defRPr sz="4800" b="1">
                <a:solidFill>
                  <a:srgbClr val="FFFFFF"/>
                </a:solidFill>
                <a:latin typeface="Arial" panose="020B0704020202020204"/>
                <a:ea typeface="Arial" panose="020B0704020202020204"/>
                <a:cs typeface="Arial" panose="020B0704020202020204"/>
              </a:defRPr>
            </a:lvl6pPr>
            <a:lvl7pPr algn="l">
              <a:buNone/>
              <a:defRPr sz="4800" b="1">
                <a:solidFill>
                  <a:srgbClr val="FFFFFF"/>
                </a:solidFill>
                <a:latin typeface="Arial" panose="020B0704020202020204"/>
                <a:ea typeface="Arial" panose="020B0704020202020204"/>
                <a:cs typeface="Arial" panose="020B0704020202020204"/>
              </a:defRPr>
            </a:lvl7pPr>
            <a:lvl8pPr algn="l">
              <a:buNone/>
              <a:defRPr sz="4800" b="1">
                <a:solidFill>
                  <a:srgbClr val="FFFFFF"/>
                </a:solidFill>
                <a:latin typeface="Arial" panose="020B0704020202020204"/>
                <a:ea typeface="Arial" panose="020B0704020202020204"/>
                <a:cs typeface="Arial" panose="020B0704020202020204"/>
              </a:defRPr>
            </a:lvl8pPr>
            <a:lvl9pPr algn="l">
              <a:buNone/>
              <a:defRPr sz="4800" b="1">
                <a:solidFill>
                  <a:srgbClr val="FFFFFF"/>
                </a:solidFill>
                <a:latin typeface="Arial" panose="020B0704020202020204"/>
                <a:ea typeface="Arial" panose="020B0704020202020204"/>
                <a:cs typeface="Arial" panose="020B0704020202020204"/>
              </a:defRPr>
            </a:lvl9pPr>
          </a:lstStyle>
          <a:p>
            <a:pPr algn="l">
              <a:buNone/>
              <a:defRPr sz="4800" b="1">
                <a:solidFill>
                  <a:srgbClr val="FFFFFF"/>
                </a:solidFill>
                <a:latin typeface="Arial" panose="020B0704020202020204"/>
                <a:ea typeface="Arial" panose="020B0704020202020204"/>
                <a:cs typeface="Arial" panose="020B0704020202020204"/>
              </a:defRPr>
            </a:pPr>
            <a:r>
              <a:rPr sz="4800" b="1">
                <a:solidFill>
                  <a:srgbClr val="FFFFFF"/>
                </a:solidFill>
                <a:latin typeface="Arial" panose="020B0704020202020204"/>
                <a:ea typeface="Arial" panose="020B0704020202020204"/>
                <a:cs typeface="Arial" panose="020B0704020202020204"/>
              </a:rPr>
              <a:t>Momentum informs</a:t>
            </a:r>
            <a:endParaRPr sz="4800" b="1">
              <a:solidFill>
                <a:srgbClr val="FFFFFF"/>
              </a:solidFill>
              <a:latin typeface="Arial" panose="020B0704020202020204"/>
              <a:ea typeface="Arial" panose="020B0704020202020204"/>
              <a:cs typeface="Arial" panose="020B0704020202020204"/>
            </a:endParaRPr>
          </a:p>
          <a:p>
            <a:pPr algn="l">
              <a:buNone/>
              <a:defRPr sz="4800" b="1">
                <a:solidFill>
                  <a:srgbClr val="FFFFFF"/>
                </a:solidFill>
                <a:latin typeface="Arial" panose="020B0704020202020204"/>
                <a:ea typeface="Arial" panose="020B0704020202020204"/>
                <a:cs typeface="Arial" panose="020B0704020202020204"/>
              </a:defRPr>
            </a:pPr>
            <a:r>
              <a:rPr sz="4800" b="1">
                <a:solidFill>
                  <a:srgbClr val="FFFFFF"/>
                </a:solidFill>
                <a:latin typeface="Arial" panose="020B0704020202020204"/>
                <a:ea typeface="Arial" panose="020B0704020202020204"/>
                <a:cs typeface="Arial" panose="020B0704020202020204"/>
              </a:rPr>
              <a:t>risk preferences.</a:t>
            </a:r>
            <a:endParaRPr sz="4800" b="1">
              <a:solidFill>
                <a:srgbClr val="FFFFFF"/>
              </a:solidFill>
              <a:latin typeface="Arial" panose="020B0704020202020204"/>
              <a:ea typeface="Arial" panose="020B0704020202020204"/>
              <a:cs typeface="Arial" panose="020B0704020202020204"/>
            </a:endParaRPr>
          </a:p>
        </p:txBody>
      </p:sp>
      <p:sp>
        <p:nvSpPr>
          <p:cNvPr id="4" name="slide-49-text-3"/>
          <p:cNvSpPr>
            <a:spLocks noGrp="1"/>
          </p:cNvSpPr>
          <p:nvPr/>
        </p:nvSpPr>
        <p:spPr>
          <a:xfrm>
            <a:off x="571500" y="3286125"/>
            <a:ext cx="10953750" cy="1447800"/>
          </a:xfrm>
          <a:prstGeom prst="rect">
            <a:avLst/>
          </a:prstGeom>
          <a:noFill/>
          <a:ln w="0">
            <a:noFill/>
          </a:ln>
        </p:spPr>
        <p:txBody>
          <a:bodyPr wrap="square" lIns="0" tIns="0" rIns="0" bIns="0" anchor="t">
            <a:noAutofit/>
          </a:bodyPr>
          <a:lstStyle>
            <a:defPPr algn="l">
              <a:defRPr sz="4050" b="1">
                <a:solidFill>
                  <a:srgbClr val="72B5C0"/>
                </a:solidFill>
                <a:latin typeface="Arial" panose="020B0704020202020204"/>
                <a:ea typeface="Arial" panose="020B0704020202020204"/>
                <a:cs typeface="Arial" panose="020B0704020202020204"/>
              </a:defRPr>
            </a:defPPr>
            <a:lvl1pPr algn="l">
              <a:buNone/>
              <a:defRPr sz="4050" b="1">
                <a:solidFill>
                  <a:srgbClr val="72B5C0"/>
                </a:solidFill>
                <a:latin typeface="Arial" panose="020B0704020202020204"/>
                <a:ea typeface="Arial" panose="020B0704020202020204"/>
                <a:cs typeface="Arial" panose="020B0704020202020204"/>
              </a:defRPr>
            </a:lvl1pPr>
            <a:lvl2pPr algn="l">
              <a:buNone/>
              <a:defRPr sz="4050" b="1">
                <a:solidFill>
                  <a:srgbClr val="72B5C0"/>
                </a:solidFill>
                <a:latin typeface="Arial" panose="020B0704020202020204"/>
                <a:ea typeface="Arial" panose="020B0704020202020204"/>
                <a:cs typeface="Arial" panose="020B0704020202020204"/>
              </a:defRPr>
            </a:lvl2pPr>
            <a:lvl3pPr algn="l">
              <a:buNone/>
              <a:defRPr sz="4050" b="1">
                <a:solidFill>
                  <a:srgbClr val="72B5C0"/>
                </a:solidFill>
                <a:latin typeface="Arial" panose="020B0704020202020204"/>
                <a:ea typeface="Arial" panose="020B0704020202020204"/>
                <a:cs typeface="Arial" panose="020B0704020202020204"/>
              </a:defRPr>
            </a:lvl3pPr>
            <a:lvl4pPr algn="l">
              <a:buNone/>
              <a:defRPr sz="4050" b="1">
                <a:solidFill>
                  <a:srgbClr val="72B5C0"/>
                </a:solidFill>
                <a:latin typeface="Arial" panose="020B0704020202020204"/>
                <a:ea typeface="Arial" panose="020B0704020202020204"/>
                <a:cs typeface="Arial" panose="020B0704020202020204"/>
              </a:defRPr>
            </a:lvl4pPr>
            <a:lvl5pPr algn="l">
              <a:buNone/>
              <a:defRPr sz="4050" b="1">
                <a:solidFill>
                  <a:srgbClr val="72B5C0"/>
                </a:solidFill>
                <a:latin typeface="Arial" panose="020B0704020202020204"/>
                <a:ea typeface="Arial" panose="020B0704020202020204"/>
                <a:cs typeface="Arial" panose="020B0704020202020204"/>
              </a:defRPr>
            </a:lvl5pPr>
            <a:lvl6pPr algn="l">
              <a:buNone/>
              <a:defRPr sz="4050" b="1">
                <a:solidFill>
                  <a:srgbClr val="72B5C0"/>
                </a:solidFill>
                <a:latin typeface="Arial" panose="020B0704020202020204"/>
                <a:ea typeface="Arial" panose="020B0704020202020204"/>
                <a:cs typeface="Arial" panose="020B0704020202020204"/>
              </a:defRPr>
            </a:lvl6pPr>
            <a:lvl7pPr algn="l">
              <a:buNone/>
              <a:defRPr sz="4050" b="1">
                <a:solidFill>
                  <a:srgbClr val="72B5C0"/>
                </a:solidFill>
                <a:latin typeface="Arial" panose="020B0704020202020204"/>
                <a:ea typeface="Arial" panose="020B0704020202020204"/>
                <a:cs typeface="Arial" panose="020B0704020202020204"/>
              </a:defRPr>
            </a:lvl7pPr>
            <a:lvl8pPr algn="l">
              <a:buNone/>
              <a:defRPr sz="4050" b="1">
                <a:solidFill>
                  <a:srgbClr val="72B5C0"/>
                </a:solidFill>
                <a:latin typeface="Arial" panose="020B0704020202020204"/>
                <a:ea typeface="Arial" panose="020B0704020202020204"/>
                <a:cs typeface="Arial" panose="020B0704020202020204"/>
              </a:defRPr>
            </a:lvl8pPr>
            <a:lvl9pPr algn="l">
              <a:buNone/>
              <a:defRPr sz="4050" b="1">
                <a:solidFill>
                  <a:srgbClr val="72B5C0"/>
                </a:solidFill>
                <a:latin typeface="Arial" panose="020B0704020202020204"/>
                <a:ea typeface="Arial" panose="020B0704020202020204"/>
                <a:cs typeface="Arial" panose="020B0704020202020204"/>
              </a:defRPr>
            </a:lvl9pPr>
          </a:lstStyle>
          <a:p>
            <a:pPr algn="l">
              <a:buNone/>
              <a:defRPr sz="4050" b="1">
                <a:solidFill>
                  <a:srgbClr val="72B5C0"/>
                </a:solidFill>
                <a:latin typeface="Arial" panose="020B0704020202020204"/>
                <a:ea typeface="Arial" panose="020B0704020202020204"/>
                <a:cs typeface="Arial" panose="020B0704020202020204"/>
              </a:defRPr>
            </a:pPr>
            <a:r>
              <a:rPr sz="4050" b="1">
                <a:solidFill>
                  <a:srgbClr val="72B5C0"/>
                </a:solidFill>
                <a:latin typeface="Arial" panose="020B0704020202020204"/>
                <a:ea typeface="Arial" panose="020B0704020202020204"/>
                <a:cs typeface="Arial" panose="020B0704020202020204"/>
              </a:rPr>
              <a:t>Econometrics determines</a:t>
            </a:r>
            <a:endParaRPr sz="4050" b="1">
              <a:solidFill>
                <a:srgbClr val="72B5C0"/>
              </a:solidFill>
              <a:latin typeface="Arial" panose="020B0704020202020204"/>
              <a:ea typeface="Arial" panose="020B0704020202020204"/>
              <a:cs typeface="Arial" panose="020B0704020202020204"/>
            </a:endParaRPr>
          </a:p>
          <a:p>
            <a:pPr algn="l">
              <a:buNone/>
              <a:defRPr sz="4050" b="1">
                <a:solidFill>
                  <a:srgbClr val="72B5C0"/>
                </a:solidFill>
                <a:latin typeface="Arial" panose="020B0704020202020204"/>
                <a:ea typeface="Arial" panose="020B0704020202020204"/>
                <a:cs typeface="Arial" panose="020B0704020202020204"/>
              </a:defRPr>
            </a:pPr>
            <a:r>
              <a:rPr sz="4050" b="1">
                <a:solidFill>
                  <a:srgbClr val="72B5C0"/>
                </a:solidFill>
                <a:latin typeface="Arial" panose="020B0704020202020204"/>
                <a:ea typeface="Arial" panose="020B0704020202020204"/>
                <a:cs typeface="Arial" panose="020B0704020202020204"/>
              </a:rPr>
              <a:t>capital allocation.</a:t>
            </a:r>
            <a:endParaRPr sz="4050" b="1">
              <a:solidFill>
                <a:srgbClr val="72B5C0"/>
              </a:solidFill>
              <a:latin typeface="Arial" panose="020B0704020202020204"/>
              <a:ea typeface="Arial" panose="020B0704020202020204"/>
              <a:cs typeface="Arial" panose="020B0704020202020204"/>
            </a:endParaRPr>
          </a:p>
        </p:txBody>
      </p:sp>
      <p:sp>
        <p:nvSpPr>
          <p:cNvPr id="5" name="slide-49-text-4"/>
          <p:cNvSpPr>
            <a:spLocks noGrp="1"/>
          </p:cNvSpPr>
          <p:nvPr/>
        </p:nvSpPr>
        <p:spPr>
          <a:xfrm>
            <a:off x="571500" y="5248275"/>
            <a:ext cx="10953750" cy="866775"/>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Historical B shows improved risk-adjusted performance.</a:t>
            </a:r>
            <a:endParaRPr sz="2175" b="0">
              <a:solidFill>
                <a:srgbClr val="D4E3EB"/>
              </a:solidFill>
              <a:latin typeface="Arial" panose="020B0704020202020204"/>
              <a:ea typeface="Arial" panose="020B0704020202020204"/>
              <a:cs typeface="Arial" panose="020B0704020202020204"/>
            </a:endParaRPr>
          </a:p>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The recent-month test records a loss and trails MGRP.</a:t>
            </a:r>
            <a:endParaRPr sz="2175" b="0">
              <a:solidFill>
                <a:srgbClr val="D4E3EB"/>
              </a:solidFill>
              <a:latin typeface="Arial" panose="020B0704020202020204"/>
              <a:ea typeface="Arial" panose="020B0704020202020204"/>
              <a:cs typeface="Arial" panose="020B0704020202020204"/>
            </a:endParaRPr>
          </a:p>
        </p:txBody>
      </p:sp>
      <p:sp>
        <p:nvSpPr>
          <p:cNvPr id="6" name="slide-49-text-5"/>
          <p:cNvSpPr>
            <a:spLocks noGrp="1"/>
          </p:cNvSpPr>
          <p:nvPr/>
        </p:nvSpPr>
        <p:spPr>
          <a:xfrm>
            <a:off x="571500" y="6353175"/>
            <a:ext cx="10668000" cy="238125"/>
          </a:xfrm>
          <a:prstGeom prst="rect">
            <a:avLst/>
          </a:prstGeom>
          <a:noFill/>
          <a:ln w="0">
            <a:noFill/>
          </a:ln>
        </p:spPr>
        <p:txBody>
          <a:bodyPr wrap="square" lIns="0" tIns="0" rIns="0" bIns="0" anchor="t">
            <a:noAutofit/>
          </a:bodyPr>
          <a:lstStyle>
            <a:defPPr algn="l">
              <a:defRPr sz="1350" b="0">
                <a:solidFill>
                  <a:srgbClr val="D4E3EB"/>
                </a:solidFill>
                <a:latin typeface="Arial" panose="020B0704020202020204"/>
                <a:ea typeface="Arial" panose="020B0704020202020204"/>
                <a:cs typeface="Arial" panose="020B0704020202020204"/>
              </a:defRPr>
            </a:defPPr>
            <a:lvl1pPr algn="l">
              <a:buNone/>
              <a:defRPr sz="1350" b="0">
                <a:solidFill>
                  <a:srgbClr val="D4E3EB"/>
                </a:solidFill>
                <a:latin typeface="Arial" panose="020B0704020202020204"/>
                <a:ea typeface="Arial" panose="020B0704020202020204"/>
                <a:cs typeface="Arial" panose="020B0704020202020204"/>
              </a:defRPr>
            </a:lvl1pPr>
            <a:lvl2pPr algn="l">
              <a:buNone/>
              <a:defRPr sz="1350" b="0">
                <a:solidFill>
                  <a:srgbClr val="D4E3EB"/>
                </a:solidFill>
                <a:latin typeface="Arial" panose="020B0704020202020204"/>
                <a:ea typeface="Arial" panose="020B0704020202020204"/>
                <a:cs typeface="Arial" panose="020B0704020202020204"/>
              </a:defRPr>
            </a:lvl2pPr>
            <a:lvl3pPr algn="l">
              <a:buNone/>
              <a:defRPr sz="1350" b="0">
                <a:solidFill>
                  <a:srgbClr val="D4E3EB"/>
                </a:solidFill>
                <a:latin typeface="Arial" panose="020B0704020202020204"/>
                <a:ea typeface="Arial" panose="020B0704020202020204"/>
                <a:cs typeface="Arial" panose="020B0704020202020204"/>
              </a:defRPr>
            </a:lvl3pPr>
            <a:lvl4pPr algn="l">
              <a:buNone/>
              <a:defRPr sz="1350" b="0">
                <a:solidFill>
                  <a:srgbClr val="D4E3EB"/>
                </a:solidFill>
                <a:latin typeface="Arial" panose="020B0704020202020204"/>
                <a:ea typeface="Arial" panose="020B0704020202020204"/>
                <a:cs typeface="Arial" panose="020B0704020202020204"/>
              </a:defRPr>
            </a:lvl4pPr>
            <a:lvl5pPr algn="l">
              <a:buNone/>
              <a:defRPr sz="1350" b="0">
                <a:solidFill>
                  <a:srgbClr val="D4E3EB"/>
                </a:solidFill>
                <a:latin typeface="Arial" panose="020B0704020202020204"/>
                <a:ea typeface="Arial" panose="020B0704020202020204"/>
                <a:cs typeface="Arial" panose="020B0704020202020204"/>
              </a:defRPr>
            </a:lvl5pPr>
            <a:lvl6pPr algn="l">
              <a:buNone/>
              <a:defRPr sz="1350" b="0">
                <a:solidFill>
                  <a:srgbClr val="D4E3EB"/>
                </a:solidFill>
                <a:latin typeface="Arial" panose="020B0704020202020204"/>
                <a:ea typeface="Arial" panose="020B0704020202020204"/>
                <a:cs typeface="Arial" panose="020B0704020202020204"/>
              </a:defRPr>
            </a:lvl6pPr>
            <a:lvl7pPr algn="l">
              <a:buNone/>
              <a:defRPr sz="1350" b="0">
                <a:solidFill>
                  <a:srgbClr val="D4E3EB"/>
                </a:solidFill>
                <a:latin typeface="Arial" panose="020B0704020202020204"/>
                <a:ea typeface="Arial" panose="020B0704020202020204"/>
                <a:cs typeface="Arial" panose="020B0704020202020204"/>
              </a:defRPr>
            </a:lvl7pPr>
            <a:lvl8pPr algn="l">
              <a:buNone/>
              <a:defRPr sz="1350" b="0">
                <a:solidFill>
                  <a:srgbClr val="D4E3EB"/>
                </a:solidFill>
                <a:latin typeface="Arial" panose="020B0704020202020204"/>
                <a:ea typeface="Arial" panose="020B0704020202020204"/>
                <a:cs typeface="Arial" panose="020B0704020202020204"/>
              </a:defRPr>
            </a:lvl8pPr>
            <a:lvl9pPr algn="l">
              <a:buNone/>
              <a:defRPr sz="1350" b="0">
                <a:solidFill>
                  <a:srgbClr val="D4E3EB"/>
                </a:solidFill>
                <a:latin typeface="Arial" panose="020B0704020202020204"/>
                <a:ea typeface="Arial" panose="020B0704020202020204"/>
                <a:cs typeface="Arial" panose="020B0704020202020204"/>
              </a:defRPr>
            </a:lvl9pPr>
          </a:lstStyle>
          <a:p>
            <a:pPr algn="l">
              <a:buNone/>
              <a:defRPr sz="1350" b="0">
                <a:solidFill>
                  <a:srgbClr val="D4E3EB"/>
                </a:solidFill>
                <a:latin typeface="Arial" panose="020B0704020202020204"/>
                <a:ea typeface="Arial" panose="020B0704020202020204"/>
                <a:cs typeface="Arial" panose="020B0704020202020204"/>
              </a:defRPr>
            </a:pPr>
            <a:r>
              <a:rPr sz="1350" b="0">
                <a:solidFill>
                  <a:srgbClr val="D4E3EB"/>
                </a:solidFill>
                <a:latin typeface="Arial" panose="020B0704020202020204"/>
                <a:ea typeface="Arial" panose="020B0704020202020204"/>
                <a:cs typeface="Arial" panose="020B0704020202020204"/>
              </a:rPr>
              <a:t>Results depend on the period. Dual leads combined historical CAGR and Sharpe.</a:t>
            </a:r>
            <a:endParaRPr sz="1350"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5" name="slide-50-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52</a:t>
            </a:r>
            <a:endParaRPr sz="1050" b="0">
              <a:solidFill>
                <a:srgbClr val="72B5C0"/>
              </a:solidFill>
              <a:latin typeface="Arial" panose="020B0704020202020204"/>
              <a:ea typeface="Arial" panose="020B0704020202020204"/>
              <a:cs typeface="Arial" panose="020B0704020202020204"/>
            </a:endParaRPr>
          </a:p>
        </p:txBody>
      </p:sp>
      <p:sp>
        <p:nvSpPr>
          <p:cNvPr id="2" name="slide-50-text-1"/>
          <p:cNvSpPr>
            <a:spLocks noGrp="1"/>
          </p:cNvSpPr>
          <p:nvPr/>
        </p:nvSpPr>
        <p:spPr>
          <a:xfrm>
            <a:off x="571500" y="762000"/>
            <a:ext cx="10477500" cy="476250"/>
          </a:xfrm>
          <a:prstGeom prst="rect">
            <a:avLst/>
          </a:prstGeom>
          <a:noFill/>
          <a:ln w="0">
            <a:noFill/>
          </a:ln>
        </p:spPr>
        <p:txBody>
          <a:bodyPr wrap="square" lIns="0" tIns="0" rIns="0" bIns="0" anchor="t">
            <a:noAutofit/>
          </a:bodyPr>
          <a:lstStyle>
            <a:defPPr algn="l">
              <a:defRPr sz="1950" b="1">
                <a:solidFill>
                  <a:srgbClr val="72B5C0"/>
                </a:solidFill>
                <a:latin typeface="Arial" panose="020B0704020202020204"/>
                <a:ea typeface="Arial" panose="020B0704020202020204"/>
                <a:cs typeface="Arial" panose="020B0704020202020204"/>
              </a:defRPr>
            </a:defPPr>
            <a:lvl1pPr algn="l">
              <a:buNone/>
              <a:defRPr sz="1950" b="1">
                <a:solidFill>
                  <a:srgbClr val="72B5C0"/>
                </a:solidFill>
                <a:latin typeface="Arial" panose="020B0704020202020204"/>
                <a:ea typeface="Arial" panose="020B0704020202020204"/>
                <a:cs typeface="Arial" panose="020B0704020202020204"/>
              </a:defRPr>
            </a:lvl1pPr>
            <a:lvl2pPr algn="l">
              <a:buNone/>
              <a:defRPr sz="1950" b="1">
                <a:solidFill>
                  <a:srgbClr val="72B5C0"/>
                </a:solidFill>
                <a:latin typeface="Arial" panose="020B0704020202020204"/>
                <a:ea typeface="Arial" panose="020B0704020202020204"/>
                <a:cs typeface="Arial" panose="020B0704020202020204"/>
              </a:defRPr>
            </a:lvl2pPr>
            <a:lvl3pPr algn="l">
              <a:buNone/>
              <a:defRPr sz="1950" b="1">
                <a:solidFill>
                  <a:srgbClr val="72B5C0"/>
                </a:solidFill>
                <a:latin typeface="Arial" panose="020B0704020202020204"/>
                <a:ea typeface="Arial" panose="020B0704020202020204"/>
                <a:cs typeface="Arial" panose="020B0704020202020204"/>
              </a:defRPr>
            </a:lvl3pPr>
            <a:lvl4pPr algn="l">
              <a:buNone/>
              <a:defRPr sz="1950" b="1">
                <a:solidFill>
                  <a:srgbClr val="72B5C0"/>
                </a:solidFill>
                <a:latin typeface="Arial" panose="020B0704020202020204"/>
                <a:ea typeface="Arial" panose="020B0704020202020204"/>
                <a:cs typeface="Arial" panose="020B0704020202020204"/>
              </a:defRPr>
            </a:lvl4pPr>
            <a:lvl5pPr algn="l">
              <a:buNone/>
              <a:defRPr sz="1950" b="1">
                <a:solidFill>
                  <a:srgbClr val="72B5C0"/>
                </a:solidFill>
                <a:latin typeface="Arial" panose="020B0704020202020204"/>
                <a:ea typeface="Arial" panose="020B0704020202020204"/>
                <a:cs typeface="Arial" panose="020B0704020202020204"/>
              </a:defRPr>
            </a:lvl5pPr>
            <a:lvl6pPr algn="l">
              <a:buNone/>
              <a:defRPr sz="1950" b="1">
                <a:solidFill>
                  <a:srgbClr val="72B5C0"/>
                </a:solidFill>
                <a:latin typeface="Arial" panose="020B0704020202020204"/>
                <a:ea typeface="Arial" panose="020B0704020202020204"/>
                <a:cs typeface="Arial" panose="020B0704020202020204"/>
              </a:defRPr>
            </a:lvl6pPr>
            <a:lvl7pPr algn="l">
              <a:buNone/>
              <a:defRPr sz="1950" b="1">
                <a:solidFill>
                  <a:srgbClr val="72B5C0"/>
                </a:solidFill>
                <a:latin typeface="Arial" panose="020B0704020202020204"/>
                <a:ea typeface="Arial" panose="020B0704020202020204"/>
                <a:cs typeface="Arial" panose="020B0704020202020204"/>
              </a:defRPr>
            </a:lvl7pPr>
            <a:lvl8pPr algn="l">
              <a:buNone/>
              <a:defRPr sz="1950" b="1">
                <a:solidFill>
                  <a:srgbClr val="72B5C0"/>
                </a:solidFill>
                <a:latin typeface="Arial" panose="020B0704020202020204"/>
                <a:ea typeface="Arial" panose="020B0704020202020204"/>
                <a:cs typeface="Arial" panose="020B0704020202020204"/>
              </a:defRPr>
            </a:lvl8pPr>
            <a:lvl9pPr algn="l">
              <a:buNone/>
              <a:defRPr sz="1950" b="1">
                <a:solidFill>
                  <a:srgbClr val="72B5C0"/>
                </a:solidFill>
                <a:latin typeface="Arial" panose="020B0704020202020204"/>
                <a:ea typeface="Arial" panose="020B0704020202020204"/>
                <a:cs typeface="Arial" panose="020B0704020202020204"/>
              </a:defRPr>
            </a:lvl9pPr>
          </a:lstStyle>
          <a:p>
            <a:pPr algn="l">
              <a:buNone/>
              <a:defRPr sz="1950" b="1">
                <a:solidFill>
                  <a:srgbClr val="72B5C0"/>
                </a:solidFill>
                <a:latin typeface="Arial" panose="020B0704020202020204"/>
                <a:ea typeface="Arial" panose="020B0704020202020204"/>
                <a:cs typeface="Arial" panose="020B0704020202020204"/>
              </a:defRPr>
            </a:pPr>
            <a:r>
              <a:rPr sz="1950" b="1">
                <a:solidFill>
                  <a:srgbClr val="72B5C0"/>
                </a:solidFill>
                <a:latin typeface="Arial" panose="020B0704020202020204"/>
                <a:ea typeface="Arial" panose="020B0704020202020204"/>
                <a:cs typeface="Arial" panose="020B0704020202020204"/>
              </a:rPr>
              <a:t>REFERENCE</a:t>
            </a:r>
            <a:endParaRPr sz="1950" b="1">
              <a:solidFill>
                <a:srgbClr val="72B5C0"/>
              </a:solidFill>
              <a:latin typeface="Arial" panose="020B0704020202020204"/>
              <a:ea typeface="Arial" panose="020B0704020202020204"/>
              <a:cs typeface="Arial" panose="020B0704020202020204"/>
            </a:endParaRPr>
          </a:p>
        </p:txBody>
      </p:sp>
      <p:sp>
        <p:nvSpPr>
          <p:cNvPr id="3" name="slide-50-text-2"/>
          <p:cNvSpPr>
            <a:spLocks noGrp="1"/>
          </p:cNvSpPr>
          <p:nvPr/>
        </p:nvSpPr>
        <p:spPr>
          <a:xfrm>
            <a:off x="571500" y="2152650"/>
            <a:ext cx="10953750" cy="1866900"/>
          </a:xfrm>
          <a:prstGeom prst="rect">
            <a:avLst/>
          </a:prstGeom>
          <a:noFill/>
          <a:ln w="0">
            <a:noFill/>
          </a:ln>
        </p:spPr>
        <p:txBody>
          <a:bodyPr wrap="square" lIns="0" tIns="0" rIns="0" bIns="0" anchor="t">
            <a:noAutofit/>
          </a:bodyPr>
          <a:lstStyle>
            <a:defPPr algn="l">
              <a:defRPr sz="5400" b="1">
                <a:solidFill>
                  <a:srgbClr val="FFFFFF"/>
                </a:solidFill>
                <a:latin typeface="Arial" panose="020B0704020202020204"/>
                <a:ea typeface="Arial" panose="020B0704020202020204"/>
                <a:cs typeface="Arial" panose="020B0704020202020204"/>
              </a:defRPr>
            </a:defPPr>
            <a:lvl1pPr algn="l">
              <a:buNone/>
              <a:defRPr sz="5400" b="1">
                <a:solidFill>
                  <a:srgbClr val="FFFFFF"/>
                </a:solidFill>
                <a:latin typeface="Arial" panose="020B0704020202020204"/>
                <a:ea typeface="Arial" panose="020B0704020202020204"/>
                <a:cs typeface="Arial" panose="020B0704020202020204"/>
              </a:defRPr>
            </a:lvl1pPr>
            <a:lvl2pPr algn="l">
              <a:buNone/>
              <a:defRPr sz="5400" b="1">
                <a:solidFill>
                  <a:srgbClr val="FFFFFF"/>
                </a:solidFill>
                <a:latin typeface="Arial" panose="020B0704020202020204"/>
                <a:ea typeface="Arial" panose="020B0704020202020204"/>
                <a:cs typeface="Arial" panose="020B0704020202020204"/>
              </a:defRPr>
            </a:lvl2pPr>
            <a:lvl3pPr algn="l">
              <a:buNone/>
              <a:defRPr sz="5400" b="1">
                <a:solidFill>
                  <a:srgbClr val="FFFFFF"/>
                </a:solidFill>
                <a:latin typeface="Arial" panose="020B0704020202020204"/>
                <a:ea typeface="Arial" panose="020B0704020202020204"/>
                <a:cs typeface="Arial" panose="020B0704020202020204"/>
              </a:defRPr>
            </a:lvl3pPr>
            <a:lvl4pPr algn="l">
              <a:buNone/>
              <a:defRPr sz="5400" b="1">
                <a:solidFill>
                  <a:srgbClr val="FFFFFF"/>
                </a:solidFill>
                <a:latin typeface="Arial" panose="020B0704020202020204"/>
                <a:ea typeface="Arial" panose="020B0704020202020204"/>
                <a:cs typeface="Arial" panose="020B0704020202020204"/>
              </a:defRPr>
            </a:lvl4pPr>
            <a:lvl5pPr algn="l">
              <a:buNone/>
              <a:defRPr sz="5400" b="1">
                <a:solidFill>
                  <a:srgbClr val="FFFFFF"/>
                </a:solidFill>
                <a:latin typeface="Arial" panose="020B0704020202020204"/>
                <a:ea typeface="Arial" panose="020B0704020202020204"/>
                <a:cs typeface="Arial" panose="020B0704020202020204"/>
              </a:defRPr>
            </a:lvl5pPr>
            <a:lvl6pPr algn="l">
              <a:buNone/>
              <a:defRPr sz="5400" b="1">
                <a:solidFill>
                  <a:srgbClr val="FFFFFF"/>
                </a:solidFill>
                <a:latin typeface="Arial" panose="020B0704020202020204"/>
                <a:ea typeface="Arial" panose="020B0704020202020204"/>
                <a:cs typeface="Arial" panose="020B0704020202020204"/>
              </a:defRPr>
            </a:lvl6pPr>
            <a:lvl7pPr algn="l">
              <a:buNone/>
              <a:defRPr sz="5400" b="1">
                <a:solidFill>
                  <a:srgbClr val="FFFFFF"/>
                </a:solidFill>
                <a:latin typeface="Arial" panose="020B0704020202020204"/>
                <a:ea typeface="Arial" panose="020B0704020202020204"/>
                <a:cs typeface="Arial" panose="020B0704020202020204"/>
              </a:defRPr>
            </a:lvl7pPr>
            <a:lvl8pPr algn="l">
              <a:buNone/>
              <a:defRPr sz="5400" b="1">
                <a:solidFill>
                  <a:srgbClr val="FFFFFF"/>
                </a:solidFill>
                <a:latin typeface="Arial" panose="020B0704020202020204"/>
                <a:ea typeface="Arial" panose="020B0704020202020204"/>
                <a:cs typeface="Arial" panose="020B0704020202020204"/>
              </a:defRPr>
            </a:lvl8pPr>
            <a:lvl9pPr algn="l">
              <a:buNone/>
              <a:defRPr sz="5400" b="1">
                <a:solidFill>
                  <a:srgbClr val="FFFFFF"/>
                </a:solidFill>
                <a:latin typeface="Arial" panose="020B0704020202020204"/>
                <a:ea typeface="Arial" panose="020B0704020202020204"/>
                <a:cs typeface="Arial" panose="020B0704020202020204"/>
              </a:defRPr>
            </a:lvl9pPr>
          </a:lstStyle>
          <a:p>
            <a:pPr algn="l">
              <a:buNone/>
              <a:defRPr sz="5400" b="1">
                <a:solidFill>
                  <a:srgbClr val="FFFFFF"/>
                </a:solidFill>
                <a:latin typeface="Arial" panose="020B0704020202020204"/>
                <a:ea typeface="Arial" panose="020B0704020202020204"/>
                <a:cs typeface="Arial" panose="020B0704020202020204"/>
              </a:defRPr>
            </a:pPr>
            <a:r>
              <a:rPr sz="5400" b="1">
                <a:solidFill>
                  <a:srgbClr val="FFFFFF"/>
                </a:solidFill>
                <a:latin typeface="Arial" panose="020B0704020202020204"/>
                <a:ea typeface="Arial" panose="020B0704020202020204"/>
                <a:cs typeface="Arial" panose="020B0704020202020204"/>
              </a:rPr>
              <a:t>Technical</a:t>
            </a:r>
            <a:endParaRPr sz="5400" b="1">
              <a:solidFill>
                <a:srgbClr val="FFFFFF"/>
              </a:solidFill>
              <a:latin typeface="Arial" panose="020B0704020202020204"/>
              <a:ea typeface="Arial" panose="020B0704020202020204"/>
              <a:cs typeface="Arial" panose="020B0704020202020204"/>
            </a:endParaRPr>
          </a:p>
          <a:p>
            <a:pPr algn="l">
              <a:buNone/>
              <a:defRPr sz="5400" b="1">
                <a:solidFill>
                  <a:srgbClr val="FFFFFF"/>
                </a:solidFill>
                <a:latin typeface="Arial" panose="020B0704020202020204"/>
                <a:ea typeface="Arial" panose="020B0704020202020204"/>
                <a:cs typeface="Arial" panose="020B0704020202020204"/>
              </a:defRPr>
            </a:pPr>
            <a:r>
              <a:rPr sz="5400" b="1">
                <a:solidFill>
                  <a:srgbClr val="FFFFFF"/>
                </a:solidFill>
                <a:latin typeface="Arial" panose="020B0704020202020204"/>
                <a:ea typeface="Arial" panose="020B0704020202020204"/>
                <a:cs typeface="Arial" panose="020B0704020202020204"/>
              </a:rPr>
              <a:t>Reference</a:t>
            </a:r>
            <a:endParaRPr sz="5400" b="1">
              <a:solidFill>
                <a:srgbClr val="FFFFFF"/>
              </a:solidFill>
              <a:latin typeface="Arial" panose="020B0704020202020204"/>
              <a:ea typeface="Arial" panose="020B0704020202020204"/>
              <a:cs typeface="Arial" panose="020B0704020202020204"/>
            </a:endParaRPr>
          </a:p>
        </p:txBody>
      </p:sp>
      <p:sp>
        <p:nvSpPr>
          <p:cNvPr id="4" name="slide-50-text-3"/>
          <p:cNvSpPr>
            <a:spLocks noGrp="1"/>
          </p:cNvSpPr>
          <p:nvPr/>
        </p:nvSpPr>
        <p:spPr>
          <a:xfrm>
            <a:off x="571500" y="4762500"/>
            <a:ext cx="10858500" cy="800100"/>
          </a:xfrm>
          <a:prstGeom prst="rect">
            <a:avLst/>
          </a:prstGeom>
          <a:noFill/>
          <a:ln w="0">
            <a:noFill/>
          </a:ln>
        </p:spPr>
        <p:txBody>
          <a:bodyPr wrap="square" lIns="0" tIns="0" rIns="0" bIns="0" anchor="t">
            <a:noAutofit/>
          </a:bodyPr>
          <a:lstStyle>
            <a:defPPr algn="l">
              <a:defRPr sz="2400" b="0">
                <a:solidFill>
                  <a:srgbClr val="D4E3EB"/>
                </a:solidFill>
                <a:latin typeface="Arial" panose="020B0704020202020204"/>
                <a:ea typeface="Arial" panose="020B0704020202020204"/>
                <a:cs typeface="Arial" panose="020B0704020202020204"/>
              </a:defRPr>
            </a:defPPr>
            <a:lvl1pPr algn="l">
              <a:buNone/>
              <a:defRPr sz="2400" b="0">
                <a:solidFill>
                  <a:srgbClr val="D4E3EB"/>
                </a:solidFill>
                <a:latin typeface="Arial" panose="020B0704020202020204"/>
                <a:ea typeface="Arial" panose="020B0704020202020204"/>
                <a:cs typeface="Arial" panose="020B0704020202020204"/>
              </a:defRPr>
            </a:lvl1pPr>
            <a:lvl2pPr algn="l">
              <a:buNone/>
              <a:defRPr sz="2400" b="0">
                <a:solidFill>
                  <a:srgbClr val="D4E3EB"/>
                </a:solidFill>
                <a:latin typeface="Arial" panose="020B0704020202020204"/>
                <a:ea typeface="Arial" panose="020B0704020202020204"/>
                <a:cs typeface="Arial" panose="020B0704020202020204"/>
              </a:defRPr>
            </a:lvl2pPr>
            <a:lvl3pPr algn="l">
              <a:buNone/>
              <a:defRPr sz="2400" b="0">
                <a:solidFill>
                  <a:srgbClr val="D4E3EB"/>
                </a:solidFill>
                <a:latin typeface="Arial" panose="020B0704020202020204"/>
                <a:ea typeface="Arial" panose="020B0704020202020204"/>
                <a:cs typeface="Arial" panose="020B0704020202020204"/>
              </a:defRPr>
            </a:lvl3pPr>
            <a:lvl4pPr algn="l">
              <a:buNone/>
              <a:defRPr sz="2400" b="0">
                <a:solidFill>
                  <a:srgbClr val="D4E3EB"/>
                </a:solidFill>
                <a:latin typeface="Arial" panose="020B0704020202020204"/>
                <a:ea typeface="Arial" panose="020B0704020202020204"/>
                <a:cs typeface="Arial" panose="020B0704020202020204"/>
              </a:defRPr>
            </a:lvl4pPr>
            <a:lvl5pPr algn="l">
              <a:buNone/>
              <a:defRPr sz="2400" b="0">
                <a:solidFill>
                  <a:srgbClr val="D4E3EB"/>
                </a:solidFill>
                <a:latin typeface="Arial" panose="020B0704020202020204"/>
                <a:ea typeface="Arial" panose="020B0704020202020204"/>
                <a:cs typeface="Arial" panose="020B0704020202020204"/>
              </a:defRPr>
            </a:lvl5pPr>
            <a:lvl6pPr algn="l">
              <a:buNone/>
              <a:defRPr sz="2400" b="0">
                <a:solidFill>
                  <a:srgbClr val="D4E3EB"/>
                </a:solidFill>
                <a:latin typeface="Arial" panose="020B0704020202020204"/>
                <a:ea typeface="Arial" panose="020B0704020202020204"/>
                <a:cs typeface="Arial" panose="020B0704020202020204"/>
              </a:defRPr>
            </a:lvl6pPr>
            <a:lvl7pPr algn="l">
              <a:buNone/>
              <a:defRPr sz="2400" b="0">
                <a:solidFill>
                  <a:srgbClr val="D4E3EB"/>
                </a:solidFill>
                <a:latin typeface="Arial" panose="020B0704020202020204"/>
                <a:ea typeface="Arial" panose="020B0704020202020204"/>
                <a:cs typeface="Arial" panose="020B0704020202020204"/>
              </a:defRPr>
            </a:lvl7pPr>
            <a:lvl8pPr algn="l">
              <a:buNone/>
              <a:defRPr sz="2400" b="0">
                <a:solidFill>
                  <a:srgbClr val="D4E3EB"/>
                </a:solidFill>
                <a:latin typeface="Arial" panose="020B0704020202020204"/>
                <a:ea typeface="Arial" panose="020B0704020202020204"/>
                <a:cs typeface="Arial" panose="020B0704020202020204"/>
              </a:defRPr>
            </a:lvl8pPr>
            <a:lvl9pPr algn="l">
              <a:buNone/>
              <a:defRPr sz="2400" b="0">
                <a:solidFill>
                  <a:srgbClr val="D4E3EB"/>
                </a:solidFill>
                <a:latin typeface="Arial" panose="020B0704020202020204"/>
                <a:ea typeface="Arial" panose="020B0704020202020204"/>
                <a:cs typeface="Arial" panose="020B0704020202020204"/>
              </a:defRPr>
            </a:lvl9pPr>
          </a:lstStyle>
          <a:p>
            <a:pPr algn="l">
              <a:buNone/>
              <a:defRPr sz="2400" b="0">
                <a:solidFill>
                  <a:srgbClr val="D4E3EB"/>
                </a:solidFill>
                <a:latin typeface="Arial" panose="020B0704020202020204"/>
                <a:ea typeface="Arial" panose="020B0704020202020204"/>
                <a:cs typeface="Arial" panose="020B0704020202020204"/>
              </a:defRPr>
            </a:pPr>
            <a:r>
              <a:rPr sz="2400" b="0">
                <a:solidFill>
                  <a:srgbClr val="D4E3EB"/>
                </a:solidFill>
                <a:latin typeface="Arial" panose="020B0704020202020204"/>
                <a:ea typeface="Arial" panose="020B0704020202020204"/>
                <a:cs typeface="Arial" panose="020B0704020202020204"/>
              </a:rPr>
              <a:t>Definitions, implementation details and complete results</a:t>
            </a:r>
            <a:endParaRPr sz="2400"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5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ETF ticker dictionary</a:t>
            </a:r>
            <a:endParaRPr sz="3150" b="1">
              <a:solidFill>
                <a:srgbClr val="132A43"/>
              </a:solidFill>
              <a:latin typeface="Arial" panose="020B0704020202020204"/>
              <a:ea typeface="Arial" panose="020B0704020202020204"/>
              <a:cs typeface="Arial" panose="020B0704020202020204"/>
            </a:endParaRPr>
          </a:p>
        </p:txBody>
      </p:sp>
      <p:sp>
        <p:nvSpPr>
          <p:cNvPr id="3" name="slide-5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53</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571625"/>
          <a:ext cx="11049000" cy="4238625"/>
        </p:xfrm>
        <a:graphic>
          <a:graphicData uri="http://schemas.openxmlformats.org/drawingml/2006/table">
            <a:tbl>
              <a:tblPr/>
              <a:tblGrid>
                <a:gridCol w="1428750"/>
                <a:gridCol w="8429625"/>
                <a:gridCol w="1190625"/>
              </a:tblGrid>
              <a:tr h="529828">
                <a:tc>
                  <a:txBody>
                    <a:bodyPr>
                      <a:spAutoFit/>
                    </a:bodyPr>
                    <a:lstStyle/>
                    <a:p>
                      <a:r>
                        <a:rPr sz="1650" b="1">
                          <a:solidFill>
                            <a:srgbClr val="FFFFFF"/>
                          </a:solidFill>
                          <a:latin typeface="Arial" panose="020B0704020202020204"/>
                          <a:ea typeface="Arial" panose="020B0704020202020204"/>
                          <a:cs typeface="Arial" panose="020B0704020202020204"/>
                        </a:rPr>
                        <a:t>Ticker</a:t>
                      </a:r>
                      <a:endParaRPr sz="165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650" b="1">
                          <a:solidFill>
                            <a:srgbClr val="FFFFFF"/>
                          </a:solidFill>
                          <a:latin typeface="Arial" panose="020B0704020202020204"/>
                          <a:ea typeface="Arial" panose="020B0704020202020204"/>
                          <a:cs typeface="Arial" panose="020B0704020202020204"/>
                        </a:rPr>
                        <a:t>Official fund name</a:t>
                      </a:r>
                      <a:endParaRPr sz="165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650" b="1">
                          <a:solidFill>
                            <a:srgbClr val="FFFFFF"/>
                          </a:solidFill>
                          <a:latin typeface="Arial" panose="020B0704020202020204"/>
                          <a:ea typeface="Arial" panose="020B0704020202020204"/>
                          <a:cs typeface="Arial" panose="020B0704020202020204"/>
                        </a:rPr>
                        <a:t>Quote</a:t>
                      </a:r>
                      <a:endParaRPr sz="165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SPY</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State Street SPDR S&amp;P 500 ETF Trust</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ES3.SI</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State Street SPDR Straits Times Index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SGD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TLT</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iShares 20+ Year Treasury Bond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GLD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SPDR Gold Shares</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IEMG</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iShares Core MSCI Emerging Markets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PDBC</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Invesco Optimum Yield Diversified Commodity Strategy No K-1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BIL</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State Street SPDR Bloomberg 1-3 Month T-Bill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51-text-3"/>
          <p:cNvSpPr>
            <a:spLocks noGrp="1"/>
          </p:cNvSpPr>
          <p:nvPr/>
        </p:nvSpPr>
        <p:spPr>
          <a:xfrm>
            <a:off x="571500" y="6038850"/>
            <a:ext cx="11049000" cy="381000"/>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buNone/>
              <a:defRPr sz="1725" b="0">
                <a:solidFill>
                  <a:srgbClr val="586B7C"/>
                </a:solidFill>
                <a:latin typeface="Arial" panose="020B0704020202020204"/>
                <a:ea typeface="Arial" panose="020B0704020202020204"/>
                <a:cs typeface="Arial" panose="020B0704020202020204"/>
              </a:defRPr>
            </a:lvl1pPr>
            <a:lvl2pPr algn="l">
              <a:buNone/>
              <a:defRPr sz="1725" b="0">
                <a:solidFill>
                  <a:srgbClr val="586B7C"/>
                </a:solidFill>
                <a:latin typeface="Arial" panose="020B0704020202020204"/>
                <a:ea typeface="Arial" panose="020B0704020202020204"/>
                <a:cs typeface="Arial" panose="020B0704020202020204"/>
              </a:defRPr>
            </a:lvl2pPr>
            <a:lvl3pPr algn="l">
              <a:buNone/>
              <a:defRPr sz="1725" b="0">
                <a:solidFill>
                  <a:srgbClr val="586B7C"/>
                </a:solidFill>
                <a:latin typeface="Arial" panose="020B0704020202020204"/>
                <a:ea typeface="Arial" panose="020B0704020202020204"/>
                <a:cs typeface="Arial" panose="020B0704020202020204"/>
              </a:defRPr>
            </a:lvl3pPr>
            <a:lvl4pPr algn="l">
              <a:buNone/>
              <a:defRPr sz="1725" b="0">
                <a:solidFill>
                  <a:srgbClr val="586B7C"/>
                </a:solidFill>
                <a:latin typeface="Arial" panose="020B0704020202020204"/>
                <a:ea typeface="Arial" panose="020B0704020202020204"/>
                <a:cs typeface="Arial" panose="020B0704020202020204"/>
              </a:defRPr>
            </a:lvl4pPr>
            <a:lvl5pPr algn="l">
              <a:buNone/>
              <a:defRPr sz="1725" b="0">
                <a:solidFill>
                  <a:srgbClr val="586B7C"/>
                </a:solidFill>
                <a:latin typeface="Arial" panose="020B0704020202020204"/>
                <a:ea typeface="Arial" panose="020B0704020202020204"/>
                <a:cs typeface="Arial" panose="020B0704020202020204"/>
              </a:defRPr>
            </a:lvl5pPr>
            <a:lvl6pPr algn="l">
              <a:buNone/>
              <a:defRPr sz="1725" b="0">
                <a:solidFill>
                  <a:srgbClr val="586B7C"/>
                </a:solidFill>
                <a:latin typeface="Arial" panose="020B0704020202020204"/>
                <a:ea typeface="Arial" panose="020B0704020202020204"/>
                <a:cs typeface="Arial" panose="020B0704020202020204"/>
              </a:defRPr>
            </a:lvl6pPr>
            <a:lvl7pPr algn="l">
              <a:buNone/>
              <a:defRPr sz="1725" b="0">
                <a:solidFill>
                  <a:srgbClr val="586B7C"/>
                </a:solidFill>
                <a:latin typeface="Arial" panose="020B0704020202020204"/>
                <a:ea typeface="Arial" panose="020B0704020202020204"/>
                <a:cs typeface="Arial" panose="020B0704020202020204"/>
              </a:defRPr>
            </a:lvl7pPr>
            <a:lvl8pPr algn="l">
              <a:buNone/>
              <a:defRPr sz="1725" b="0">
                <a:solidFill>
                  <a:srgbClr val="586B7C"/>
                </a:solidFill>
                <a:latin typeface="Arial" panose="020B0704020202020204"/>
                <a:ea typeface="Arial" panose="020B0704020202020204"/>
                <a:cs typeface="Arial" panose="020B0704020202020204"/>
              </a:defRPr>
            </a:lvl8pPr>
            <a:lvl9pPr algn="l">
              <a:buNone/>
              <a:defRPr sz="1725" b="0">
                <a:solidFill>
                  <a:srgbClr val="586B7C"/>
                </a:solidFill>
                <a:latin typeface="Arial" panose="020B0704020202020204"/>
                <a:ea typeface="Arial" panose="020B0704020202020204"/>
                <a:cs typeface="Arial" panose="020B0704020202020204"/>
              </a:defRPr>
            </a:lvl9pPr>
          </a:lstStyle>
          <a:p>
            <a:pPr algn="l">
              <a:buNone/>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ES3.SI is the vendor symbol. SGX exchange code: ES3. BIL is the defensive asset.</a:t>
            </a:r>
            <a:endParaRPr sz="1725"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5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Strategy definitions</a:t>
            </a:r>
            <a:endParaRPr sz="3150" b="1">
              <a:solidFill>
                <a:srgbClr val="132A43"/>
              </a:solidFill>
              <a:latin typeface="Arial" panose="020B0704020202020204"/>
              <a:ea typeface="Arial" panose="020B0704020202020204"/>
              <a:cs typeface="Arial" panose="020B0704020202020204"/>
            </a:endParaRPr>
          </a:p>
        </p:txBody>
      </p:sp>
      <p:sp>
        <p:nvSpPr>
          <p:cNvPr id="3" name="slide-5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54</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66875"/>
          <a:ext cx="11049000" cy="3781428"/>
        </p:xfrm>
        <a:graphic>
          <a:graphicData uri="http://schemas.openxmlformats.org/drawingml/2006/table">
            <a:tbl>
              <a:tblPr/>
              <a:tblGrid>
                <a:gridCol w="2905125"/>
                <a:gridCol w="4286250"/>
                <a:gridCol w="3857625"/>
              </a:tblGrid>
              <a:tr h="540204">
                <a:tc>
                  <a:txBody>
                    <a:bodyPr>
                      <a:spAutoFit/>
                    </a:bodyPr>
                    <a:lstStyle/>
                    <a:p>
                      <a:r>
                        <a:rPr sz="1800" b="1">
                          <a:solidFill>
                            <a:srgbClr val="FFFFFF"/>
                          </a:solidFill>
                          <a:latin typeface="Arial" panose="020B0704020202020204"/>
                          <a:ea typeface="Arial" panose="020B0704020202020204"/>
                          <a:cs typeface="Arial" panose="020B0704020202020204"/>
                        </a:rPr>
                        <a:t>Strategy</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Eligible set / selection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Allocation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Equal Weight (EW)</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All six risk assets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capital</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EWMA Risk Parity (ERC)</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All six risk assets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forecast risk shares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Dual Momentum</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Return Top 2, then compare to BIL</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Two 50% capital slots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Gated Equal Weight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All assets with return above BIL</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capital among eligible</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MGRP</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Same eligible 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forecast risk shares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MWRP</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Same eligible 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Linear momentum-rank risk shares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52-text-3"/>
          <p:cNvSpPr>
            <a:spLocks noGrp="1"/>
          </p:cNvSpPr>
          <p:nvPr/>
        </p:nvSpPr>
        <p:spPr>
          <a:xfrm>
            <a:off x="571500" y="6057900"/>
            <a:ext cx="11049000" cy="285750"/>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buNone/>
              <a:defRPr sz="1725" b="0">
                <a:solidFill>
                  <a:srgbClr val="586B7C"/>
                </a:solidFill>
                <a:latin typeface="Arial" panose="020B0704020202020204"/>
                <a:ea typeface="Arial" panose="020B0704020202020204"/>
                <a:cs typeface="Arial" panose="020B0704020202020204"/>
              </a:defRPr>
            </a:lvl1pPr>
            <a:lvl2pPr algn="l">
              <a:buNone/>
              <a:defRPr sz="1725" b="0">
                <a:solidFill>
                  <a:srgbClr val="586B7C"/>
                </a:solidFill>
                <a:latin typeface="Arial" panose="020B0704020202020204"/>
                <a:ea typeface="Arial" panose="020B0704020202020204"/>
                <a:cs typeface="Arial" panose="020B0704020202020204"/>
              </a:defRPr>
            </a:lvl2pPr>
            <a:lvl3pPr algn="l">
              <a:buNone/>
              <a:defRPr sz="1725" b="0">
                <a:solidFill>
                  <a:srgbClr val="586B7C"/>
                </a:solidFill>
                <a:latin typeface="Arial" panose="020B0704020202020204"/>
                <a:ea typeface="Arial" panose="020B0704020202020204"/>
                <a:cs typeface="Arial" panose="020B0704020202020204"/>
              </a:defRPr>
            </a:lvl3pPr>
            <a:lvl4pPr algn="l">
              <a:buNone/>
              <a:defRPr sz="1725" b="0">
                <a:solidFill>
                  <a:srgbClr val="586B7C"/>
                </a:solidFill>
                <a:latin typeface="Arial" panose="020B0704020202020204"/>
                <a:ea typeface="Arial" panose="020B0704020202020204"/>
                <a:cs typeface="Arial" panose="020B0704020202020204"/>
              </a:defRPr>
            </a:lvl4pPr>
            <a:lvl5pPr algn="l">
              <a:buNone/>
              <a:defRPr sz="1725" b="0">
                <a:solidFill>
                  <a:srgbClr val="586B7C"/>
                </a:solidFill>
                <a:latin typeface="Arial" panose="020B0704020202020204"/>
                <a:ea typeface="Arial" panose="020B0704020202020204"/>
                <a:cs typeface="Arial" panose="020B0704020202020204"/>
              </a:defRPr>
            </a:lvl5pPr>
            <a:lvl6pPr algn="l">
              <a:buNone/>
              <a:defRPr sz="1725" b="0">
                <a:solidFill>
                  <a:srgbClr val="586B7C"/>
                </a:solidFill>
                <a:latin typeface="Arial" panose="020B0704020202020204"/>
                <a:ea typeface="Arial" panose="020B0704020202020204"/>
                <a:cs typeface="Arial" panose="020B0704020202020204"/>
              </a:defRPr>
            </a:lvl6pPr>
            <a:lvl7pPr algn="l">
              <a:buNone/>
              <a:defRPr sz="1725" b="0">
                <a:solidFill>
                  <a:srgbClr val="586B7C"/>
                </a:solidFill>
                <a:latin typeface="Arial" panose="020B0704020202020204"/>
                <a:ea typeface="Arial" panose="020B0704020202020204"/>
                <a:cs typeface="Arial" panose="020B0704020202020204"/>
              </a:defRPr>
            </a:lvl7pPr>
            <a:lvl8pPr algn="l">
              <a:buNone/>
              <a:defRPr sz="1725" b="0">
                <a:solidFill>
                  <a:srgbClr val="586B7C"/>
                </a:solidFill>
                <a:latin typeface="Arial" panose="020B0704020202020204"/>
                <a:ea typeface="Arial" panose="020B0704020202020204"/>
                <a:cs typeface="Arial" panose="020B0704020202020204"/>
              </a:defRPr>
            </a:lvl8pPr>
            <a:lvl9pPr algn="l">
              <a:buNone/>
              <a:defRPr sz="1725" b="0">
                <a:solidFill>
                  <a:srgbClr val="586B7C"/>
                </a:solidFill>
                <a:latin typeface="Arial" panose="020B0704020202020204"/>
                <a:ea typeface="Arial" panose="020B0704020202020204"/>
                <a:cs typeface="Arial" panose="020B0704020202020204"/>
              </a:defRPr>
            </a:lvl9pPr>
          </a:lstStyle>
          <a:p>
            <a:pPr algn="l">
              <a:buNone/>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MGRP = Momentum-Gated Risk Parity. Frozen source label: MGRP-Base.</a:t>
            </a:r>
            <a:endParaRPr sz="1725" b="0">
              <a:solidFill>
                <a:srgbClr val="586B7C"/>
              </a:solidFill>
              <a:latin typeface="Arial" panose="020B0704020202020204"/>
              <a:ea typeface="Arial" panose="020B0704020202020204"/>
              <a:cs typeface="Arial" panose="020B0704020202020204"/>
            </a:endParaRPr>
          </a:p>
        </p:txBody>
      </p:sp>
      <p:sp>
        <p:nvSpPr>
          <p:cNvPr id="6" name="slide-52-text-4"/>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For Gated EW, MGRP and MWRP: no eligible assets means 100% BIL. Dual redirects each failed slot.</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Growth and maximum drawdown definitions</a:t>
            </a:r>
            <a:endParaRPr sz="3150" b="1">
              <a:solidFill>
                <a:srgbClr val="132A43"/>
              </a:solidFill>
              <a:latin typeface="Arial" panose="020B0704020202020204"/>
              <a:ea typeface="Arial" panose="020B0704020202020204"/>
              <a:cs typeface="Arial" panose="020B0704020202020204"/>
            </a:endParaRPr>
          </a:p>
        </p:txBody>
      </p:sp>
      <p:sp>
        <p:nvSpPr>
          <p:cNvPr id="3" name="slide-5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55</a:t>
            </a:r>
            <a:endParaRPr sz="1050" b="0">
              <a:solidFill>
                <a:srgbClr val="586B7C"/>
              </a:solidFill>
              <a:latin typeface="Arial" panose="020B0704020202020204"/>
              <a:ea typeface="Arial" panose="020B0704020202020204"/>
              <a:cs typeface="Arial" panose="020B0704020202020204"/>
            </a:endParaRPr>
          </a:p>
        </p:txBody>
      </p:sp>
      <p:sp>
        <p:nvSpPr>
          <p:cNvPr id="4" name="slide-53-text-3"/>
          <p:cNvSpPr>
            <a:spLocks noGrp="1"/>
          </p:cNvSpPr>
          <p:nvPr/>
        </p:nvSpPr>
        <p:spPr>
          <a:xfrm>
            <a:off x="571500" y="164782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Compound annual growth rate (CAGR)</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28825"/>
            <a:ext cx="8235576" cy="1275068"/>
          </a:xfrm>
          <a:prstGeom prst="rect">
            <a:avLst/>
          </a:prstGeom>
        </p:spPr>
      </p:pic>
      <p:sp>
        <p:nvSpPr>
          <p:cNvPr id="6" name="slide-53-text-4"/>
          <p:cNvSpPr>
            <a:spLocks noGrp="1"/>
          </p:cNvSpPr>
          <p:nvPr/>
        </p:nvSpPr>
        <p:spPr>
          <a:xfrm>
            <a:off x="571500" y="3810000"/>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Maximum drawdown (MDD)</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38625"/>
            <a:ext cx="8672222" cy="1182580"/>
          </a:xfrm>
          <a:prstGeom prst="rect">
            <a:avLst/>
          </a:prstGeom>
        </p:spPr>
      </p:pic>
      <p:sp>
        <p:nvSpPr>
          <p:cNvPr id="8" name="slide-53-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V0: continuous opening NAV. VT: ending NAV. W: rebased wealth. Y: actual calendar years. Total return = VT / V0 − 1.</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4-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Volatility and Sharpe definitions</a:t>
            </a:r>
            <a:endParaRPr sz="3150" b="1">
              <a:solidFill>
                <a:srgbClr val="132A43"/>
              </a:solidFill>
              <a:latin typeface="Arial" panose="020B0704020202020204"/>
              <a:ea typeface="Arial" panose="020B0704020202020204"/>
              <a:cs typeface="Arial" panose="020B0704020202020204"/>
            </a:endParaRPr>
          </a:p>
        </p:txBody>
      </p:sp>
      <p:sp>
        <p:nvSpPr>
          <p:cNvPr id="3" name="slide-5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56</a:t>
            </a:r>
            <a:endParaRPr sz="1050" b="0">
              <a:solidFill>
                <a:srgbClr val="586B7C"/>
              </a:solidFill>
              <a:latin typeface="Arial" panose="020B0704020202020204"/>
              <a:ea typeface="Arial" panose="020B0704020202020204"/>
              <a:cs typeface="Arial" panose="020B0704020202020204"/>
            </a:endParaRPr>
          </a:p>
        </p:txBody>
      </p:sp>
      <p:sp>
        <p:nvSpPr>
          <p:cNvPr id="4" name="slide-54-text-3"/>
          <p:cNvSpPr>
            <a:spLocks noGrp="1"/>
          </p:cNvSpPr>
          <p:nvPr/>
        </p:nvSpPr>
        <p:spPr>
          <a:xfrm>
            <a:off x="571500" y="164782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Annualized volatility</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09775"/>
            <a:ext cx="6966088" cy="1443526"/>
          </a:xfrm>
          <a:prstGeom prst="rect">
            <a:avLst/>
          </a:prstGeom>
        </p:spPr>
      </p:pic>
      <p:sp>
        <p:nvSpPr>
          <p:cNvPr id="6" name="slide-54-text-4"/>
          <p:cNvSpPr>
            <a:spLocks noGrp="1"/>
          </p:cNvSpPr>
          <p:nvPr/>
        </p:nvSpPr>
        <p:spPr>
          <a:xfrm>
            <a:off x="571500" y="387667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Sharpe ratio</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95775"/>
            <a:ext cx="4844289" cy="1023026"/>
          </a:xfrm>
          <a:prstGeom prst="rect">
            <a:avLst/>
          </a:prstGeom>
        </p:spPr>
      </p:pic>
      <p:sp>
        <p:nvSpPr>
          <p:cNvPr id="8" name="slide-54-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r: net daily portfolio return. Mean is arithmetic. s: sample standard deviation, ddof=1. RF=0.</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Turnover and effective holdings definitions</a:t>
            </a:r>
            <a:endParaRPr sz="3150" b="1">
              <a:solidFill>
                <a:srgbClr val="132A43"/>
              </a:solidFill>
              <a:latin typeface="Arial" panose="020B0704020202020204"/>
              <a:ea typeface="Arial" panose="020B0704020202020204"/>
              <a:cs typeface="Arial" panose="020B0704020202020204"/>
            </a:endParaRPr>
          </a:p>
        </p:txBody>
      </p:sp>
      <p:sp>
        <p:nvSpPr>
          <p:cNvPr id="3" name="slide-5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57</a:t>
            </a:r>
            <a:endParaRPr sz="1050" b="0">
              <a:solidFill>
                <a:srgbClr val="586B7C"/>
              </a:solidFill>
              <a:latin typeface="Arial" panose="020B0704020202020204"/>
              <a:ea typeface="Arial" panose="020B0704020202020204"/>
              <a:cs typeface="Arial" panose="020B0704020202020204"/>
            </a:endParaRPr>
          </a:p>
        </p:txBody>
      </p:sp>
      <p:sp>
        <p:nvSpPr>
          <p:cNvPr id="4" name="slide-55-text-3"/>
          <p:cNvSpPr>
            <a:spLocks noGrp="1"/>
          </p:cNvSpPr>
          <p:nvPr/>
        </p:nvSpPr>
        <p:spPr>
          <a:xfrm>
            <a:off x="571500" y="164782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Average one-way turnover per rebalance</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47875"/>
            <a:ext cx="4356431" cy="1432740"/>
          </a:xfrm>
          <a:prstGeom prst="rect">
            <a:avLst/>
          </a:prstGeom>
        </p:spPr>
      </p:pic>
      <p:sp>
        <p:nvSpPr>
          <p:cNvPr id="6" name="slide-55-text-4"/>
          <p:cNvSpPr>
            <a:spLocks noGrp="1"/>
          </p:cNvSpPr>
          <p:nvPr/>
        </p:nvSpPr>
        <p:spPr>
          <a:xfrm>
            <a:off x="571500" y="3867150"/>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Effective holdings</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76725"/>
            <a:ext cx="6577136" cy="1443526"/>
          </a:xfrm>
          <a:prstGeom prst="rect">
            <a:avLst/>
          </a:prstGeom>
        </p:spPr>
      </p:pic>
      <p:sp>
        <p:nvSpPr>
          <p:cNvPr id="8" name="slide-55-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Delta A: actual currency trades. V-minus: pre-fee NAV. w: actual daily close weights, including BIL.</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0" name="slide-5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signal and risk-budget formulation</a:t>
            </a:r>
            <a:endParaRPr sz="3150" b="1">
              <a:solidFill>
                <a:srgbClr val="132A43"/>
              </a:solidFill>
              <a:latin typeface="Arial" panose="020B0704020202020204"/>
              <a:ea typeface="Arial" panose="020B0704020202020204"/>
              <a:cs typeface="Arial" panose="020B0704020202020204"/>
            </a:endParaRPr>
          </a:p>
        </p:txBody>
      </p:sp>
      <p:sp>
        <p:nvSpPr>
          <p:cNvPr id="3" name="slide-5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58</a:t>
            </a:r>
            <a:endParaRPr sz="1050" b="0">
              <a:solidFill>
                <a:srgbClr val="586B7C"/>
              </a:solidFill>
              <a:latin typeface="Arial" panose="020B0704020202020204"/>
              <a:ea typeface="Arial" panose="020B0704020202020204"/>
              <a:cs typeface="Arial" panose="020B0704020202020204"/>
            </a:endParaRPr>
          </a:p>
        </p:txBody>
      </p:sp>
      <p:sp>
        <p:nvSpPr>
          <p:cNvPr id="4" name="slide-56-text-3"/>
          <p:cNvSpPr>
            <a:spLocks noGrp="1"/>
          </p:cNvSpPr>
          <p:nvPr/>
        </p:nvSpPr>
        <p:spPr>
          <a:xfrm>
            <a:off x="571500" y="1647825"/>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Six-month spread</a:t>
            </a:r>
            <a:endParaRPr sz="1800"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952625"/>
            <a:ext cx="6642969" cy="1412036"/>
          </a:xfrm>
          <a:prstGeom prst="rect">
            <a:avLst/>
          </a:prstGeom>
        </p:spPr>
      </p:pic>
      <p:sp>
        <p:nvSpPr>
          <p:cNvPr id="6" name="slide-56-text-4"/>
          <p:cNvSpPr>
            <a:spLocks noGrp="1"/>
          </p:cNvSpPr>
          <p:nvPr/>
        </p:nvSpPr>
        <p:spPr>
          <a:xfrm>
            <a:off x="571500" y="3400425"/>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Eligibility</a:t>
            </a:r>
            <a:endParaRPr sz="1800"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3667125"/>
            <a:ext cx="5807326" cy="1423808"/>
          </a:xfrm>
          <a:prstGeom prst="rect">
            <a:avLst/>
          </a:prstGeom>
        </p:spPr>
      </p:pic>
      <p:sp>
        <p:nvSpPr>
          <p:cNvPr id="8" name="slide-56-text-5"/>
          <p:cNvSpPr>
            <a:spLocks noGrp="1"/>
          </p:cNvSpPr>
          <p:nvPr/>
        </p:nvSpPr>
        <p:spPr>
          <a:xfrm>
            <a:off x="571500" y="5105400"/>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Risk preferences</a:t>
            </a:r>
            <a:endParaRPr sz="1800" b="1">
              <a:solidFill>
                <a:srgbClr val="167F89"/>
              </a:solidFill>
              <a:latin typeface="Arial" panose="020B0704020202020204"/>
              <a:ea typeface="Arial" panose="020B0704020202020204"/>
              <a:cs typeface="Arial" panose="020B0704020202020204"/>
            </a:endParaRPr>
          </a:p>
        </p:txBody>
      </p:sp>
      <p:pic>
        <p:nvPicPr>
          <p:cNvPr id="9" name="图片 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1500" y="5381625"/>
            <a:ext cx="7717098" cy="111073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5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EWMA estimation details</a:t>
            </a:r>
            <a:endParaRPr sz="3150" b="1">
              <a:solidFill>
                <a:srgbClr val="132A43"/>
              </a:solidFill>
              <a:latin typeface="Arial" panose="020B0704020202020204"/>
              <a:ea typeface="Arial" panose="020B0704020202020204"/>
              <a:cs typeface="Arial" panose="020B0704020202020204"/>
            </a:endParaRPr>
          </a:p>
        </p:txBody>
      </p:sp>
      <p:sp>
        <p:nvSpPr>
          <p:cNvPr id="3" name="slide-5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59</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638300"/>
            <a:ext cx="9004253" cy="1335265"/>
          </a:xfrm>
          <a:prstGeom prst="rect">
            <a:avLst/>
          </a:prstGeom>
        </p:spPr>
      </p:pic>
      <p:graphicFrame>
        <p:nvGraphicFramePr>
          <p:cNvPr id="5" name="表格 4"/>
          <p:cNvGraphicFramePr/>
          <p:nvPr/>
        </p:nvGraphicFramePr>
        <p:xfrm>
          <a:off x="571500" y="3514725"/>
          <a:ext cx="11049000" cy="2571750"/>
        </p:xfrm>
        <a:graphic>
          <a:graphicData uri="http://schemas.openxmlformats.org/drawingml/2006/table">
            <a:tbl>
              <a:tblPr/>
              <a:tblGrid>
                <a:gridCol w="3333750"/>
                <a:gridCol w="7715250"/>
              </a:tblGrid>
              <a:tr h="428625">
                <a:tc>
                  <a:txBody>
                    <a:bodyPr>
                      <a:spAutoFit/>
                    </a:bodyPr>
                    <a:lstStyle/>
                    <a:p>
                      <a:r>
                        <a:rPr sz="1725" b="1">
                          <a:solidFill>
                            <a:srgbClr val="FFFFFF"/>
                          </a:solidFill>
                          <a:latin typeface="Arial" panose="020B0704020202020204"/>
                          <a:ea typeface="Arial" panose="020B0704020202020204"/>
                          <a:cs typeface="Arial" panose="020B0704020202020204"/>
                        </a:rPr>
                        <a:t>Element</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725" b="1">
                          <a:solidFill>
                            <a:srgbClr val="FFFFFF"/>
                          </a:solidFill>
                          <a:latin typeface="Arial" panose="020B0704020202020204"/>
                          <a:ea typeface="Arial" panose="020B0704020202020204"/>
                          <a:cs typeface="Arial" panose="020B0704020202020204"/>
                        </a:rPr>
                        <a:t>Frozen convention</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Initialization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252 valuation returns, sample covariance</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Centering</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Prior-day expanding mean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Recursion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Raw Q with lambda = 0.94</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Stabilization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 diagonal shrinkage, variance floor 1e-12</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Allocation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Eligible risk-asset covariance submatrix</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6" name="slide-57-text-3"/>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No parameter optimization. Fixed annual covariance scaling leaves normalized capital weights unchanged.</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Risk-budget optimization and capital constraints</a:t>
            </a:r>
            <a:endParaRPr sz="3150" b="1">
              <a:solidFill>
                <a:srgbClr val="132A43"/>
              </a:solidFill>
              <a:latin typeface="Arial" panose="020B0704020202020204"/>
              <a:ea typeface="Arial" panose="020B0704020202020204"/>
              <a:cs typeface="Arial" panose="020B0704020202020204"/>
            </a:endParaRPr>
          </a:p>
        </p:txBody>
      </p:sp>
      <p:sp>
        <p:nvSpPr>
          <p:cNvPr id="3" name="slide-5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60</a:t>
            </a:r>
            <a:endParaRPr sz="1050" b="0">
              <a:solidFill>
                <a:srgbClr val="586B7C"/>
              </a:solidFill>
              <a:latin typeface="Arial" panose="020B0704020202020204"/>
              <a:ea typeface="Arial" panose="020B0704020202020204"/>
              <a:cs typeface="Arial" panose="020B0704020202020204"/>
            </a:endParaRPr>
          </a:p>
        </p:txBody>
      </p:sp>
      <p:sp>
        <p:nvSpPr>
          <p:cNvPr id="4" name="slide-58-text-3"/>
          <p:cNvSpPr>
            <a:spLocks noGrp="1"/>
          </p:cNvSpPr>
          <p:nvPr/>
        </p:nvSpPr>
        <p:spPr>
          <a:xfrm>
            <a:off x="571500" y="1552575"/>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Optimization</a:t>
            </a:r>
            <a:endParaRPr sz="1800"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819275"/>
            <a:ext cx="6719881" cy="1829532"/>
          </a:xfrm>
          <a:prstGeom prst="rect">
            <a:avLst/>
          </a:prstGeom>
        </p:spPr>
      </p:pic>
      <p:sp>
        <p:nvSpPr>
          <p:cNvPr id="6" name="slide-58-text-4"/>
          <p:cNvSpPr>
            <a:spLocks noGrp="1"/>
          </p:cNvSpPr>
          <p:nvPr/>
        </p:nvSpPr>
        <p:spPr>
          <a:xfrm>
            <a:off x="571500" y="3886200"/>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Capital constraints and fallback</a:t>
            </a:r>
            <a:endParaRPr sz="1800"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29100"/>
            <a:ext cx="6674715" cy="1982735"/>
          </a:xfrm>
          <a:prstGeom prst="rect">
            <a:avLst/>
          </a:prstGeom>
        </p:spPr>
      </p:pic>
      <p:sp>
        <p:nvSpPr>
          <p:cNvPr id="8" name="slide-58-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Estimated risk-contribution formula: Slide 12. No leverage. Eligible sleeve only. k=1: sole asset receives 100%.</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9-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Realized risk and P&amp;L use different decompositions</a:t>
            </a:r>
            <a:endParaRPr sz="3150" b="1">
              <a:solidFill>
                <a:srgbClr val="132A43"/>
              </a:solidFill>
              <a:latin typeface="Arial" panose="020B0704020202020204"/>
              <a:ea typeface="Arial" panose="020B0704020202020204"/>
              <a:cs typeface="Arial" panose="020B0704020202020204"/>
            </a:endParaRPr>
          </a:p>
        </p:txBody>
      </p:sp>
      <p:sp>
        <p:nvSpPr>
          <p:cNvPr id="3" name="slide-5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61</a:t>
            </a:r>
            <a:endParaRPr sz="1050" b="0">
              <a:solidFill>
                <a:srgbClr val="586B7C"/>
              </a:solidFill>
              <a:latin typeface="Arial" panose="020B0704020202020204"/>
              <a:ea typeface="Arial" panose="020B0704020202020204"/>
              <a:cs typeface="Arial" panose="020B0704020202020204"/>
            </a:endParaRPr>
          </a:p>
        </p:txBody>
      </p:sp>
      <p:sp>
        <p:nvSpPr>
          <p:cNvPr id="4" name="slide-59-text-3"/>
          <p:cNvSpPr>
            <a:spLocks noGrp="1"/>
          </p:cNvSpPr>
          <p:nvPr/>
        </p:nvSpPr>
        <p:spPr>
          <a:xfrm>
            <a:off x="571500" y="1619250"/>
            <a:ext cx="11049000" cy="342900"/>
          </a:xfrm>
          <a:prstGeom prst="rect">
            <a:avLst/>
          </a:prstGeom>
          <a:noFill/>
          <a:ln w="0">
            <a:noFill/>
          </a:ln>
        </p:spPr>
        <p:txBody>
          <a:bodyPr wrap="square" lIns="0" tIns="0" rIns="0" bIns="0" anchor="t">
            <a:noAutofit/>
          </a:bodyPr>
          <a:lstStyle>
            <a:defPPr algn="l">
              <a:defRPr sz="1950" b="1">
                <a:solidFill>
                  <a:srgbClr val="167F89"/>
                </a:solidFill>
                <a:latin typeface="Arial" panose="020B0704020202020204"/>
                <a:ea typeface="Arial" panose="020B0704020202020204"/>
                <a:cs typeface="Arial" panose="020B0704020202020204"/>
              </a:defRPr>
            </a:defPPr>
            <a:lvl1pPr algn="l">
              <a:buNone/>
              <a:defRPr sz="1950" b="1">
                <a:solidFill>
                  <a:srgbClr val="167F89"/>
                </a:solidFill>
                <a:latin typeface="Arial" panose="020B0704020202020204"/>
                <a:ea typeface="Arial" panose="020B0704020202020204"/>
                <a:cs typeface="Arial" panose="020B0704020202020204"/>
              </a:defRPr>
            </a:lvl1pPr>
            <a:lvl2pPr algn="l">
              <a:buNone/>
              <a:defRPr sz="1950" b="1">
                <a:solidFill>
                  <a:srgbClr val="167F89"/>
                </a:solidFill>
                <a:latin typeface="Arial" panose="020B0704020202020204"/>
                <a:ea typeface="Arial" panose="020B0704020202020204"/>
                <a:cs typeface="Arial" panose="020B0704020202020204"/>
              </a:defRPr>
            </a:lvl2pPr>
            <a:lvl3pPr algn="l">
              <a:buNone/>
              <a:defRPr sz="1950" b="1">
                <a:solidFill>
                  <a:srgbClr val="167F89"/>
                </a:solidFill>
                <a:latin typeface="Arial" panose="020B0704020202020204"/>
                <a:ea typeface="Arial" panose="020B0704020202020204"/>
                <a:cs typeface="Arial" panose="020B0704020202020204"/>
              </a:defRPr>
            </a:lvl3pPr>
            <a:lvl4pPr algn="l">
              <a:buNone/>
              <a:defRPr sz="1950" b="1">
                <a:solidFill>
                  <a:srgbClr val="167F89"/>
                </a:solidFill>
                <a:latin typeface="Arial" panose="020B0704020202020204"/>
                <a:ea typeface="Arial" panose="020B0704020202020204"/>
                <a:cs typeface="Arial" panose="020B0704020202020204"/>
              </a:defRPr>
            </a:lvl4pPr>
            <a:lvl5pPr algn="l">
              <a:buNone/>
              <a:defRPr sz="1950" b="1">
                <a:solidFill>
                  <a:srgbClr val="167F89"/>
                </a:solidFill>
                <a:latin typeface="Arial" panose="020B0704020202020204"/>
                <a:ea typeface="Arial" panose="020B0704020202020204"/>
                <a:cs typeface="Arial" panose="020B0704020202020204"/>
              </a:defRPr>
            </a:lvl5pPr>
            <a:lvl6pPr algn="l">
              <a:buNone/>
              <a:defRPr sz="1950" b="1">
                <a:solidFill>
                  <a:srgbClr val="167F89"/>
                </a:solidFill>
                <a:latin typeface="Arial" panose="020B0704020202020204"/>
                <a:ea typeface="Arial" panose="020B0704020202020204"/>
                <a:cs typeface="Arial" panose="020B0704020202020204"/>
              </a:defRPr>
            </a:lvl6pPr>
            <a:lvl7pPr algn="l">
              <a:buNone/>
              <a:defRPr sz="1950" b="1">
                <a:solidFill>
                  <a:srgbClr val="167F89"/>
                </a:solidFill>
                <a:latin typeface="Arial" panose="020B0704020202020204"/>
                <a:ea typeface="Arial" panose="020B0704020202020204"/>
                <a:cs typeface="Arial" panose="020B0704020202020204"/>
              </a:defRPr>
            </a:lvl7pPr>
            <a:lvl8pPr algn="l">
              <a:buNone/>
              <a:defRPr sz="1950" b="1">
                <a:solidFill>
                  <a:srgbClr val="167F89"/>
                </a:solidFill>
                <a:latin typeface="Arial" panose="020B0704020202020204"/>
                <a:ea typeface="Arial" panose="020B0704020202020204"/>
                <a:cs typeface="Arial" panose="020B0704020202020204"/>
              </a:defRPr>
            </a:lvl8pPr>
            <a:lvl9pPr algn="l">
              <a:buNone/>
              <a:defRPr sz="1950" b="1">
                <a:solidFill>
                  <a:srgbClr val="167F89"/>
                </a:solidFill>
                <a:latin typeface="Arial" panose="020B0704020202020204"/>
                <a:ea typeface="Arial" panose="020B0704020202020204"/>
                <a:cs typeface="Arial" panose="020B0704020202020204"/>
              </a:defRPr>
            </a:lvl9pPr>
          </a:lstStyle>
          <a:p>
            <a:pPr algn="l">
              <a:buNone/>
              <a:defRPr sz="1950" b="1">
                <a:solidFill>
                  <a:srgbClr val="167F89"/>
                </a:solidFill>
                <a:latin typeface="Arial" panose="020B0704020202020204"/>
                <a:ea typeface="Arial" panose="020B0704020202020204"/>
                <a:cs typeface="Arial" panose="020B0704020202020204"/>
              </a:defRPr>
            </a:pPr>
            <a:r>
              <a:rPr sz="1950" b="1">
                <a:solidFill>
                  <a:srgbClr val="167F89"/>
                </a:solidFill>
                <a:latin typeface="Arial" panose="020B0704020202020204"/>
                <a:ea typeface="Arial" panose="020B0704020202020204"/>
                <a:cs typeface="Arial" panose="020B0704020202020204"/>
              </a:rPr>
              <a:t>Signed realized risk shares</a:t>
            </a:r>
            <a:endParaRPr sz="1950"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28825"/>
            <a:ext cx="7645678" cy="1267216"/>
          </a:xfrm>
          <a:prstGeom prst="rect">
            <a:avLst/>
          </a:prstGeom>
        </p:spPr>
      </p:pic>
      <p:sp>
        <p:nvSpPr>
          <p:cNvPr id="6" name="slide-59-text-4"/>
          <p:cNvSpPr>
            <a:spLocks noGrp="1"/>
          </p:cNvSpPr>
          <p:nvPr/>
        </p:nvSpPr>
        <p:spPr>
          <a:xfrm>
            <a:off x="571500" y="3857625"/>
            <a:ext cx="11049000" cy="342900"/>
          </a:xfrm>
          <a:prstGeom prst="rect">
            <a:avLst/>
          </a:prstGeom>
          <a:noFill/>
          <a:ln w="0">
            <a:noFill/>
          </a:ln>
        </p:spPr>
        <p:txBody>
          <a:bodyPr wrap="square" lIns="0" tIns="0" rIns="0" bIns="0" anchor="t">
            <a:noAutofit/>
          </a:bodyPr>
          <a:lstStyle>
            <a:defPPr algn="l">
              <a:defRPr sz="1950" b="1">
                <a:solidFill>
                  <a:srgbClr val="167F89"/>
                </a:solidFill>
                <a:latin typeface="Arial" panose="020B0704020202020204"/>
                <a:ea typeface="Arial" panose="020B0704020202020204"/>
                <a:cs typeface="Arial" panose="020B0704020202020204"/>
              </a:defRPr>
            </a:defPPr>
            <a:lvl1pPr algn="l">
              <a:buNone/>
              <a:defRPr sz="1950" b="1">
                <a:solidFill>
                  <a:srgbClr val="167F89"/>
                </a:solidFill>
                <a:latin typeface="Arial" panose="020B0704020202020204"/>
                <a:ea typeface="Arial" panose="020B0704020202020204"/>
                <a:cs typeface="Arial" panose="020B0704020202020204"/>
              </a:defRPr>
            </a:lvl1pPr>
            <a:lvl2pPr algn="l">
              <a:buNone/>
              <a:defRPr sz="1950" b="1">
                <a:solidFill>
                  <a:srgbClr val="167F89"/>
                </a:solidFill>
                <a:latin typeface="Arial" panose="020B0704020202020204"/>
                <a:ea typeface="Arial" panose="020B0704020202020204"/>
                <a:cs typeface="Arial" panose="020B0704020202020204"/>
              </a:defRPr>
            </a:lvl2pPr>
            <a:lvl3pPr algn="l">
              <a:buNone/>
              <a:defRPr sz="1950" b="1">
                <a:solidFill>
                  <a:srgbClr val="167F89"/>
                </a:solidFill>
                <a:latin typeface="Arial" panose="020B0704020202020204"/>
                <a:ea typeface="Arial" panose="020B0704020202020204"/>
                <a:cs typeface="Arial" panose="020B0704020202020204"/>
              </a:defRPr>
            </a:lvl3pPr>
            <a:lvl4pPr algn="l">
              <a:buNone/>
              <a:defRPr sz="1950" b="1">
                <a:solidFill>
                  <a:srgbClr val="167F89"/>
                </a:solidFill>
                <a:latin typeface="Arial" panose="020B0704020202020204"/>
                <a:ea typeface="Arial" panose="020B0704020202020204"/>
                <a:cs typeface="Arial" panose="020B0704020202020204"/>
              </a:defRPr>
            </a:lvl4pPr>
            <a:lvl5pPr algn="l">
              <a:buNone/>
              <a:defRPr sz="1950" b="1">
                <a:solidFill>
                  <a:srgbClr val="167F89"/>
                </a:solidFill>
                <a:latin typeface="Arial" panose="020B0704020202020204"/>
                <a:ea typeface="Arial" panose="020B0704020202020204"/>
                <a:cs typeface="Arial" panose="020B0704020202020204"/>
              </a:defRPr>
            </a:lvl5pPr>
            <a:lvl6pPr algn="l">
              <a:buNone/>
              <a:defRPr sz="1950" b="1">
                <a:solidFill>
                  <a:srgbClr val="167F89"/>
                </a:solidFill>
                <a:latin typeface="Arial" panose="020B0704020202020204"/>
                <a:ea typeface="Arial" panose="020B0704020202020204"/>
                <a:cs typeface="Arial" panose="020B0704020202020204"/>
              </a:defRPr>
            </a:lvl6pPr>
            <a:lvl7pPr algn="l">
              <a:buNone/>
              <a:defRPr sz="1950" b="1">
                <a:solidFill>
                  <a:srgbClr val="167F89"/>
                </a:solidFill>
                <a:latin typeface="Arial" panose="020B0704020202020204"/>
                <a:ea typeface="Arial" panose="020B0704020202020204"/>
                <a:cs typeface="Arial" panose="020B0704020202020204"/>
              </a:defRPr>
            </a:lvl7pPr>
            <a:lvl8pPr algn="l">
              <a:buNone/>
              <a:defRPr sz="1950" b="1">
                <a:solidFill>
                  <a:srgbClr val="167F89"/>
                </a:solidFill>
                <a:latin typeface="Arial" panose="020B0704020202020204"/>
                <a:ea typeface="Arial" panose="020B0704020202020204"/>
                <a:cs typeface="Arial" panose="020B0704020202020204"/>
              </a:defRPr>
            </a:lvl8pPr>
            <a:lvl9pPr algn="l">
              <a:buNone/>
              <a:defRPr sz="1950" b="1">
                <a:solidFill>
                  <a:srgbClr val="167F89"/>
                </a:solidFill>
                <a:latin typeface="Arial" panose="020B0704020202020204"/>
                <a:ea typeface="Arial" panose="020B0704020202020204"/>
                <a:cs typeface="Arial" panose="020B0704020202020204"/>
              </a:defRPr>
            </a:lvl9pPr>
          </a:lstStyle>
          <a:p>
            <a:pPr algn="l">
              <a:buNone/>
              <a:defRPr sz="1950" b="1">
                <a:solidFill>
                  <a:srgbClr val="167F89"/>
                </a:solidFill>
                <a:latin typeface="Arial" panose="020B0704020202020204"/>
                <a:ea typeface="Arial" panose="020B0704020202020204"/>
                <a:cs typeface="Arial" panose="020B0704020202020204"/>
              </a:defRPr>
            </a:pPr>
            <a:r>
              <a:rPr sz="1950" b="1">
                <a:solidFill>
                  <a:srgbClr val="167F89"/>
                </a:solidFill>
                <a:latin typeface="Arial" panose="020B0704020202020204"/>
                <a:ea typeface="Arial" panose="020B0704020202020204"/>
                <a:cs typeface="Arial" panose="020B0704020202020204"/>
              </a:rPr>
              <a:t>Additive profit and loss (P&amp;L)</a:t>
            </a:r>
            <a:endParaRPr sz="1950"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57675"/>
            <a:ext cx="7891738" cy="1297914"/>
          </a:xfrm>
          <a:prstGeom prst="rect">
            <a:avLst/>
          </a:prstGeom>
        </p:spPr>
      </p:pic>
      <p:sp>
        <p:nvSpPr>
          <p:cNvPr id="8" name="slide-59-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H: exact (entry close, next close] interval. c: gross asset return contribution. Fees excluded from risk, included in P&amp;L.</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6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0-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Complete performance: historical backtest B</a:t>
            </a:r>
            <a:endParaRPr sz="3150" b="1">
              <a:solidFill>
                <a:srgbClr val="132A43"/>
              </a:solidFill>
              <a:latin typeface="Arial" panose="020B0704020202020204"/>
              <a:ea typeface="Arial" panose="020B0704020202020204"/>
              <a:cs typeface="Arial" panose="020B0704020202020204"/>
            </a:endParaRPr>
          </a:p>
        </p:txBody>
      </p:sp>
      <p:sp>
        <p:nvSpPr>
          <p:cNvPr id="3" name="slide-6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62</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952625"/>
          <a:ext cx="11049000" cy="3524250"/>
        </p:xfrm>
        <a:graphic>
          <a:graphicData uri="http://schemas.openxmlformats.org/drawingml/2006/table">
            <a:tbl>
              <a:tblPr/>
              <a:tblGrid>
                <a:gridCol w="2333625"/>
                <a:gridCol w="1381125"/>
                <a:gridCol w="1285875"/>
                <a:gridCol w="1285875"/>
                <a:gridCol w="1285875"/>
                <a:gridCol w="2000250"/>
                <a:gridCol w="1476375"/>
              </a:tblGrid>
              <a:tr h="503464">
                <a:tc>
                  <a:txBody>
                    <a:bodyPr/>
                    <a:lstStyle/>
                    <a:p>
                      <a:r>
                        <a:rPr sz="1425" b="1">
                          <a:solidFill>
                            <a:srgbClr val="FFFFFF"/>
                          </a:solidFill>
                          <a:latin typeface="Arial" panose="020B0704020202020204"/>
                          <a:ea typeface="Arial" panose="020B0704020202020204"/>
                          <a:cs typeface="Arial" panose="020B0704020202020204"/>
                        </a:rPr>
                        <a:t>Strategy</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Net CAGR</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Sharpe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Ann. vol.</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MDD</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Turnover / rebalance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Effective holdings</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03464">
                <a:tc>
                  <a:txBody>
                    <a:bodyPr/>
                    <a:lstStyle/>
                    <a:p>
                      <a:r>
                        <a:rPr sz="1425" b="0">
                          <a:solidFill>
                            <a:srgbClr val="132A43"/>
                          </a:solidFill>
                          <a:latin typeface="Arial" panose="020B0704020202020204"/>
                          <a:ea typeface="Arial" panose="020B0704020202020204"/>
                          <a:cs typeface="Arial" panose="020B0704020202020204"/>
                        </a:rPr>
                        <a:t>Equal Weight</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18.71%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1.724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9.99%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-8.68%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1.31%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6.00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EWMA Risk Parity</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16.59%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1.886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8.11%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-8.79%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8.66%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4.93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Dual Momentum</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27.26%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1.667</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14.76%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-12.47%</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21.92%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2.00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Gated EW</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22.03%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1.831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10.93%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-8.65%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18.44%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4.24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MGRP</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21.25%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1.978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9.74%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-9.66%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23.35%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3.65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1">
                          <a:solidFill>
                            <a:srgbClr val="132A43"/>
                          </a:solidFill>
                          <a:latin typeface="Arial" panose="020B0704020202020204"/>
                          <a:ea typeface="Arial" panose="020B0704020202020204"/>
                          <a:cs typeface="Arial" panose="020B0704020202020204"/>
                        </a:rPr>
                        <a:t>MWRP</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23.75%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2.082</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10.24%</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-9.15%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20.90%</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3.45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Net of 10 bps per traded side. Effective holdings: daily mean of 1 / sum(w²).</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6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1-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Complete performance: historical backtest A</a:t>
            </a:r>
            <a:endParaRPr sz="3150" b="1">
              <a:solidFill>
                <a:srgbClr val="132A43"/>
              </a:solidFill>
              <a:latin typeface="Arial" panose="020B0704020202020204"/>
              <a:ea typeface="Arial" panose="020B0704020202020204"/>
              <a:cs typeface="Arial" panose="020B0704020202020204"/>
            </a:endParaRPr>
          </a:p>
        </p:txBody>
      </p:sp>
      <p:sp>
        <p:nvSpPr>
          <p:cNvPr id="3" name="slide-6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63</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952625"/>
          <a:ext cx="11049000" cy="3524250"/>
        </p:xfrm>
        <a:graphic>
          <a:graphicData uri="http://schemas.openxmlformats.org/drawingml/2006/table">
            <a:tbl>
              <a:tblPr/>
              <a:tblGrid>
                <a:gridCol w="2333625"/>
                <a:gridCol w="1381125"/>
                <a:gridCol w="1285875"/>
                <a:gridCol w="1285875"/>
                <a:gridCol w="1285875"/>
                <a:gridCol w="2000250"/>
                <a:gridCol w="1476375"/>
              </a:tblGrid>
              <a:tr h="503464">
                <a:tc>
                  <a:txBody>
                    <a:bodyPr/>
                    <a:lstStyle/>
                    <a:p>
                      <a:r>
                        <a:rPr sz="1425" b="1">
                          <a:solidFill>
                            <a:srgbClr val="FFFFFF"/>
                          </a:solidFill>
                          <a:latin typeface="Arial" panose="020B0704020202020204"/>
                          <a:ea typeface="Arial" panose="020B0704020202020204"/>
                          <a:cs typeface="Arial" panose="020B0704020202020204"/>
                        </a:rPr>
                        <a:t>Strategy</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Net CAGR</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Sharpe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Ann. vol.</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MDD</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Turnover / rebalance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Effective holdings</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03464">
                <a:tc>
                  <a:txBody>
                    <a:bodyPr/>
                    <a:lstStyle/>
                    <a:p>
                      <a:r>
                        <a:rPr sz="1425" b="0">
                          <a:solidFill>
                            <a:srgbClr val="132A43"/>
                          </a:solidFill>
                          <a:latin typeface="Arial" panose="020B0704020202020204"/>
                          <a:ea typeface="Arial" panose="020B0704020202020204"/>
                          <a:cs typeface="Arial" panose="020B0704020202020204"/>
                        </a:rPr>
                        <a:t>Equal Weight</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4.89%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0.462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11.53%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-18.46%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2.55%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6.00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EWMA Risk Parity</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4.00%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0.450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9.52%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-15.20%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9.63%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4.94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Dual Momentum</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11.24%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0.796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14.36%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-15.55%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32.84%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1.96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Gated EW</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5.12%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0.424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13.70%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-15.78%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31.32%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3.28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MGRP</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4.64%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0.412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12.70%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-15.14%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33.21%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2.99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1">
                          <a:solidFill>
                            <a:srgbClr val="132A43"/>
                          </a:solidFill>
                          <a:latin typeface="Arial" panose="020B0704020202020204"/>
                          <a:ea typeface="Arial" panose="020B0704020202020204"/>
                          <a:cs typeface="Arial" panose="020B0704020202020204"/>
                        </a:rPr>
                        <a:t>MWRP</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5.68%</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0.479</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13.05%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-14.82%</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32.35%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2.85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A: 2020 Jan–2023 Dec. Net of 10 bps per traded side. Effective holdings: daily mean of 1 / sum(w²).</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6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2-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Complete performance: combined historical window</a:t>
            </a:r>
            <a:endParaRPr sz="3150" b="1">
              <a:solidFill>
                <a:srgbClr val="132A43"/>
              </a:solidFill>
              <a:latin typeface="Arial" panose="020B0704020202020204"/>
              <a:ea typeface="Arial" panose="020B0704020202020204"/>
              <a:cs typeface="Arial" panose="020B0704020202020204"/>
            </a:endParaRPr>
          </a:p>
        </p:txBody>
      </p:sp>
      <p:sp>
        <p:nvSpPr>
          <p:cNvPr id="3" name="slide-6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64</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952625"/>
          <a:ext cx="11049000" cy="3524250"/>
        </p:xfrm>
        <a:graphic>
          <a:graphicData uri="http://schemas.openxmlformats.org/drawingml/2006/table">
            <a:tbl>
              <a:tblPr/>
              <a:tblGrid>
                <a:gridCol w="2333625"/>
                <a:gridCol w="1381125"/>
                <a:gridCol w="1285875"/>
                <a:gridCol w="1285875"/>
                <a:gridCol w="1285875"/>
                <a:gridCol w="2000250"/>
                <a:gridCol w="1476375"/>
              </a:tblGrid>
              <a:tr h="503464">
                <a:tc>
                  <a:txBody>
                    <a:bodyPr/>
                    <a:lstStyle/>
                    <a:p>
                      <a:r>
                        <a:rPr sz="1425" b="1">
                          <a:solidFill>
                            <a:srgbClr val="FFFFFF"/>
                          </a:solidFill>
                          <a:latin typeface="Arial" panose="020B0704020202020204"/>
                          <a:ea typeface="Arial" panose="020B0704020202020204"/>
                          <a:cs typeface="Arial" panose="020B0704020202020204"/>
                        </a:rPr>
                        <a:t>Strategy</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Net CAGR</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Sharpe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Ann. vol.</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MDD</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Turnover / rebalance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Effective holdings</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03464">
                <a:tc>
                  <a:txBody>
                    <a:bodyPr/>
                    <a:lstStyle/>
                    <a:p>
                      <a:r>
                        <a:rPr sz="1425" b="0">
                          <a:solidFill>
                            <a:srgbClr val="132A43"/>
                          </a:solidFill>
                          <a:latin typeface="Arial" panose="020B0704020202020204"/>
                          <a:ea typeface="Arial" panose="020B0704020202020204"/>
                          <a:cs typeface="Arial" panose="020B0704020202020204"/>
                        </a:rPr>
                        <a:t>Equal Weight</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10.27%</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0.928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10.93%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-18.46%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2.05%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6.00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EWMA Risk Parity</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8.91%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0.974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8.98%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-15.20%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9.23%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4.93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Dual Momentum</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17.45%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1.154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14.53%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-15.55%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28.40%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1.97</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Gated EW</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11.65%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0.914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12.65%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-15.78%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26.08%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3.67</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MGRP</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11.06%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0.942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11.60%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-15.14%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29.19%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3.26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1">
                          <a:solidFill>
                            <a:srgbClr val="132A43"/>
                          </a:solidFill>
                          <a:latin typeface="Arial" panose="020B0704020202020204"/>
                          <a:ea typeface="Arial" panose="020B0704020202020204"/>
                          <a:cs typeface="Arial" panose="020B0704020202020204"/>
                        </a:rPr>
                        <a:t>MWRP</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12.64%</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1.030</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11.99%</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-14.82%</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27.68%</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3.09</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Combined history: 2020 Jan–2026 Sep 18. Net of 10 bps per traded side. Effective holdings: daily mean of 1 / sum(w²).</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6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Trading assumptions and evidence boundaries</a:t>
            </a:r>
            <a:endParaRPr sz="3150" b="1">
              <a:solidFill>
                <a:srgbClr val="132A43"/>
              </a:solidFill>
              <a:latin typeface="Arial" panose="020B0704020202020204"/>
              <a:ea typeface="Arial" panose="020B0704020202020204"/>
              <a:cs typeface="Arial" panose="020B0704020202020204"/>
            </a:endParaRPr>
          </a:p>
        </p:txBody>
      </p:sp>
      <p:sp>
        <p:nvSpPr>
          <p:cNvPr id="3" name="slide-6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65</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19250"/>
          <a:ext cx="11049000" cy="4095752"/>
        </p:xfrm>
        <a:graphic>
          <a:graphicData uri="http://schemas.openxmlformats.org/drawingml/2006/table">
            <a:tbl>
              <a:tblPr/>
              <a:tblGrid>
                <a:gridCol w="3286125"/>
                <a:gridCol w="7762875"/>
              </a:tblGrid>
              <a:tr h="511969">
                <a:tc>
                  <a:txBody>
                    <a:bodyPr>
                      <a:spAutoFit/>
                    </a:bodyPr>
                    <a:lstStyle/>
                    <a:p>
                      <a:r>
                        <a:rPr sz="1725" b="1">
                          <a:solidFill>
                            <a:srgbClr val="FFFFFF"/>
                          </a:solidFill>
                          <a:latin typeface="Arial" panose="020B0704020202020204"/>
                          <a:ea typeface="Arial" panose="020B0704020202020204"/>
                          <a:cs typeface="Arial" panose="020B0704020202020204"/>
                        </a:rPr>
                        <a:t>Item</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725" b="1">
                          <a:solidFill>
                            <a:srgbClr val="FFFFFF"/>
                          </a:solidFill>
                          <a:latin typeface="Arial" panose="020B0704020202020204"/>
                          <a:ea typeface="Arial" panose="020B0704020202020204"/>
                          <a:cs typeface="Arial" panose="020B0704020202020204"/>
                        </a:rPr>
                        <a:t>Convention</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Signal information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Month-end history, available next day at 06:00 UTC</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Execution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Second common fresh-quote trading-day close basket</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Returns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Old positions through replacement close, new positions thereafter</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Main trading cost</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10 bps per traded side on actual currency trades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Additional scenarios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5 and 25 bps, all other rules fixed</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Fund expenses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Already reflected in adjusted prices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Not explicitly modeled</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Investor taxes, separate FX fees, time-varying impact</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63-text-3"/>
          <p:cNvSpPr>
            <a:spLocks noGrp="1"/>
          </p:cNvSpPr>
          <p:nvPr/>
        </p:nvSpPr>
        <p:spPr>
          <a:xfrm>
            <a:off x="571500" y="6000750"/>
            <a:ext cx="11049000" cy="4191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Continuous holdings across windows. Retrospective test. Partial October coverage to Oct 19.</a:t>
            </a:r>
            <a:endParaRPr sz="1800"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6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4-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Group member contributions</a:t>
            </a:r>
            <a:endParaRPr sz="3150" b="1">
              <a:solidFill>
                <a:srgbClr val="132A43"/>
              </a:solidFill>
              <a:latin typeface="Arial" panose="020B0704020202020204"/>
              <a:ea typeface="Arial" panose="020B0704020202020204"/>
              <a:cs typeface="Arial" panose="020B0704020202020204"/>
            </a:endParaRPr>
          </a:p>
        </p:txBody>
      </p:sp>
      <p:sp>
        <p:nvSpPr>
          <p:cNvPr id="3" name="slide-6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66</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762125"/>
          <a:ext cx="11049000" cy="3495678"/>
        </p:xfrm>
        <a:graphic>
          <a:graphicData uri="http://schemas.openxmlformats.org/drawingml/2006/table">
            <a:tbl>
              <a:tblPr/>
              <a:tblGrid>
                <a:gridCol w="2381250"/>
                <a:gridCol w="4572000"/>
                <a:gridCol w="4095750"/>
              </a:tblGrid>
              <a:tr h="582613">
                <a:tc>
                  <a:txBody>
                    <a:bodyPr>
                      <a:spAutoFit/>
                    </a:bodyPr>
                    <a:lstStyle/>
                    <a:p>
                      <a:r>
                        <a:rPr sz="1875" b="1">
                          <a:solidFill>
                            <a:srgbClr val="FFFFFF"/>
                          </a:solidFill>
                          <a:latin typeface="Arial" panose="020B0704020202020204"/>
                          <a:ea typeface="Arial" panose="020B0704020202020204"/>
                          <a:cs typeface="Arial" panose="020B0704020202020204"/>
                        </a:rPr>
                        <a:t>Member</a:t>
                      </a:r>
                      <a:endParaRPr sz="187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75" b="1">
                          <a:solidFill>
                            <a:srgbClr val="FFFFFF"/>
                          </a:solidFill>
                          <a:latin typeface="Arial" panose="020B0704020202020204"/>
                          <a:ea typeface="Arial" panose="020B0704020202020204"/>
                          <a:cs typeface="Arial" panose="020B0704020202020204"/>
                        </a:rPr>
                        <a:t>Presentation responsibility</a:t>
                      </a:r>
                      <a:endParaRPr sz="18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75" b="1">
                          <a:solidFill>
                            <a:srgbClr val="FFFFFF"/>
                          </a:solidFill>
                          <a:latin typeface="Arial" panose="020B0704020202020204"/>
                          <a:ea typeface="Arial" panose="020B0704020202020204"/>
                          <a:cs typeface="Arial" panose="020B0704020202020204"/>
                        </a:rPr>
                        <a:t>Actual contribution</a:t>
                      </a:r>
                      <a:endParaRPr sz="18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82613">
                <a:tc>
                  <a:txBody>
                    <a:bodyPr>
                      <a:spAutoFit/>
                    </a:bodyPr>
                    <a:lstStyle/>
                    <a:p>
                      <a:r>
                        <a:rPr sz="1875">
                          <a:solidFill>
                            <a:srgbClr val="213043"/>
                          </a:solidFill>
                          <a:latin typeface="Arial" panose="020B0704020202020204"/>
                          <a:ea typeface="Arial" panose="020B0704020202020204"/>
                          <a:cs typeface="Arial" panose="020B0704020202020204"/>
                        </a:rPr>
                        <a:t>[Member 1]</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Sections 01 and 06</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[To be confirmed]</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82613">
                <a:tc>
                  <a:txBody>
                    <a:bodyPr>
                      <a:spAutoFit/>
                    </a:bodyPr>
                    <a:lstStyle/>
                    <a:p>
                      <a:r>
                        <a:rPr sz="1875">
                          <a:solidFill>
                            <a:srgbClr val="213043"/>
                          </a:solidFill>
                          <a:latin typeface="Arial" panose="020B0704020202020204"/>
                          <a:ea typeface="Arial" panose="020B0704020202020204"/>
                          <a:cs typeface="Arial" panose="020B0704020202020204"/>
                        </a:rPr>
                        <a:t>[Member 2]</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Section 02</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[To be confirmed]</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82613">
                <a:tc>
                  <a:txBody>
                    <a:bodyPr>
                      <a:spAutoFit/>
                    </a:bodyPr>
                    <a:lstStyle/>
                    <a:p>
                      <a:r>
                        <a:rPr sz="1875">
                          <a:solidFill>
                            <a:srgbClr val="213043"/>
                          </a:solidFill>
                          <a:latin typeface="Arial" panose="020B0704020202020204"/>
                          <a:ea typeface="Arial" panose="020B0704020202020204"/>
                          <a:cs typeface="Arial" panose="020B0704020202020204"/>
                        </a:rPr>
                        <a:t>[Member 3]</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Section 03</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[To be confirmed]</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82613">
                <a:tc>
                  <a:txBody>
                    <a:bodyPr>
                      <a:spAutoFit/>
                    </a:bodyPr>
                    <a:lstStyle/>
                    <a:p>
                      <a:r>
                        <a:rPr sz="1875">
                          <a:solidFill>
                            <a:srgbClr val="213043"/>
                          </a:solidFill>
                          <a:latin typeface="Arial" panose="020B0704020202020204"/>
                          <a:ea typeface="Arial" panose="020B0704020202020204"/>
                          <a:cs typeface="Arial" panose="020B0704020202020204"/>
                        </a:rPr>
                        <a:t>[Member 4]</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Section 04</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[To be confirmed]</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82613">
                <a:tc>
                  <a:txBody>
                    <a:bodyPr>
                      <a:spAutoFit/>
                    </a:bodyPr>
                    <a:lstStyle/>
                    <a:p>
                      <a:r>
                        <a:rPr sz="1875">
                          <a:solidFill>
                            <a:srgbClr val="213043"/>
                          </a:solidFill>
                          <a:latin typeface="Arial" panose="020B0704020202020204"/>
                          <a:ea typeface="Arial" panose="020B0704020202020204"/>
                          <a:cs typeface="Arial" panose="020B0704020202020204"/>
                        </a:rPr>
                        <a:t>[Member 5]</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Section 05</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75">
                          <a:solidFill>
                            <a:srgbClr val="213043"/>
                          </a:solidFill>
                          <a:latin typeface="Arial" panose="020B0704020202020204"/>
                          <a:ea typeface="Arial" panose="020B0704020202020204"/>
                          <a:cs typeface="Arial" panose="020B0704020202020204"/>
                        </a:rPr>
                        <a:t>[To be confirmed]</a:t>
                      </a:r>
                      <a:endParaRPr sz="187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64-text-3"/>
          <p:cNvSpPr>
            <a:spLocks noGrp="1"/>
          </p:cNvSpPr>
          <p:nvPr/>
        </p:nvSpPr>
        <p:spPr>
          <a:xfrm>
            <a:off x="571500" y="5734050"/>
            <a:ext cx="11049000" cy="428625"/>
          </a:xfrm>
          <a:prstGeom prst="rect">
            <a:avLst/>
          </a:prstGeom>
          <a:noFill/>
          <a:ln w="0">
            <a:noFill/>
          </a:ln>
        </p:spPr>
        <p:txBody>
          <a:bodyPr wrap="square" lIns="0" tIns="0" rIns="0" bIns="0" anchor="t">
            <a:noAutofit/>
          </a:bodyPr>
          <a:lstStyle>
            <a:defPPr algn="l">
              <a:defRPr sz="1875" b="0">
                <a:solidFill>
                  <a:srgbClr val="586B7C"/>
                </a:solidFill>
                <a:latin typeface="Arial" panose="020B0704020202020204"/>
                <a:ea typeface="Arial" panose="020B0704020202020204"/>
                <a:cs typeface="Arial" panose="020B0704020202020204"/>
              </a:defRPr>
            </a:defPPr>
            <a:lvl1pPr algn="l">
              <a:buNone/>
              <a:defRPr sz="1875" b="0">
                <a:solidFill>
                  <a:srgbClr val="586B7C"/>
                </a:solidFill>
                <a:latin typeface="Arial" panose="020B0704020202020204"/>
                <a:ea typeface="Arial" panose="020B0704020202020204"/>
                <a:cs typeface="Arial" panose="020B0704020202020204"/>
              </a:defRPr>
            </a:lvl1pPr>
            <a:lvl2pPr algn="l">
              <a:buNone/>
              <a:defRPr sz="1875" b="0">
                <a:solidFill>
                  <a:srgbClr val="586B7C"/>
                </a:solidFill>
                <a:latin typeface="Arial" panose="020B0704020202020204"/>
                <a:ea typeface="Arial" panose="020B0704020202020204"/>
                <a:cs typeface="Arial" panose="020B0704020202020204"/>
              </a:defRPr>
            </a:lvl2pPr>
            <a:lvl3pPr algn="l">
              <a:buNone/>
              <a:defRPr sz="1875" b="0">
                <a:solidFill>
                  <a:srgbClr val="586B7C"/>
                </a:solidFill>
                <a:latin typeface="Arial" panose="020B0704020202020204"/>
                <a:ea typeface="Arial" panose="020B0704020202020204"/>
                <a:cs typeface="Arial" panose="020B0704020202020204"/>
              </a:defRPr>
            </a:lvl3pPr>
            <a:lvl4pPr algn="l">
              <a:buNone/>
              <a:defRPr sz="1875" b="0">
                <a:solidFill>
                  <a:srgbClr val="586B7C"/>
                </a:solidFill>
                <a:latin typeface="Arial" panose="020B0704020202020204"/>
                <a:ea typeface="Arial" panose="020B0704020202020204"/>
                <a:cs typeface="Arial" panose="020B0704020202020204"/>
              </a:defRPr>
            </a:lvl4pPr>
            <a:lvl5pPr algn="l">
              <a:buNone/>
              <a:defRPr sz="1875" b="0">
                <a:solidFill>
                  <a:srgbClr val="586B7C"/>
                </a:solidFill>
                <a:latin typeface="Arial" panose="020B0704020202020204"/>
                <a:ea typeface="Arial" panose="020B0704020202020204"/>
                <a:cs typeface="Arial" panose="020B0704020202020204"/>
              </a:defRPr>
            </a:lvl5pPr>
            <a:lvl6pPr algn="l">
              <a:buNone/>
              <a:defRPr sz="1875" b="0">
                <a:solidFill>
                  <a:srgbClr val="586B7C"/>
                </a:solidFill>
                <a:latin typeface="Arial" panose="020B0704020202020204"/>
                <a:ea typeface="Arial" panose="020B0704020202020204"/>
                <a:cs typeface="Arial" panose="020B0704020202020204"/>
              </a:defRPr>
            </a:lvl6pPr>
            <a:lvl7pPr algn="l">
              <a:buNone/>
              <a:defRPr sz="1875" b="0">
                <a:solidFill>
                  <a:srgbClr val="586B7C"/>
                </a:solidFill>
                <a:latin typeface="Arial" panose="020B0704020202020204"/>
                <a:ea typeface="Arial" panose="020B0704020202020204"/>
                <a:cs typeface="Arial" panose="020B0704020202020204"/>
              </a:defRPr>
            </a:lvl7pPr>
            <a:lvl8pPr algn="l">
              <a:buNone/>
              <a:defRPr sz="1875" b="0">
                <a:solidFill>
                  <a:srgbClr val="586B7C"/>
                </a:solidFill>
                <a:latin typeface="Arial" panose="020B0704020202020204"/>
                <a:ea typeface="Arial" panose="020B0704020202020204"/>
                <a:cs typeface="Arial" panose="020B0704020202020204"/>
              </a:defRPr>
            </a:lvl8pPr>
            <a:lvl9pPr algn="l">
              <a:buNone/>
              <a:defRPr sz="1875" b="0">
                <a:solidFill>
                  <a:srgbClr val="586B7C"/>
                </a:solidFill>
                <a:latin typeface="Arial" panose="020B0704020202020204"/>
                <a:ea typeface="Arial" panose="020B0704020202020204"/>
                <a:cs typeface="Arial" panose="020B0704020202020204"/>
              </a:defRPr>
            </a:lvl9pPr>
          </a:lstStyle>
          <a:p>
            <a:pPr algn="l">
              <a:buNone/>
              <a:defRPr sz="1875" b="0">
                <a:solidFill>
                  <a:srgbClr val="586B7C"/>
                </a:solidFill>
                <a:latin typeface="Arial" panose="020B0704020202020204"/>
                <a:ea typeface="Arial" panose="020B0704020202020204"/>
                <a:cs typeface="Arial" panose="020B0704020202020204"/>
              </a:defRPr>
            </a:pPr>
            <a:r>
              <a:rPr sz="1875" b="0">
                <a:solidFill>
                  <a:srgbClr val="586B7C"/>
                </a:solidFill>
                <a:latin typeface="Arial" panose="020B0704020202020204"/>
                <a:ea typeface="Arial" panose="020B0704020202020204"/>
                <a:cs typeface="Arial" panose="020B0704020202020204"/>
              </a:rPr>
              <a:t>Presentation responsibilities do not establish who performed the research.</a:t>
            </a:r>
            <a:endParaRPr sz="1875"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19708</Words>
  <Application>WPS 文字</Application>
  <PresentationFormat>Converted Presentation</PresentationFormat>
  <Paragraphs>1848</Paragraphs>
  <Slides>66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66</vt:i4>
      </vt:variant>
    </vt:vector>
  </HeadingPairs>
  <TitlesOfParts>
    <vt:vector size="79" baseType="lpstr">
      <vt:lpstr>Arial</vt:lpstr>
      <vt:lpstr>宋体</vt:lpstr>
      <vt:lpstr>Wingdings</vt:lpstr>
      <vt:lpstr>Arial</vt:lpstr>
      <vt:lpstr>微软雅黑</vt:lpstr>
      <vt:lpstr>方正雅意黑 GB18030L2</vt:lpstr>
      <vt:lpstr>宋体</vt:lpstr>
      <vt:lpstr>Arial Unicode MS</vt:lpstr>
      <vt:lpstr>Aptos</vt:lpstr>
      <vt:lpstr>Helvetica Neue</vt:lpstr>
      <vt:lpstr>汉仪书宋二KW</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Albert</cp:lastModifiedBy>
  <cp:revision>1</cp:revision>
  <dcterms:created xsi:type="dcterms:W3CDTF">2026-10-24T13:58:04Z</dcterms:created>
  <dcterms:modified xsi:type="dcterms:W3CDTF">2026-10-24T13:58:04Z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ED1927F3B4C789786CB9DC6A3F0D89F3_42</vt:lpwstr>
  </property>
  <property fmtid="{D5CDD505-2E9C-101B-9397-08002B2CF9AE}" pid="3" name="KSOProductBuildVer">
    <vt:lpwstr>2052-12.1.26046.26046</vt:lpwstr>
  </property>
</Properties>
</file>